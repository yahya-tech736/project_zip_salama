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2.xml" ContentType="application/inkml+xml"/>
  <Override PartName="/ppt/ink/ink3.xml" ContentType="application/inkml+xml"/>
  <Override PartName="/ppt/ink/ink4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5.xml" ContentType="application/inkml+xml"/>
  <Override PartName="/ppt/ink/ink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69" r:id="rId3"/>
    <p:sldId id="258" r:id="rId4"/>
    <p:sldId id="257" r:id="rId5"/>
    <p:sldId id="259" r:id="rId6"/>
    <p:sldId id="261" r:id="rId7"/>
    <p:sldId id="260" r:id="rId8"/>
    <p:sldId id="262" r:id="rId9"/>
    <p:sldId id="263" r:id="rId10"/>
    <p:sldId id="266" r:id="rId11"/>
    <p:sldId id="267" r:id="rId12"/>
    <p:sldId id="268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2DEB35-BE65-9ED1-33AA-7BC98F8449B6}" v="1204" dt="2025-11-15T19:40:10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3F2131-4DEB-48EB-887F-4610CAC6306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FB7940C-AEC7-4B8E-94BE-69468253A8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baseline="0" dirty="0"/>
            <a:t>Primary objective:</a:t>
          </a:r>
          <a:r>
            <a:rPr lang="en-US" baseline="0" dirty="0"/>
            <a:t> to determine the true extent of AI reliance in everyday life globally. </a:t>
          </a:r>
          <a:endParaRPr lang="en-US" dirty="0"/>
        </a:p>
      </dgm:t>
    </dgm:pt>
    <dgm:pt modelId="{457575C7-8F54-472E-A7C4-4B527EC0C00C}" type="parTrans" cxnId="{4BBF53B4-BD69-42D2-A891-357CE4FB8666}">
      <dgm:prSet/>
      <dgm:spPr/>
      <dgm:t>
        <a:bodyPr/>
        <a:lstStyle/>
        <a:p>
          <a:endParaRPr lang="en-US"/>
        </a:p>
      </dgm:t>
    </dgm:pt>
    <dgm:pt modelId="{469A8E0B-E603-4347-9224-D9465D0AD4C3}" type="sibTrans" cxnId="{4BBF53B4-BD69-42D2-A891-357CE4FB8666}">
      <dgm:prSet/>
      <dgm:spPr/>
      <dgm:t>
        <a:bodyPr/>
        <a:lstStyle/>
        <a:p>
          <a:endParaRPr lang="en-US"/>
        </a:p>
      </dgm:t>
    </dgm:pt>
    <dgm:pt modelId="{DA830D45-B278-4438-89B3-F71D974517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baseline="0" dirty="0"/>
            <a:t>Secondary objective:</a:t>
          </a:r>
          <a:r>
            <a:rPr lang="en-US" baseline="0" dirty="0"/>
            <a:t> is investigating strategies to maintain self-autonomy in an AI age</a:t>
          </a:r>
          <a:endParaRPr lang="en-US" dirty="0"/>
        </a:p>
      </dgm:t>
    </dgm:pt>
    <dgm:pt modelId="{4EE2F84B-A578-4A7F-84C7-C8859921B072}" type="parTrans" cxnId="{BD06A434-98E5-40CF-B7F1-CD920C8220DC}">
      <dgm:prSet/>
      <dgm:spPr/>
      <dgm:t>
        <a:bodyPr/>
        <a:lstStyle/>
        <a:p>
          <a:endParaRPr lang="en-US"/>
        </a:p>
      </dgm:t>
    </dgm:pt>
    <dgm:pt modelId="{8EA7BBCE-DB29-4AE5-B35F-BE4FE620A77F}" type="sibTrans" cxnId="{BD06A434-98E5-40CF-B7F1-CD920C8220DC}">
      <dgm:prSet/>
      <dgm:spPr/>
      <dgm:t>
        <a:bodyPr/>
        <a:lstStyle/>
        <a:p>
          <a:endParaRPr lang="en-US"/>
        </a:p>
      </dgm:t>
    </dgm:pt>
    <dgm:pt modelId="{4CD70100-B421-496D-A672-B7A2E6372429}" type="pres">
      <dgm:prSet presAssocID="{F83F2131-4DEB-48EB-887F-4610CAC63062}" presName="root" presStyleCnt="0">
        <dgm:presLayoutVars>
          <dgm:dir/>
          <dgm:resizeHandles val="exact"/>
        </dgm:presLayoutVars>
      </dgm:prSet>
      <dgm:spPr/>
    </dgm:pt>
    <dgm:pt modelId="{E6B598E8-D2EC-4475-A5ED-97786001200F}" type="pres">
      <dgm:prSet presAssocID="{5FB7940C-AEC7-4B8E-94BE-69468253A864}" presName="compNode" presStyleCnt="0"/>
      <dgm:spPr/>
    </dgm:pt>
    <dgm:pt modelId="{346A7FF3-EDA2-4F98-BD4F-1FE261704CA1}" type="pres">
      <dgm:prSet presAssocID="{5FB7940C-AEC7-4B8E-94BE-69468253A86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B298DF76-79E8-45A5-86A4-5478E013158A}" type="pres">
      <dgm:prSet presAssocID="{5FB7940C-AEC7-4B8E-94BE-69468253A864}" presName="spaceRect" presStyleCnt="0"/>
      <dgm:spPr/>
    </dgm:pt>
    <dgm:pt modelId="{BC96E55F-A980-495F-B209-E17651674E92}" type="pres">
      <dgm:prSet presAssocID="{5FB7940C-AEC7-4B8E-94BE-69468253A864}" presName="textRect" presStyleLbl="revTx" presStyleIdx="0" presStyleCnt="2">
        <dgm:presLayoutVars>
          <dgm:chMax val="1"/>
          <dgm:chPref val="1"/>
        </dgm:presLayoutVars>
      </dgm:prSet>
      <dgm:spPr/>
    </dgm:pt>
    <dgm:pt modelId="{7B5ACD63-7F53-4A1F-85DA-D89067D2EE70}" type="pres">
      <dgm:prSet presAssocID="{469A8E0B-E603-4347-9224-D9465D0AD4C3}" presName="sibTrans" presStyleCnt="0"/>
      <dgm:spPr/>
    </dgm:pt>
    <dgm:pt modelId="{D5C404A0-D8C6-4878-B8B8-0F31B42673A8}" type="pres">
      <dgm:prSet presAssocID="{DA830D45-B278-4438-89B3-F71D9745171A}" presName="compNode" presStyleCnt="0"/>
      <dgm:spPr/>
    </dgm:pt>
    <dgm:pt modelId="{F831C8EE-44B1-41A4-AFCF-127542068E9E}" type="pres">
      <dgm:prSet presAssocID="{DA830D45-B278-4438-89B3-F71D9745171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mily"/>
        </a:ext>
      </dgm:extLst>
    </dgm:pt>
    <dgm:pt modelId="{8DAA040E-EE61-429A-9C8B-CA1745A36777}" type="pres">
      <dgm:prSet presAssocID="{DA830D45-B278-4438-89B3-F71D9745171A}" presName="spaceRect" presStyleCnt="0"/>
      <dgm:spPr/>
    </dgm:pt>
    <dgm:pt modelId="{4199A97A-2A7C-438A-AFDA-2E5745B950D4}" type="pres">
      <dgm:prSet presAssocID="{DA830D45-B278-4438-89B3-F71D9745171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E8BDD26-0596-4785-BD5F-698641F11098}" type="presOf" srcId="{DA830D45-B278-4438-89B3-F71D9745171A}" destId="{4199A97A-2A7C-438A-AFDA-2E5745B950D4}" srcOrd="0" destOrd="0" presId="urn:microsoft.com/office/officeart/2018/2/layout/IconLabelList"/>
    <dgm:cxn modelId="{BD06A434-98E5-40CF-B7F1-CD920C8220DC}" srcId="{F83F2131-4DEB-48EB-887F-4610CAC63062}" destId="{DA830D45-B278-4438-89B3-F71D9745171A}" srcOrd="1" destOrd="0" parTransId="{4EE2F84B-A578-4A7F-84C7-C8859921B072}" sibTransId="{8EA7BBCE-DB29-4AE5-B35F-BE4FE620A77F}"/>
    <dgm:cxn modelId="{EB9F5672-0B21-43C7-A63E-1A7E2C746AEF}" type="presOf" srcId="{F83F2131-4DEB-48EB-887F-4610CAC63062}" destId="{4CD70100-B421-496D-A672-B7A2E6372429}" srcOrd="0" destOrd="0" presId="urn:microsoft.com/office/officeart/2018/2/layout/IconLabelList"/>
    <dgm:cxn modelId="{E57EA4A5-D6CF-4618-84EE-1C2EBA7555C1}" type="presOf" srcId="{5FB7940C-AEC7-4B8E-94BE-69468253A864}" destId="{BC96E55F-A980-495F-B209-E17651674E92}" srcOrd="0" destOrd="0" presId="urn:microsoft.com/office/officeart/2018/2/layout/IconLabelList"/>
    <dgm:cxn modelId="{4BBF53B4-BD69-42D2-A891-357CE4FB8666}" srcId="{F83F2131-4DEB-48EB-887F-4610CAC63062}" destId="{5FB7940C-AEC7-4B8E-94BE-69468253A864}" srcOrd="0" destOrd="0" parTransId="{457575C7-8F54-472E-A7C4-4B527EC0C00C}" sibTransId="{469A8E0B-E603-4347-9224-D9465D0AD4C3}"/>
    <dgm:cxn modelId="{E1FCB53F-ACFC-4385-8D50-41EC2C18DBDA}" type="presParOf" srcId="{4CD70100-B421-496D-A672-B7A2E6372429}" destId="{E6B598E8-D2EC-4475-A5ED-97786001200F}" srcOrd="0" destOrd="0" presId="urn:microsoft.com/office/officeart/2018/2/layout/IconLabelList"/>
    <dgm:cxn modelId="{4BE06432-9FB4-4729-BF4F-B0CB9CB5CCF8}" type="presParOf" srcId="{E6B598E8-D2EC-4475-A5ED-97786001200F}" destId="{346A7FF3-EDA2-4F98-BD4F-1FE261704CA1}" srcOrd="0" destOrd="0" presId="urn:microsoft.com/office/officeart/2018/2/layout/IconLabelList"/>
    <dgm:cxn modelId="{41886D4A-9E35-4D63-BF3B-C27DD0339AF4}" type="presParOf" srcId="{E6B598E8-D2EC-4475-A5ED-97786001200F}" destId="{B298DF76-79E8-45A5-86A4-5478E013158A}" srcOrd="1" destOrd="0" presId="urn:microsoft.com/office/officeart/2018/2/layout/IconLabelList"/>
    <dgm:cxn modelId="{8F791367-5007-46DB-8D3B-F9796EE85BB5}" type="presParOf" srcId="{E6B598E8-D2EC-4475-A5ED-97786001200F}" destId="{BC96E55F-A980-495F-B209-E17651674E92}" srcOrd="2" destOrd="0" presId="urn:microsoft.com/office/officeart/2018/2/layout/IconLabelList"/>
    <dgm:cxn modelId="{86B7CFB0-E2EE-48E0-ABBC-74B30B208DE3}" type="presParOf" srcId="{4CD70100-B421-496D-A672-B7A2E6372429}" destId="{7B5ACD63-7F53-4A1F-85DA-D89067D2EE70}" srcOrd="1" destOrd="0" presId="urn:microsoft.com/office/officeart/2018/2/layout/IconLabelList"/>
    <dgm:cxn modelId="{02158219-07A0-4045-8349-53211AE3E641}" type="presParOf" srcId="{4CD70100-B421-496D-A672-B7A2E6372429}" destId="{D5C404A0-D8C6-4878-B8B8-0F31B42673A8}" srcOrd="2" destOrd="0" presId="urn:microsoft.com/office/officeart/2018/2/layout/IconLabelList"/>
    <dgm:cxn modelId="{CCABF2B3-C170-4607-B00B-E94DF15D4739}" type="presParOf" srcId="{D5C404A0-D8C6-4878-B8B8-0F31B42673A8}" destId="{F831C8EE-44B1-41A4-AFCF-127542068E9E}" srcOrd="0" destOrd="0" presId="urn:microsoft.com/office/officeart/2018/2/layout/IconLabelList"/>
    <dgm:cxn modelId="{CF48283A-CBBF-412C-B307-B1B7A056128B}" type="presParOf" srcId="{D5C404A0-D8C6-4878-B8B8-0F31B42673A8}" destId="{8DAA040E-EE61-429A-9C8B-CA1745A36777}" srcOrd="1" destOrd="0" presId="urn:microsoft.com/office/officeart/2018/2/layout/IconLabelList"/>
    <dgm:cxn modelId="{044B8576-10BC-44EB-BAB6-3F90663BDA50}" type="presParOf" srcId="{D5C404A0-D8C6-4878-B8B8-0F31B42673A8}" destId="{4199A97A-2A7C-438A-AFDA-2E5745B950D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E28FDF-8DA1-4A21-9C9A-3841658BAE1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BFBF368-9CFD-4BDD-8CE1-A1B9287E9A9E}">
      <dgm:prSet/>
      <dgm:spPr/>
      <dgm:t>
        <a:bodyPr/>
        <a:lstStyle/>
        <a:p>
          <a:pPr rtl="0"/>
          <a:r>
            <a:rPr lang="en-US" dirty="0"/>
            <a:t>Standardization: A custom function </a:t>
          </a:r>
          <a:r>
            <a:rPr lang="en-US" dirty="0">
              <a:latin typeface="Bembo"/>
            </a:rPr>
            <a:t>then processed</a:t>
          </a:r>
          <a:r>
            <a:rPr lang="en-US" dirty="0"/>
            <a:t> 16 files, </a:t>
          </a:r>
          <a:r>
            <a:rPr lang="en-US" dirty="0">
              <a:latin typeface="Bembo"/>
            </a:rPr>
            <a:t>standardized</a:t>
          </a:r>
          <a:r>
            <a:rPr lang="en-US" dirty="0"/>
            <a:t> columns, </a:t>
          </a:r>
          <a:r>
            <a:rPr lang="en-US" dirty="0">
              <a:latin typeface="Bembo"/>
            </a:rPr>
            <a:t>generated unique</a:t>
          </a:r>
          <a:r>
            <a:rPr lang="en-US" dirty="0"/>
            <a:t> Respondent_</a:t>
          </a:r>
          <a:r>
            <a:rPr lang="en-US" dirty="0">
              <a:latin typeface="Bembo"/>
            </a:rPr>
            <a:t>IDs</a:t>
          </a:r>
          <a:r>
            <a:rPr lang="en-US" dirty="0"/>
            <a:t>, and renaming all data columns with wave IDs </a:t>
          </a:r>
          <a:r>
            <a:rPr lang="en-US" dirty="0">
              <a:latin typeface="Bembo"/>
            </a:rPr>
            <a:t> </a:t>
          </a:r>
          <a:r>
            <a:rPr lang="en-US" dirty="0"/>
            <a:t>to prevent merge conflicts.</a:t>
          </a:r>
        </a:p>
      </dgm:t>
    </dgm:pt>
    <dgm:pt modelId="{6FB70D48-E253-4E1C-967E-994CFED9A96C}" type="parTrans" cxnId="{CE02AD17-E51B-4E20-8DAC-C6721F95E8F1}">
      <dgm:prSet/>
      <dgm:spPr/>
      <dgm:t>
        <a:bodyPr/>
        <a:lstStyle/>
        <a:p>
          <a:endParaRPr lang="en-US"/>
        </a:p>
      </dgm:t>
    </dgm:pt>
    <dgm:pt modelId="{5EAB3BFF-230D-4648-AB49-BCCBBE044D0C}" type="sibTrans" cxnId="{CE02AD17-E51B-4E20-8DAC-C6721F95E8F1}">
      <dgm:prSet/>
      <dgm:spPr/>
      <dgm:t>
        <a:bodyPr/>
        <a:lstStyle/>
        <a:p>
          <a:endParaRPr lang="en-US"/>
        </a:p>
      </dgm:t>
    </dgm:pt>
    <dgm:pt modelId="{E3C1C73C-1F96-4A88-AE12-9FF2FE525E3E}">
      <dgm:prSet/>
      <dgm:spPr/>
      <dgm:t>
        <a:bodyPr/>
        <a:lstStyle/>
        <a:p>
          <a:pPr rtl="0"/>
          <a:r>
            <a:rPr lang="en-US" dirty="0"/>
            <a:t>Horizontal Merging: map2 </a:t>
          </a:r>
          <a:r>
            <a:rPr lang="en-US" dirty="0">
              <a:latin typeface="Bembo"/>
            </a:rPr>
            <a:t>from the </a:t>
          </a:r>
          <a:r>
            <a:rPr lang="en-US" dirty="0" err="1">
              <a:latin typeface="Bembo"/>
            </a:rPr>
            <a:t>purrr</a:t>
          </a:r>
          <a:r>
            <a:rPr lang="en-US" dirty="0">
              <a:latin typeface="Bembo"/>
            </a:rPr>
            <a:t> library </a:t>
          </a:r>
          <a:r>
            <a:rPr lang="en-US" dirty="0"/>
            <a:t>was used to automate the standardization, and </a:t>
          </a:r>
          <a:r>
            <a:rPr lang="en-US" dirty="0" err="1">
              <a:latin typeface="Bembo"/>
            </a:rPr>
            <a:t>full</a:t>
          </a:r>
          <a:r>
            <a:rPr lang="en-US" dirty="0" err="1"/>
            <a:t>_join</a:t>
          </a:r>
          <a:r>
            <a:rPr lang="en-US" dirty="0">
              <a:latin typeface="Bembo"/>
            </a:rPr>
            <a:t> from the </a:t>
          </a:r>
          <a:r>
            <a:rPr lang="en-US" dirty="0" err="1">
              <a:latin typeface="Bembo"/>
            </a:rPr>
            <a:t>dplyr</a:t>
          </a:r>
          <a:r>
            <a:rPr lang="en-US" dirty="0"/>
            <a:t> </a:t>
          </a:r>
          <a:r>
            <a:rPr lang="en-US" dirty="0">
              <a:latin typeface="Bembo"/>
            </a:rPr>
            <a:t>library merged</a:t>
          </a:r>
          <a:r>
            <a:rPr lang="en-US" dirty="0"/>
            <a:t> all 16 files into one master data frame based on the unique Respondent_</a:t>
          </a:r>
          <a:r>
            <a:rPr lang="en-US" dirty="0">
              <a:latin typeface="Bembo"/>
            </a:rPr>
            <a:t>IDs.</a:t>
          </a:r>
          <a:endParaRPr lang="en-US" dirty="0"/>
        </a:p>
      </dgm:t>
    </dgm:pt>
    <dgm:pt modelId="{6F651B7C-9032-4FE5-9115-D99FAB88788B}" type="parTrans" cxnId="{FDCA6F3D-9168-436E-A20B-350FC24C6854}">
      <dgm:prSet/>
      <dgm:spPr/>
      <dgm:t>
        <a:bodyPr/>
        <a:lstStyle/>
        <a:p>
          <a:endParaRPr lang="en-US"/>
        </a:p>
      </dgm:t>
    </dgm:pt>
    <dgm:pt modelId="{67FF63D1-D2D1-48A5-9C5D-85886849817E}" type="sibTrans" cxnId="{FDCA6F3D-9168-436E-A20B-350FC24C6854}">
      <dgm:prSet/>
      <dgm:spPr/>
      <dgm:t>
        <a:bodyPr/>
        <a:lstStyle/>
        <a:p>
          <a:endParaRPr lang="en-US"/>
        </a:p>
      </dgm:t>
    </dgm:pt>
    <dgm:pt modelId="{15C228AF-3A39-48F1-B460-9A8C1BB3693B}">
      <dgm:prSet/>
      <dgm:spPr/>
      <dgm:t>
        <a:bodyPr/>
        <a:lstStyle/>
        <a:p>
          <a:pPr rtl="0"/>
          <a:r>
            <a:rPr lang="en-US" dirty="0"/>
            <a:t>Final Selection: From the </a:t>
          </a:r>
          <a:r>
            <a:rPr lang="en-US" dirty="0">
              <a:latin typeface="Bembo"/>
            </a:rPr>
            <a:t>new </a:t>
          </a:r>
          <a:r>
            <a:rPr lang="en-US" dirty="0"/>
            <a:t>master file, only columns of interest were selected. The Respondent_ID was removed to produce the final, clean data set for analysis.</a:t>
          </a:r>
        </a:p>
      </dgm:t>
    </dgm:pt>
    <dgm:pt modelId="{E801F5B4-7012-40CC-A826-51A827E6E2C3}" type="parTrans" cxnId="{8E2EF34D-0588-4AC2-AC6E-668AE7437083}">
      <dgm:prSet/>
      <dgm:spPr/>
      <dgm:t>
        <a:bodyPr/>
        <a:lstStyle/>
        <a:p>
          <a:endParaRPr lang="en-US"/>
        </a:p>
      </dgm:t>
    </dgm:pt>
    <dgm:pt modelId="{EA1AF0BA-8062-4A51-91B8-68995956D39A}" type="sibTrans" cxnId="{8E2EF34D-0588-4AC2-AC6E-668AE7437083}">
      <dgm:prSet/>
      <dgm:spPr/>
      <dgm:t>
        <a:bodyPr/>
        <a:lstStyle/>
        <a:p>
          <a:endParaRPr lang="en-US"/>
        </a:p>
      </dgm:t>
    </dgm:pt>
    <dgm:pt modelId="{04BFEF75-BA40-4634-B421-A370E27BD652}" type="pres">
      <dgm:prSet presAssocID="{04E28FDF-8DA1-4A21-9C9A-3841658BAE11}" presName="root" presStyleCnt="0">
        <dgm:presLayoutVars>
          <dgm:dir/>
          <dgm:resizeHandles val="exact"/>
        </dgm:presLayoutVars>
      </dgm:prSet>
      <dgm:spPr/>
    </dgm:pt>
    <dgm:pt modelId="{18018C30-DF1A-4305-949B-F0463E464D97}" type="pres">
      <dgm:prSet presAssocID="{DBFBF368-9CFD-4BDD-8CE1-A1B9287E9A9E}" presName="compNode" presStyleCnt="0"/>
      <dgm:spPr/>
    </dgm:pt>
    <dgm:pt modelId="{C0537313-9D04-4783-8B0A-B56AA04E0F0A}" type="pres">
      <dgm:prSet presAssocID="{DBFBF368-9CFD-4BDD-8CE1-A1B9287E9A9E}" presName="bgRect" presStyleLbl="bgShp" presStyleIdx="0" presStyleCnt="3"/>
      <dgm:spPr/>
    </dgm:pt>
    <dgm:pt modelId="{0AAA075F-DF19-4DD0-8673-859EFEB66432}" type="pres">
      <dgm:prSet presAssocID="{DBFBF368-9CFD-4BDD-8CE1-A1B9287E9A9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508BD16-8859-4E4C-847E-768C11E819CD}" type="pres">
      <dgm:prSet presAssocID="{DBFBF368-9CFD-4BDD-8CE1-A1B9287E9A9E}" presName="spaceRect" presStyleCnt="0"/>
      <dgm:spPr/>
    </dgm:pt>
    <dgm:pt modelId="{C6AD6142-A7C3-4016-BA43-4464C586197B}" type="pres">
      <dgm:prSet presAssocID="{DBFBF368-9CFD-4BDD-8CE1-A1B9287E9A9E}" presName="parTx" presStyleLbl="revTx" presStyleIdx="0" presStyleCnt="3">
        <dgm:presLayoutVars>
          <dgm:chMax val="0"/>
          <dgm:chPref val="0"/>
        </dgm:presLayoutVars>
      </dgm:prSet>
      <dgm:spPr/>
    </dgm:pt>
    <dgm:pt modelId="{BB61ACF9-4E78-4034-9590-58722F197B22}" type="pres">
      <dgm:prSet presAssocID="{5EAB3BFF-230D-4648-AB49-BCCBBE044D0C}" presName="sibTrans" presStyleCnt="0"/>
      <dgm:spPr/>
    </dgm:pt>
    <dgm:pt modelId="{A1638582-B800-46BA-BD76-0EE95B6F8A7B}" type="pres">
      <dgm:prSet presAssocID="{E3C1C73C-1F96-4A88-AE12-9FF2FE525E3E}" presName="compNode" presStyleCnt="0"/>
      <dgm:spPr/>
    </dgm:pt>
    <dgm:pt modelId="{3C8D1470-F2D4-42C7-8C50-A3ED417D3A54}" type="pres">
      <dgm:prSet presAssocID="{E3C1C73C-1F96-4A88-AE12-9FF2FE525E3E}" presName="bgRect" presStyleLbl="bgShp" presStyleIdx="1" presStyleCnt="3"/>
      <dgm:spPr/>
    </dgm:pt>
    <dgm:pt modelId="{1D07E1CF-575F-460E-9353-725E836FF280}" type="pres">
      <dgm:prSet presAssocID="{E3C1C73C-1F96-4A88-AE12-9FF2FE525E3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2B1D4E4-C76F-4A7F-A5EE-243294A550D6}" type="pres">
      <dgm:prSet presAssocID="{E3C1C73C-1F96-4A88-AE12-9FF2FE525E3E}" presName="spaceRect" presStyleCnt="0"/>
      <dgm:spPr/>
    </dgm:pt>
    <dgm:pt modelId="{2F72C5AA-30EF-43A4-9802-409DFF479876}" type="pres">
      <dgm:prSet presAssocID="{E3C1C73C-1F96-4A88-AE12-9FF2FE525E3E}" presName="parTx" presStyleLbl="revTx" presStyleIdx="1" presStyleCnt="3">
        <dgm:presLayoutVars>
          <dgm:chMax val="0"/>
          <dgm:chPref val="0"/>
        </dgm:presLayoutVars>
      </dgm:prSet>
      <dgm:spPr/>
    </dgm:pt>
    <dgm:pt modelId="{01830BE4-2DD8-42C6-BD01-C827F3A260D9}" type="pres">
      <dgm:prSet presAssocID="{67FF63D1-D2D1-48A5-9C5D-85886849817E}" presName="sibTrans" presStyleCnt="0"/>
      <dgm:spPr/>
    </dgm:pt>
    <dgm:pt modelId="{56BF463E-987D-4DFA-84A3-44F62002A5C3}" type="pres">
      <dgm:prSet presAssocID="{15C228AF-3A39-48F1-B460-9A8C1BB3693B}" presName="compNode" presStyleCnt="0"/>
      <dgm:spPr/>
    </dgm:pt>
    <dgm:pt modelId="{E0297D98-45A7-400B-AC4F-E60D13281774}" type="pres">
      <dgm:prSet presAssocID="{15C228AF-3A39-48F1-B460-9A8C1BB3693B}" presName="bgRect" presStyleLbl="bgShp" presStyleIdx="2" presStyleCnt="3"/>
      <dgm:spPr/>
    </dgm:pt>
    <dgm:pt modelId="{562F6EBF-1813-4EAA-A1F3-23B256DDA63C}" type="pres">
      <dgm:prSet presAssocID="{15C228AF-3A39-48F1-B460-9A8C1BB3693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76D9D136-BF2D-4AEB-982A-A0EA3EBE1E43}" type="pres">
      <dgm:prSet presAssocID="{15C228AF-3A39-48F1-B460-9A8C1BB3693B}" presName="spaceRect" presStyleCnt="0"/>
      <dgm:spPr/>
    </dgm:pt>
    <dgm:pt modelId="{BB29CCD5-D0D6-4AD5-8A7A-57E2D22F5BAA}" type="pres">
      <dgm:prSet presAssocID="{15C228AF-3A39-48F1-B460-9A8C1BB3693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E02AD17-E51B-4E20-8DAC-C6721F95E8F1}" srcId="{04E28FDF-8DA1-4A21-9C9A-3841658BAE11}" destId="{DBFBF368-9CFD-4BDD-8CE1-A1B9287E9A9E}" srcOrd="0" destOrd="0" parTransId="{6FB70D48-E253-4E1C-967E-994CFED9A96C}" sibTransId="{5EAB3BFF-230D-4648-AB49-BCCBBE044D0C}"/>
    <dgm:cxn modelId="{FDCA6F3D-9168-436E-A20B-350FC24C6854}" srcId="{04E28FDF-8DA1-4A21-9C9A-3841658BAE11}" destId="{E3C1C73C-1F96-4A88-AE12-9FF2FE525E3E}" srcOrd="1" destOrd="0" parTransId="{6F651B7C-9032-4FE5-9115-D99FAB88788B}" sibTransId="{67FF63D1-D2D1-48A5-9C5D-85886849817E}"/>
    <dgm:cxn modelId="{8E2EF34D-0588-4AC2-AC6E-668AE7437083}" srcId="{04E28FDF-8DA1-4A21-9C9A-3841658BAE11}" destId="{15C228AF-3A39-48F1-B460-9A8C1BB3693B}" srcOrd="2" destOrd="0" parTransId="{E801F5B4-7012-40CC-A826-51A827E6E2C3}" sibTransId="{EA1AF0BA-8062-4A51-91B8-68995956D39A}"/>
    <dgm:cxn modelId="{AF97916E-7C03-4274-925D-1AA27ABC4F92}" type="presOf" srcId="{15C228AF-3A39-48F1-B460-9A8C1BB3693B}" destId="{BB29CCD5-D0D6-4AD5-8A7A-57E2D22F5BAA}" srcOrd="0" destOrd="0" presId="urn:microsoft.com/office/officeart/2018/2/layout/IconVerticalSolidList"/>
    <dgm:cxn modelId="{E9342F84-A0E9-41B7-A498-BA3AFF669470}" type="presOf" srcId="{E3C1C73C-1F96-4A88-AE12-9FF2FE525E3E}" destId="{2F72C5AA-30EF-43A4-9802-409DFF479876}" srcOrd="0" destOrd="0" presId="urn:microsoft.com/office/officeart/2018/2/layout/IconVerticalSolidList"/>
    <dgm:cxn modelId="{33535D9D-0D87-49F5-A612-9C1C7D76364C}" type="presOf" srcId="{04E28FDF-8DA1-4A21-9C9A-3841658BAE11}" destId="{04BFEF75-BA40-4634-B421-A370E27BD652}" srcOrd="0" destOrd="0" presId="urn:microsoft.com/office/officeart/2018/2/layout/IconVerticalSolidList"/>
    <dgm:cxn modelId="{68F296D9-5E3E-48D4-AE98-0A23BC67768E}" type="presOf" srcId="{DBFBF368-9CFD-4BDD-8CE1-A1B9287E9A9E}" destId="{C6AD6142-A7C3-4016-BA43-4464C586197B}" srcOrd="0" destOrd="0" presId="urn:microsoft.com/office/officeart/2018/2/layout/IconVerticalSolidList"/>
    <dgm:cxn modelId="{8BC525E4-6756-45D7-B133-121D4772CFF2}" type="presParOf" srcId="{04BFEF75-BA40-4634-B421-A370E27BD652}" destId="{18018C30-DF1A-4305-949B-F0463E464D97}" srcOrd="0" destOrd="0" presId="urn:microsoft.com/office/officeart/2018/2/layout/IconVerticalSolidList"/>
    <dgm:cxn modelId="{716D172C-8152-4754-B0C1-0377CD17991F}" type="presParOf" srcId="{18018C30-DF1A-4305-949B-F0463E464D97}" destId="{C0537313-9D04-4783-8B0A-B56AA04E0F0A}" srcOrd="0" destOrd="0" presId="urn:microsoft.com/office/officeart/2018/2/layout/IconVerticalSolidList"/>
    <dgm:cxn modelId="{D78F6D36-AF10-4F9A-93C6-8559829FBA06}" type="presParOf" srcId="{18018C30-DF1A-4305-949B-F0463E464D97}" destId="{0AAA075F-DF19-4DD0-8673-859EFEB66432}" srcOrd="1" destOrd="0" presId="urn:microsoft.com/office/officeart/2018/2/layout/IconVerticalSolidList"/>
    <dgm:cxn modelId="{F74F79D5-58EA-4378-AAE9-3F9FDC5F4D8E}" type="presParOf" srcId="{18018C30-DF1A-4305-949B-F0463E464D97}" destId="{F508BD16-8859-4E4C-847E-768C11E819CD}" srcOrd="2" destOrd="0" presId="urn:microsoft.com/office/officeart/2018/2/layout/IconVerticalSolidList"/>
    <dgm:cxn modelId="{6CC0A9F4-6D2A-4980-BDE7-5066D638655E}" type="presParOf" srcId="{18018C30-DF1A-4305-949B-F0463E464D97}" destId="{C6AD6142-A7C3-4016-BA43-4464C586197B}" srcOrd="3" destOrd="0" presId="urn:microsoft.com/office/officeart/2018/2/layout/IconVerticalSolidList"/>
    <dgm:cxn modelId="{17B2DF3B-D3CB-4C19-BC96-34E180DB8487}" type="presParOf" srcId="{04BFEF75-BA40-4634-B421-A370E27BD652}" destId="{BB61ACF9-4E78-4034-9590-58722F197B22}" srcOrd="1" destOrd="0" presId="urn:microsoft.com/office/officeart/2018/2/layout/IconVerticalSolidList"/>
    <dgm:cxn modelId="{FE32E575-F4FD-4D59-9088-D225421EB791}" type="presParOf" srcId="{04BFEF75-BA40-4634-B421-A370E27BD652}" destId="{A1638582-B800-46BA-BD76-0EE95B6F8A7B}" srcOrd="2" destOrd="0" presId="urn:microsoft.com/office/officeart/2018/2/layout/IconVerticalSolidList"/>
    <dgm:cxn modelId="{22D55CFE-1BD8-4653-90CE-E18A88301AF8}" type="presParOf" srcId="{A1638582-B800-46BA-BD76-0EE95B6F8A7B}" destId="{3C8D1470-F2D4-42C7-8C50-A3ED417D3A54}" srcOrd="0" destOrd="0" presId="urn:microsoft.com/office/officeart/2018/2/layout/IconVerticalSolidList"/>
    <dgm:cxn modelId="{4F6B246B-3A3C-4D4F-BAE6-BCE537EBD5C3}" type="presParOf" srcId="{A1638582-B800-46BA-BD76-0EE95B6F8A7B}" destId="{1D07E1CF-575F-460E-9353-725E836FF280}" srcOrd="1" destOrd="0" presId="urn:microsoft.com/office/officeart/2018/2/layout/IconVerticalSolidList"/>
    <dgm:cxn modelId="{5B151823-E047-4CE7-B599-66A95225B7A8}" type="presParOf" srcId="{A1638582-B800-46BA-BD76-0EE95B6F8A7B}" destId="{E2B1D4E4-C76F-4A7F-A5EE-243294A550D6}" srcOrd="2" destOrd="0" presId="urn:microsoft.com/office/officeart/2018/2/layout/IconVerticalSolidList"/>
    <dgm:cxn modelId="{BB314DE1-B08D-4001-B5FC-06E1FE890AAA}" type="presParOf" srcId="{A1638582-B800-46BA-BD76-0EE95B6F8A7B}" destId="{2F72C5AA-30EF-43A4-9802-409DFF479876}" srcOrd="3" destOrd="0" presId="urn:microsoft.com/office/officeart/2018/2/layout/IconVerticalSolidList"/>
    <dgm:cxn modelId="{A589C7B5-6794-4E9C-AFC3-9576B6652464}" type="presParOf" srcId="{04BFEF75-BA40-4634-B421-A370E27BD652}" destId="{01830BE4-2DD8-42C6-BD01-C827F3A260D9}" srcOrd="3" destOrd="0" presId="urn:microsoft.com/office/officeart/2018/2/layout/IconVerticalSolidList"/>
    <dgm:cxn modelId="{F56232E6-39B9-498D-8595-A401C6F80460}" type="presParOf" srcId="{04BFEF75-BA40-4634-B421-A370E27BD652}" destId="{56BF463E-987D-4DFA-84A3-44F62002A5C3}" srcOrd="4" destOrd="0" presId="urn:microsoft.com/office/officeart/2018/2/layout/IconVerticalSolidList"/>
    <dgm:cxn modelId="{1334E72F-8FB4-45AD-9063-D2D8E7C644D6}" type="presParOf" srcId="{56BF463E-987D-4DFA-84A3-44F62002A5C3}" destId="{E0297D98-45A7-400B-AC4F-E60D13281774}" srcOrd="0" destOrd="0" presId="urn:microsoft.com/office/officeart/2018/2/layout/IconVerticalSolidList"/>
    <dgm:cxn modelId="{1A6526C7-8D4B-4BBD-8577-8A49D01DF058}" type="presParOf" srcId="{56BF463E-987D-4DFA-84A3-44F62002A5C3}" destId="{562F6EBF-1813-4EAA-A1F3-23B256DDA63C}" srcOrd="1" destOrd="0" presId="urn:microsoft.com/office/officeart/2018/2/layout/IconVerticalSolidList"/>
    <dgm:cxn modelId="{053229A7-FBA6-419C-A60C-8F39105E7CC7}" type="presParOf" srcId="{56BF463E-987D-4DFA-84A3-44F62002A5C3}" destId="{76D9D136-BF2D-4AEB-982A-A0EA3EBE1E43}" srcOrd="2" destOrd="0" presId="urn:microsoft.com/office/officeart/2018/2/layout/IconVerticalSolidList"/>
    <dgm:cxn modelId="{812FD739-0712-4D76-8D8E-F50AB434266D}" type="presParOf" srcId="{56BF463E-987D-4DFA-84A3-44F62002A5C3}" destId="{BB29CCD5-D0D6-4AD5-8A7A-57E2D22F5B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39BF0C-A100-442E-89DE-8E5A41DFE5E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E486C7E-FD3D-4176-A844-B4E278BCA1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Unanimous Growth:</a:t>
          </a:r>
          <a:r>
            <a:rPr lang="en-US" dirty="0"/>
            <a:t> AI usage increased across </a:t>
          </a:r>
          <a:r>
            <a:rPr lang="en-US" b="1" dirty="0"/>
            <a:t>all four major demographic groups</a:t>
          </a:r>
          <a:r>
            <a:rPr lang="en-US" dirty="0"/>
            <a:t> </a:t>
          </a:r>
        </a:p>
      </dgm:t>
    </dgm:pt>
    <dgm:pt modelId="{489CC62F-265B-405B-AD95-00EED996CC4C}" type="parTrans" cxnId="{46DADC0D-66EF-4148-9C69-2B7133074F8B}">
      <dgm:prSet/>
      <dgm:spPr/>
      <dgm:t>
        <a:bodyPr/>
        <a:lstStyle/>
        <a:p>
          <a:endParaRPr lang="en-US"/>
        </a:p>
      </dgm:t>
    </dgm:pt>
    <dgm:pt modelId="{1C8299E8-8D6C-470A-A1FB-38572987A41B}" type="sibTrans" cxnId="{46DADC0D-66EF-4148-9C69-2B7133074F8B}">
      <dgm:prSet/>
      <dgm:spPr/>
      <dgm:t>
        <a:bodyPr/>
        <a:lstStyle/>
        <a:p>
          <a:endParaRPr lang="en-US"/>
        </a:p>
      </dgm:t>
    </dgm:pt>
    <dgm:pt modelId="{6A28F421-08DE-49F1-B7BA-FA4CF5947B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Highest Adoption:</a:t>
          </a:r>
          <a:r>
            <a:rPr lang="en-US" dirty="0"/>
            <a:t> </a:t>
          </a:r>
          <a:r>
            <a:rPr lang="en-US" b="1" dirty="0"/>
            <a:t>Generation Z</a:t>
          </a:r>
          <a:r>
            <a:rPr lang="en-US" dirty="0"/>
            <a:t> </a:t>
          </a:r>
        </a:p>
      </dgm:t>
    </dgm:pt>
    <dgm:pt modelId="{D8BA3073-A371-478F-8459-3140CF821709}" type="parTrans" cxnId="{20E7AF5E-474D-48B3-9600-A0435F663058}">
      <dgm:prSet/>
      <dgm:spPr/>
      <dgm:t>
        <a:bodyPr/>
        <a:lstStyle/>
        <a:p>
          <a:endParaRPr lang="en-US"/>
        </a:p>
      </dgm:t>
    </dgm:pt>
    <dgm:pt modelId="{D52C0581-38BB-40EE-9239-6124A897F766}" type="sibTrans" cxnId="{20E7AF5E-474D-48B3-9600-A0435F663058}">
      <dgm:prSet/>
      <dgm:spPr/>
      <dgm:t>
        <a:bodyPr/>
        <a:lstStyle/>
        <a:p>
          <a:endParaRPr lang="en-US"/>
        </a:p>
      </dgm:t>
    </dgm:pt>
    <dgm:pt modelId="{FB2051F9-2658-4DC6-BCD9-4B8B0D516C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Largest Adoption Shifts:</a:t>
          </a:r>
          <a:r>
            <a:rPr lang="en-US" dirty="0"/>
            <a:t> </a:t>
          </a:r>
          <a:r>
            <a:rPr lang="en-US" b="1" dirty="0"/>
            <a:t>Millennials and Baby Boomers</a:t>
          </a:r>
          <a:r>
            <a:rPr lang="en-US" dirty="0"/>
            <a:t> </a:t>
          </a:r>
        </a:p>
      </dgm:t>
    </dgm:pt>
    <dgm:pt modelId="{3134D54C-E8F8-4676-BC26-E7E95ED6A4B5}" type="parTrans" cxnId="{8A531FED-3D21-45F3-9C3F-120E9663D67F}">
      <dgm:prSet/>
      <dgm:spPr/>
      <dgm:t>
        <a:bodyPr/>
        <a:lstStyle/>
        <a:p>
          <a:endParaRPr lang="en-US"/>
        </a:p>
      </dgm:t>
    </dgm:pt>
    <dgm:pt modelId="{BC22F7D7-1F6B-44DD-B177-43385CABBA7A}" type="sibTrans" cxnId="{8A531FED-3D21-45F3-9C3F-120E9663D67F}">
      <dgm:prSet/>
      <dgm:spPr/>
      <dgm:t>
        <a:bodyPr/>
        <a:lstStyle/>
        <a:p>
          <a:endParaRPr lang="en-US"/>
        </a:p>
      </dgm:t>
    </dgm:pt>
    <dgm:pt modelId="{0226DE66-9E27-46E3-A2A0-33F442CFAE85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Bembo"/>
            </a:rPr>
            <a:t>confirms</a:t>
          </a:r>
          <a:r>
            <a:rPr lang="en-US" dirty="0"/>
            <a:t> AI's quick transition from a </a:t>
          </a:r>
          <a:r>
            <a:rPr lang="en-US" b="1" dirty="0"/>
            <a:t>niche tool to a mainstream medium</a:t>
          </a:r>
          <a:endParaRPr lang="en-US" b="1" dirty="0">
            <a:latin typeface="Bembo"/>
          </a:endParaRPr>
        </a:p>
      </dgm:t>
    </dgm:pt>
    <dgm:pt modelId="{A3C8BCA4-F0A7-465E-8AF4-6AE1BA738D52}" type="parTrans" cxnId="{67E344D6-AD3F-4194-9773-FCC72BAD5F34}">
      <dgm:prSet/>
      <dgm:spPr/>
    </dgm:pt>
    <dgm:pt modelId="{C329CA66-CB0F-4E3D-BD94-1E2F6B967E25}" type="sibTrans" cxnId="{67E344D6-AD3F-4194-9773-FCC72BAD5F34}">
      <dgm:prSet/>
      <dgm:spPr/>
    </dgm:pt>
    <dgm:pt modelId="{29C68E1F-28D5-41F8-94D3-D0273D3A833A}" type="pres">
      <dgm:prSet presAssocID="{A039BF0C-A100-442E-89DE-8E5A41DFE5ED}" presName="root" presStyleCnt="0">
        <dgm:presLayoutVars>
          <dgm:dir/>
          <dgm:resizeHandles val="exact"/>
        </dgm:presLayoutVars>
      </dgm:prSet>
      <dgm:spPr/>
    </dgm:pt>
    <dgm:pt modelId="{25A17A61-EEC9-4A13-B8D3-BD42F73FA8E6}" type="pres">
      <dgm:prSet presAssocID="{DE486C7E-FD3D-4176-A844-B4E278BCA194}" presName="compNode" presStyleCnt="0"/>
      <dgm:spPr/>
    </dgm:pt>
    <dgm:pt modelId="{8C3270DF-58A5-4E41-B7E9-AF87BCC69C2F}" type="pres">
      <dgm:prSet presAssocID="{DE486C7E-FD3D-4176-A844-B4E278BCA19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B1E92AA-3420-4285-AC80-902A64852B55}" type="pres">
      <dgm:prSet presAssocID="{DE486C7E-FD3D-4176-A844-B4E278BCA194}" presName="spaceRect" presStyleCnt="0"/>
      <dgm:spPr/>
    </dgm:pt>
    <dgm:pt modelId="{2A618498-FBC7-4F52-B37D-DA9DE525741B}" type="pres">
      <dgm:prSet presAssocID="{DE486C7E-FD3D-4176-A844-B4E278BCA194}" presName="textRect" presStyleLbl="revTx" presStyleIdx="0" presStyleCnt="4">
        <dgm:presLayoutVars>
          <dgm:chMax val="1"/>
          <dgm:chPref val="1"/>
        </dgm:presLayoutVars>
      </dgm:prSet>
      <dgm:spPr/>
    </dgm:pt>
    <dgm:pt modelId="{15B8B1D2-56E2-46D8-AC43-343ABC2890FE}" type="pres">
      <dgm:prSet presAssocID="{1C8299E8-8D6C-470A-A1FB-38572987A41B}" presName="sibTrans" presStyleCnt="0"/>
      <dgm:spPr/>
    </dgm:pt>
    <dgm:pt modelId="{6A22EB79-557A-430A-8DEE-49B4376B7EE5}" type="pres">
      <dgm:prSet presAssocID="{6A28F421-08DE-49F1-B7BA-FA4CF5947B32}" presName="compNode" presStyleCnt="0"/>
      <dgm:spPr/>
    </dgm:pt>
    <dgm:pt modelId="{7FFBB296-3FB7-42ED-9CF8-A18469FEAC85}" type="pres">
      <dgm:prSet presAssocID="{6A28F421-08DE-49F1-B7BA-FA4CF5947B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8BD2687-2DA8-4231-8E86-DD29D8EBFC2E}" type="pres">
      <dgm:prSet presAssocID="{6A28F421-08DE-49F1-B7BA-FA4CF5947B32}" presName="spaceRect" presStyleCnt="0"/>
      <dgm:spPr/>
    </dgm:pt>
    <dgm:pt modelId="{96028D02-D650-4715-8ECE-D518CD2F8C92}" type="pres">
      <dgm:prSet presAssocID="{6A28F421-08DE-49F1-B7BA-FA4CF5947B32}" presName="textRect" presStyleLbl="revTx" presStyleIdx="1" presStyleCnt="4">
        <dgm:presLayoutVars>
          <dgm:chMax val="1"/>
          <dgm:chPref val="1"/>
        </dgm:presLayoutVars>
      </dgm:prSet>
      <dgm:spPr/>
    </dgm:pt>
    <dgm:pt modelId="{F0858D4F-FB48-4081-9BC4-437A608B280C}" type="pres">
      <dgm:prSet presAssocID="{D52C0581-38BB-40EE-9239-6124A897F766}" presName="sibTrans" presStyleCnt="0"/>
      <dgm:spPr/>
    </dgm:pt>
    <dgm:pt modelId="{C9194780-AB5A-4E2A-815F-5168351F18C6}" type="pres">
      <dgm:prSet presAssocID="{FB2051F9-2658-4DC6-BCD9-4B8B0D516C1D}" presName="compNode" presStyleCnt="0"/>
      <dgm:spPr/>
    </dgm:pt>
    <dgm:pt modelId="{45EC1512-B95A-4949-93B6-58250C5757EA}" type="pres">
      <dgm:prSet presAssocID="{FB2051F9-2658-4DC6-BCD9-4B8B0D516C1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D65D654A-57CB-4782-B6C3-2328ABFDFEED}" type="pres">
      <dgm:prSet presAssocID="{FB2051F9-2658-4DC6-BCD9-4B8B0D516C1D}" presName="spaceRect" presStyleCnt="0"/>
      <dgm:spPr/>
    </dgm:pt>
    <dgm:pt modelId="{917232D8-7BA0-4569-BBD6-ABC752B1D43D}" type="pres">
      <dgm:prSet presAssocID="{FB2051F9-2658-4DC6-BCD9-4B8B0D516C1D}" presName="textRect" presStyleLbl="revTx" presStyleIdx="2" presStyleCnt="4">
        <dgm:presLayoutVars>
          <dgm:chMax val="1"/>
          <dgm:chPref val="1"/>
        </dgm:presLayoutVars>
      </dgm:prSet>
      <dgm:spPr/>
    </dgm:pt>
    <dgm:pt modelId="{0AD30571-E95E-4D2A-A2AF-8C1CA653513D}" type="pres">
      <dgm:prSet presAssocID="{BC22F7D7-1F6B-44DD-B177-43385CABBA7A}" presName="sibTrans" presStyleCnt="0"/>
      <dgm:spPr/>
    </dgm:pt>
    <dgm:pt modelId="{095FF31C-0E80-462E-B3D8-30FCDA6D7DE9}" type="pres">
      <dgm:prSet presAssocID="{0226DE66-9E27-46E3-A2A0-33F442CFAE85}" presName="compNode" presStyleCnt="0"/>
      <dgm:spPr/>
    </dgm:pt>
    <dgm:pt modelId="{888249BF-871D-487C-9AB6-47B7949F80D8}" type="pres">
      <dgm:prSet presAssocID="{0226DE66-9E27-46E3-A2A0-33F442CFAE8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tificial Intelligence with solid fill"/>
        </a:ext>
      </dgm:extLst>
    </dgm:pt>
    <dgm:pt modelId="{63980222-1154-4553-87CF-B7F62CF20D4C}" type="pres">
      <dgm:prSet presAssocID="{0226DE66-9E27-46E3-A2A0-33F442CFAE85}" presName="spaceRect" presStyleCnt="0"/>
      <dgm:spPr/>
    </dgm:pt>
    <dgm:pt modelId="{B612040A-D358-4D70-83B2-33FF560FB382}" type="pres">
      <dgm:prSet presAssocID="{0226DE66-9E27-46E3-A2A0-33F442CFAE8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6DADC0D-66EF-4148-9C69-2B7133074F8B}" srcId="{A039BF0C-A100-442E-89DE-8E5A41DFE5ED}" destId="{DE486C7E-FD3D-4176-A844-B4E278BCA194}" srcOrd="0" destOrd="0" parTransId="{489CC62F-265B-405B-AD95-00EED996CC4C}" sibTransId="{1C8299E8-8D6C-470A-A1FB-38572987A41B}"/>
    <dgm:cxn modelId="{5CEC2933-C421-4EAD-B51A-21CCA912C6BF}" type="presOf" srcId="{6A28F421-08DE-49F1-B7BA-FA4CF5947B32}" destId="{96028D02-D650-4715-8ECE-D518CD2F8C92}" srcOrd="0" destOrd="0" presId="urn:microsoft.com/office/officeart/2018/2/layout/IconLabelList"/>
    <dgm:cxn modelId="{20E7AF5E-474D-48B3-9600-A0435F663058}" srcId="{A039BF0C-A100-442E-89DE-8E5A41DFE5ED}" destId="{6A28F421-08DE-49F1-B7BA-FA4CF5947B32}" srcOrd="1" destOrd="0" parTransId="{D8BA3073-A371-478F-8459-3140CF821709}" sibTransId="{D52C0581-38BB-40EE-9239-6124A897F766}"/>
    <dgm:cxn modelId="{EEFDD76E-5AB9-4A88-B233-0438895F52BE}" type="presOf" srcId="{A039BF0C-A100-442E-89DE-8E5A41DFE5ED}" destId="{29C68E1F-28D5-41F8-94D3-D0273D3A833A}" srcOrd="0" destOrd="0" presId="urn:microsoft.com/office/officeart/2018/2/layout/IconLabelList"/>
    <dgm:cxn modelId="{C0480153-4076-4B60-B664-489A0E3F74BF}" type="presOf" srcId="{0226DE66-9E27-46E3-A2A0-33F442CFAE85}" destId="{B612040A-D358-4D70-83B2-33FF560FB382}" srcOrd="0" destOrd="0" presId="urn:microsoft.com/office/officeart/2018/2/layout/IconLabelList"/>
    <dgm:cxn modelId="{67E344D6-AD3F-4194-9773-FCC72BAD5F34}" srcId="{A039BF0C-A100-442E-89DE-8E5A41DFE5ED}" destId="{0226DE66-9E27-46E3-A2A0-33F442CFAE85}" srcOrd="3" destOrd="0" parTransId="{A3C8BCA4-F0A7-465E-8AF4-6AE1BA738D52}" sibTransId="{C329CA66-CB0F-4E3D-BD94-1E2F6B967E25}"/>
    <dgm:cxn modelId="{DCB3CADE-1D34-4F70-9D41-ACE2A440614B}" type="presOf" srcId="{DE486C7E-FD3D-4176-A844-B4E278BCA194}" destId="{2A618498-FBC7-4F52-B37D-DA9DE525741B}" srcOrd="0" destOrd="0" presId="urn:microsoft.com/office/officeart/2018/2/layout/IconLabelList"/>
    <dgm:cxn modelId="{8A531FED-3D21-45F3-9C3F-120E9663D67F}" srcId="{A039BF0C-A100-442E-89DE-8E5A41DFE5ED}" destId="{FB2051F9-2658-4DC6-BCD9-4B8B0D516C1D}" srcOrd="2" destOrd="0" parTransId="{3134D54C-E8F8-4676-BC26-E7E95ED6A4B5}" sibTransId="{BC22F7D7-1F6B-44DD-B177-43385CABBA7A}"/>
    <dgm:cxn modelId="{00AAB5ED-EA2D-4848-B937-DDADC8E18DD9}" type="presOf" srcId="{FB2051F9-2658-4DC6-BCD9-4B8B0D516C1D}" destId="{917232D8-7BA0-4569-BBD6-ABC752B1D43D}" srcOrd="0" destOrd="0" presId="urn:microsoft.com/office/officeart/2018/2/layout/IconLabelList"/>
    <dgm:cxn modelId="{7F8AB92F-80F8-405B-8D98-D06232B009D0}" type="presParOf" srcId="{29C68E1F-28D5-41F8-94D3-D0273D3A833A}" destId="{25A17A61-EEC9-4A13-B8D3-BD42F73FA8E6}" srcOrd="0" destOrd="0" presId="urn:microsoft.com/office/officeart/2018/2/layout/IconLabelList"/>
    <dgm:cxn modelId="{0D2AE295-19E9-423D-B12B-B8B459D81A35}" type="presParOf" srcId="{25A17A61-EEC9-4A13-B8D3-BD42F73FA8E6}" destId="{8C3270DF-58A5-4E41-B7E9-AF87BCC69C2F}" srcOrd="0" destOrd="0" presId="urn:microsoft.com/office/officeart/2018/2/layout/IconLabelList"/>
    <dgm:cxn modelId="{0B084A71-FFD5-427D-B8BA-88DBF47F23E6}" type="presParOf" srcId="{25A17A61-EEC9-4A13-B8D3-BD42F73FA8E6}" destId="{CB1E92AA-3420-4285-AC80-902A64852B55}" srcOrd="1" destOrd="0" presId="urn:microsoft.com/office/officeart/2018/2/layout/IconLabelList"/>
    <dgm:cxn modelId="{730AD5C0-5B10-4E37-B18E-EDD978FE4A1C}" type="presParOf" srcId="{25A17A61-EEC9-4A13-B8D3-BD42F73FA8E6}" destId="{2A618498-FBC7-4F52-B37D-DA9DE525741B}" srcOrd="2" destOrd="0" presId="urn:microsoft.com/office/officeart/2018/2/layout/IconLabelList"/>
    <dgm:cxn modelId="{540508D1-A7EE-4999-921A-2A4FF5DA0B4D}" type="presParOf" srcId="{29C68E1F-28D5-41F8-94D3-D0273D3A833A}" destId="{15B8B1D2-56E2-46D8-AC43-343ABC2890FE}" srcOrd="1" destOrd="0" presId="urn:microsoft.com/office/officeart/2018/2/layout/IconLabelList"/>
    <dgm:cxn modelId="{5DA0512E-65B1-4431-87E2-B2F9BC393481}" type="presParOf" srcId="{29C68E1F-28D5-41F8-94D3-D0273D3A833A}" destId="{6A22EB79-557A-430A-8DEE-49B4376B7EE5}" srcOrd="2" destOrd="0" presId="urn:microsoft.com/office/officeart/2018/2/layout/IconLabelList"/>
    <dgm:cxn modelId="{53B94FC6-5B59-4191-81A4-4A275AB1170E}" type="presParOf" srcId="{6A22EB79-557A-430A-8DEE-49B4376B7EE5}" destId="{7FFBB296-3FB7-42ED-9CF8-A18469FEAC85}" srcOrd="0" destOrd="0" presId="urn:microsoft.com/office/officeart/2018/2/layout/IconLabelList"/>
    <dgm:cxn modelId="{9668320A-676A-4647-A7D8-A7AAC7DB644D}" type="presParOf" srcId="{6A22EB79-557A-430A-8DEE-49B4376B7EE5}" destId="{28BD2687-2DA8-4231-8E86-DD29D8EBFC2E}" srcOrd="1" destOrd="0" presId="urn:microsoft.com/office/officeart/2018/2/layout/IconLabelList"/>
    <dgm:cxn modelId="{9A7A2FDC-F211-42C9-A6D0-DC9A6FAF3412}" type="presParOf" srcId="{6A22EB79-557A-430A-8DEE-49B4376B7EE5}" destId="{96028D02-D650-4715-8ECE-D518CD2F8C92}" srcOrd="2" destOrd="0" presId="urn:microsoft.com/office/officeart/2018/2/layout/IconLabelList"/>
    <dgm:cxn modelId="{EE4F5905-79BA-4910-A7CE-3994EBBE1A96}" type="presParOf" srcId="{29C68E1F-28D5-41F8-94D3-D0273D3A833A}" destId="{F0858D4F-FB48-4081-9BC4-437A608B280C}" srcOrd="3" destOrd="0" presId="urn:microsoft.com/office/officeart/2018/2/layout/IconLabelList"/>
    <dgm:cxn modelId="{13FEA1A3-8497-4CCD-A08C-C6A5F4E1B828}" type="presParOf" srcId="{29C68E1F-28D5-41F8-94D3-D0273D3A833A}" destId="{C9194780-AB5A-4E2A-815F-5168351F18C6}" srcOrd="4" destOrd="0" presId="urn:microsoft.com/office/officeart/2018/2/layout/IconLabelList"/>
    <dgm:cxn modelId="{12C47FD5-6D39-4445-96E8-BC463CFC6FF1}" type="presParOf" srcId="{C9194780-AB5A-4E2A-815F-5168351F18C6}" destId="{45EC1512-B95A-4949-93B6-58250C5757EA}" srcOrd="0" destOrd="0" presId="urn:microsoft.com/office/officeart/2018/2/layout/IconLabelList"/>
    <dgm:cxn modelId="{D77FC9CC-BF82-41DE-AE9D-78091CE6A8D2}" type="presParOf" srcId="{C9194780-AB5A-4E2A-815F-5168351F18C6}" destId="{D65D654A-57CB-4782-B6C3-2328ABFDFEED}" srcOrd="1" destOrd="0" presId="urn:microsoft.com/office/officeart/2018/2/layout/IconLabelList"/>
    <dgm:cxn modelId="{5B699C49-CACA-41C5-977B-D96657068CDF}" type="presParOf" srcId="{C9194780-AB5A-4E2A-815F-5168351F18C6}" destId="{917232D8-7BA0-4569-BBD6-ABC752B1D43D}" srcOrd="2" destOrd="0" presId="urn:microsoft.com/office/officeart/2018/2/layout/IconLabelList"/>
    <dgm:cxn modelId="{FA5F1E4D-9B59-46D0-9D9B-FB6EE6B4B862}" type="presParOf" srcId="{29C68E1F-28D5-41F8-94D3-D0273D3A833A}" destId="{0AD30571-E95E-4D2A-A2AF-8C1CA653513D}" srcOrd="5" destOrd="0" presId="urn:microsoft.com/office/officeart/2018/2/layout/IconLabelList"/>
    <dgm:cxn modelId="{19113E20-BF2E-4A4C-8F12-AC99FC94F22F}" type="presParOf" srcId="{29C68E1F-28D5-41F8-94D3-D0273D3A833A}" destId="{095FF31C-0E80-462E-B3D8-30FCDA6D7DE9}" srcOrd="6" destOrd="0" presId="urn:microsoft.com/office/officeart/2018/2/layout/IconLabelList"/>
    <dgm:cxn modelId="{7A9374BB-2F38-46A9-BC93-D4B2D1D6F862}" type="presParOf" srcId="{095FF31C-0E80-462E-B3D8-30FCDA6D7DE9}" destId="{888249BF-871D-487C-9AB6-47B7949F80D8}" srcOrd="0" destOrd="0" presId="urn:microsoft.com/office/officeart/2018/2/layout/IconLabelList"/>
    <dgm:cxn modelId="{AF31E292-CA90-4319-91D9-E070A2DF06F0}" type="presParOf" srcId="{095FF31C-0E80-462E-B3D8-30FCDA6D7DE9}" destId="{63980222-1154-4553-87CF-B7F62CF20D4C}" srcOrd="1" destOrd="0" presId="urn:microsoft.com/office/officeart/2018/2/layout/IconLabelList"/>
    <dgm:cxn modelId="{124D6AE9-1435-4391-8F1D-42162E5BAFA9}" type="presParOf" srcId="{095FF31C-0E80-462E-B3D8-30FCDA6D7DE9}" destId="{B612040A-D358-4D70-83B2-33FF560FB38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CB895B-92B7-466D-9F0B-DC5F8E2189C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73121A-9DA7-4985-A992-6DB3B1561E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Solution 1: Use long-term models to correlate public perception data with policy proposals and ethical rulings, guiding the development of new regulations that ensure user protection and human control.</a:t>
          </a:r>
        </a:p>
      </dgm:t>
    </dgm:pt>
    <dgm:pt modelId="{68E8951A-72BD-4BF0-B827-65FF190D847C}" type="parTrans" cxnId="{896F9BD1-21E1-4F25-9022-0A9786C3851D}">
      <dgm:prSet/>
      <dgm:spPr/>
      <dgm:t>
        <a:bodyPr/>
        <a:lstStyle/>
        <a:p>
          <a:endParaRPr lang="en-US"/>
        </a:p>
      </dgm:t>
    </dgm:pt>
    <dgm:pt modelId="{F864A127-737C-496A-A4DC-25B0B01BF580}" type="sibTrans" cxnId="{896F9BD1-21E1-4F25-9022-0A9786C3851D}">
      <dgm:prSet/>
      <dgm:spPr/>
      <dgm:t>
        <a:bodyPr/>
        <a:lstStyle/>
        <a:p>
          <a:endParaRPr lang="en-US"/>
        </a:p>
      </dgm:t>
    </dgm:pt>
    <dgm:pt modelId="{FD62C4B4-FF33-495E-8F43-5F3B081F0D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Solution 2: Propose systemic policy changes to foster critical thinking, such as a mandatory digital literacy curriculum and creating societal structures that incentivize human-only decision-making in critical fields like healthcare and law.</a:t>
          </a:r>
        </a:p>
      </dgm:t>
    </dgm:pt>
    <dgm:pt modelId="{24F0774B-D46B-4B63-81C1-7C45A5E073D7}" type="parTrans" cxnId="{93D052DB-24B6-4CA0-97AB-382185FC0890}">
      <dgm:prSet/>
      <dgm:spPr/>
      <dgm:t>
        <a:bodyPr/>
        <a:lstStyle/>
        <a:p>
          <a:endParaRPr lang="en-US"/>
        </a:p>
      </dgm:t>
    </dgm:pt>
    <dgm:pt modelId="{3C193AFB-10B1-4EA2-87A6-07BF92C43DBA}" type="sibTrans" cxnId="{93D052DB-24B6-4CA0-97AB-382185FC0890}">
      <dgm:prSet/>
      <dgm:spPr/>
      <dgm:t>
        <a:bodyPr/>
        <a:lstStyle/>
        <a:p>
          <a:endParaRPr lang="en-US"/>
        </a:p>
      </dgm:t>
    </dgm:pt>
    <dgm:pt modelId="{3F07501B-C8F0-4250-B2B6-7563DBFBB00D}" type="pres">
      <dgm:prSet presAssocID="{62CB895B-92B7-466D-9F0B-DC5F8E2189CF}" presName="root" presStyleCnt="0">
        <dgm:presLayoutVars>
          <dgm:dir/>
          <dgm:resizeHandles val="exact"/>
        </dgm:presLayoutVars>
      </dgm:prSet>
      <dgm:spPr/>
    </dgm:pt>
    <dgm:pt modelId="{A7B753EF-C175-428A-973A-523A2D698200}" type="pres">
      <dgm:prSet presAssocID="{E873121A-9DA7-4985-A992-6DB3B1561ED4}" presName="compNode" presStyleCnt="0"/>
      <dgm:spPr/>
    </dgm:pt>
    <dgm:pt modelId="{A1F8C8E6-0D7C-45FC-BC0C-2AA16E5570BE}" type="pres">
      <dgm:prSet presAssocID="{E873121A-9DA7-4985-A992-6DB3B1561ED4}" presName="bgRect" presStyleLbl="bgShp" presStyleIdx="0" presStyleCnt="2"/>
      <dgm:spPr/>
    </dgm:pt>
    <dgm:pt modelId="{D4B387F5-3D4A-4296-9BD3-7AE900F3501F}" type="pres">
      <dgm:prSet presAssocID="{E873121A-9DA7-4985-A992-6DB3B1561ED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76B53EBA-B484-4BDC-AAA1-94EC8FF63FA4}" type="pres">
      <dgm:prSet presAssocID="{E873121A-9DA7-4985-A992-6DB3B1561ED4}" presName="spaceRect" presStyleCnt="0"/>
      <dgm:spPr/>
    </dgm:pt>
    <dgm:pt modelId="{2F98F206-AA91-44DA-A85D-E309793FD4FC}" type="pres">
      <dgm:prSet presAssocID="{E873121A-9DA7-4985-A992-6DB3B1561ED4}" presName="parTx" presStyleLbl="revTx" presStyleIdx="0" presStyleCnt="2">
        <dgm:presLayoutVars>
          <dgm:chMax val="0"/>
          <dgm:chPref val="0"/>
        </dgm:presLayoutVars>
      </dgm:prSet>
      <dgm:spPr/>
    </dgm:pt>
    <dgm:pt modelId="{EEC461BD-F2FA-4BE1-B499-C78F912FEB32}" type="pres">
      <dgm:prSet presAssocID="{F864A127-737C-496A-A4DC-25B0B01BF580}" presName="sibTrans" presStyleCnt="0"/>
      <dgm:spPr/>
    </dgm:pt>
    <dgm:pt modelId="{7050F197-F74E-4602-BB4A-1A26A51561A0}" type="pres">
      <dgm:prSet presAssocID="{FD62C4B4-FF33-495E-8F43-5F3B081F0D4A}" presName="compNode" presStyleCnt="0"/>
      <dgm:spPr/>
    </dgm:pt>
    <dgm:pt modelId="{545F4B53-1D00-4D7A-9F72-373C4DF92F8A}" type="pres">
      <dgm:prSet presAssocID="{FD62C4B4-FF33-495E-8F43-5F3B081F0D4A}" presName="bgRect" presStyleLbl="bgShp" presStyleIdx="1" presStyleCnt="2"/>
      <dgm:spPr/>
    </dgm:pt>
    <dgm:pt modelId="{3AE9685F-30C3-4DE9-96C6-5084C8FB60E4}" type="pres">
      <dgm:prSet presAssocID="{FD62C4B4-FF33-495E-8F43-5F3B081F0D4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BF26155-31A4-4E9A-8AFD-9C454EB90373}" type="pres">
      <dgm:prSet presAssocID="{FD62C4B4-FF33-495E-8F43-5F3B081F0D4A}" presName="spaceRect" presStyleCnt="0"/>
      <dgm:spPr/>
    </dgm:pt>
    <dgm:pt modelId="{899F2FC5-FC5E-48BF-854E-967FF16EE657}" type="pres">
      <dgm:prSet presAssocID="{FD62C4B4-FF33-495E-8F43-5F3B081F0D4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911B8AC-D151-42B8-950A-4F32B41E33A1}" type="presOf" srcId="{62CB895B-92B7-466D-9F0B-DC5F8E2189CF}" destId="{3F07501B-C8F0-4250-B2B6-7563DBFBB00D}" srcOrd="0" destOrd="0" presId="urn:microsoft.com/office/officeart/2018/2/layout/IconVerticalSolidList"/>
    <dgm:cxn modelId="{E0641DBB-084F-4BCE-8268-B0C2DD532C93}" type="presOf" srcId="{E873121A-9DA7-4985-A992-6DB3B1561ED4}" destId="{2F98F206-AA91-44DA-A85D-E309793FD4FC}" srcOrd="0" destOrd="0" presId="urn:microsoft.com/office/officeart/2018/2/layout/IconVerticalSolidList"/>
    <dgm:cxn modelId="{91A434BF-E947-4F33-AF9A-D480BDA2723B}" type="presOf" srcId="{FD62C4B4-FF33-495E-8F43-5F3B081F0D4A}" destId="{899F2FC5-FC5E-48BF-854E-967FF16EE657}" srcOrd="0" destOrd="0" presId="urn:microsoft.com/office/officeart/2018/2/layout/IconVerticalSolidList"/>
    <dgm:cxn modelId="{896F9BD1-21E1-4F25-9022-0A9786C3851D}" srcId="{62CB895B-92B7-466D-9F0B-DC5F8E2189CF}" destId="{E873121A-9DA7-4985-A992-6DB3B1561ED4}" srcOrd="0" destOrd="0" parTransId="{68E8951A-72BD-4BF0-B827-65FF190D847C}" sibTransId="{F864A127-737C-496A-A4DC-25B0B01BF580}"/>
    <dgm:cxn modelId="{93D052DB-24B6-4CA0-97AB-382185FC0890}" srcId="{62CB895B-92B7-466D-9F0B-DC5F8E2189CF}" destId="{FD62C4B4-FF33-495E-8F43-5F3B081F0D4A}" srcOrd="1" destOrd="0" parTransId="{24F0774B-D46B-4B63-81C1-7C45A5E073D7}" sibTransId="{3C193AFB-10B1-4EA2-87A6-07BF92C43DBA}"/>
    <dgm:cxn modelId="{D9861733-F10B-41E3-B647-3BE0A1DEDBC2}" type="presParOf" srcId="{3F07501B-C8F0-4250-B2B6-7563DBFBB00D}" destId="{A7B753EF-C175-428A-973A-523A2D698200}" srcOrd="0" destOrd="0" presId="urn:microsoft.com/office/officeart/2018/2/layout/IconVerticalSolidList"/>
    <dgm:cxn modelId="{ACD6608B-33BF-471E-A86A-06824F560285}" type="presParOf" srcId="{A7B753EF-C175-428A-973A-523A2D698200}" destId="{A1F8C8E6-0D7C-45FC-BC0C-2AA16E5570BE}" srcOrd="0" destOrd="0" presId="urn:microsoft.com/office/officeart/2018/2/layout/IconVerticalSolidList"/>
    <dgm:cxn modelId="{DA53D9D3-EBDE-48F1-945A-058989954FB2}" type="presParOf" srcId="{A7B753EF-C175-428A-973A-523A2D698200}" destId="{D4B387F5-3D4A-4296-9BD3-7AE900F3501F}" srcOrd="1" destOrd="0" presId="urn:microsoft.com/office/officeart/2018/2/layout/IconVerticalSolidList"/>
    <dgm:cxn modelId="{6F83C374-82BB-40C9-A7B9-02CAE8788BB0}" type="presParOf" srcId="{A7B753EF-C175-428A-973A-523A2D698200}" destId="{76B53EBA-B484-4BDC-AAA1-94EC8FF63FA4}" srcOrd="2" destOrd="0" presId="urn:microsoft.com/office/officeart/2018/2/layout/IconVerticalSolidList"/>
    <dgm:cxn modelId="{8C8592E1-BD0B-4130-8043-5951D149A16B}" type="presParOf" srcId="{A7B753EF-C175-428A-973A-523A2D698200}" destId="{2F98F206-AA91-44DA-A85D-E309793FD4FC}" srcOrd="3" destOrd="0" presId="urn:microsoft.com/office/officeart/2018/2/layout/IconVerticalSolidList"/>
    <dgm:cxn modelId="{E44F65C2-CC41-4B06-A49B-F0F22E8E91E6}" type="presParOf" srcId="{3F07501B-C8F0-4250-B2B6-7563DBFBB00D}" destId="{EEC461BD-F2FA-4BE1-B499-C78F912FEB32}" srcOrd="1" destOrd="0" presId="urn:microsoft.com/office/officeart/2018/2/layout/IconVerticalSolidList"/>
    <dgm:cxn modelId="{A19DE2B8-10EA-4396-9D43-009B69F64953}" type="presParOf" srcId="{3F07501B-C8F0-4250-B2B6-7563DBFBB00D}" destId="{7050F197-F74E-4602-BB4A-1A26A51561A0}" srcOrd="2" destOrd="0" presId="urn:microsoft.com/office/officeart/2018/2/layout/IconVerticalSolidList"/>
    <dgm:cxn modelId="{CAEDB45B-605E-4507-90D3-E74A72B14F60}" type="presParOf" srcId="{7050F197-F74E-4602-BB4A-1A26A51561A0}" destId="{545F4B53-1D00-4D7A-9F72-373C4DF92F8A}" srcOrd="0" destOrd="0" presId="urn:microsoft.com/office/officeart/2018/2/layout/IconVerticalSolidList"/>
    <dgm:cxn modelId="{952EBCDA-90BE-4ADB-927F-7800C687EE2B}" type="presParOf" srcId="{7050F197-F74E-4602-BB4A-1A26A51561A0}" destId="{3AE9685F-30C3-4DE9-96C6-5084C8FB60E4}" srcOrd="1" destOrd="0" presId="urn:microsoft.com/office/officeart/2018/2/layout/IconVerticalSolidList"/>
    <dgm:cxn modelId="{5A30B8EC-EC7A-43D8-B015-9921536DC3E8}" type="presParOf" srcId="{7050F197-F74E-4602-BB4A-1A26A51561A0}" destId="{9BF26155-31A4-4E9A-8AFD-9C454EB90373}" srcOrd="2" destOrd="0" presId="urn:microsoft.com/office/officeart/2018/2/layout/IconVerticalSolidList"/>
    <dgm:cxn modelId="{7E431286-FA80-4C31-8AF9-62E1590F0342}" type="presParOf" srcId="{7050F197-F74E-4602-BB4A-1A26A51561A0}" destId="{899F2FC5-FC5E-48BF-854E-967FF16EE6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6A7FF3-EDA2-4F98-BD4F-1FE261704CA1}">
      <dsp:nvSpPr>
        <dsp:cNvPr id="0" name=""/>
        <dsp:cNvSpPr/>
      </dsp:nvSpPr>
      <dsp:spPr>
        <a:xfrm>
          <a:off x="1830612" y="515687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6E55F-A980-495F-B209-E17651674E92}">
      <dsp:nvSpPr>
        <dsp:cNvPr id="0" name=""/>
        <dsp:cNvSpPr/>
      </dsp:nvSpPr>
      <dsp:spPr>
        <a:xfrm>
          <a:off x="642612" y="293004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baseline="0" dirty="0"/>
            <a:t>Primary objective:</a:t>
          </a:r>
          <a:r>
            <a:rPr lang="en-US" sz="1900" kern="1200" baseline="0" dirty="0"/>
            <a:t> to determine the true extent of AI reliance in everyday life globally. </a:t>
          </a:r>
          <a:endParaRPr lang="en-US" sz="1900" kern="1200" dirty="0"/>
        </a:p>
      </dsp:txBody>
      <dsp:txXfrm>
        <a:off x="642612" y="2930041"/>
        <a:ext cx="4320000" cy="720000"/>
      </dsp:txXfrm>
    </dsp:sp>
    <dsp:sp modelId="{F831C8EE-44B1-41A4-AFCF-127542068E9E}">
      <dsp:nvSpPr>
        <dsp:cNvPr id="0" name=""/>
        <dsp:cNvSpPr/>
      </dsp:nvSpPr>
      <dsp:spPr>
        <a:xfrm>
          <a:off x="6906612" y="515687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99A97A-2A7C-438A-AFDA-2E5745B950D4}">
      <dsp:nvSpPr>
        <dsp:cNvPr id="0" name=""/>
        <dsp:cNvSpPr/>
      </dsp:nvSpPr>
      <dsp:spPr>
        <a:xfrm>
          <a:off x="5718612" y="293004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baseline="0" dirty="0"/>
            <a:t>Secondary objective:</a:t>
          </a:r>
          <a:r>
            <a:rPr lang="en-US" sz="1900" kern="1200" baseline="0" dirty="0"/>
            <a:t> is investigating strategies to maintain self-autonomy in an AI age</a:t>
          </a:r>
          <a:endParaRPr lang="en-US" sz="1900" kern="1200" dirty="0"/>
        </a:p>
      </dsp:txBody>
      <dsp:txXfrm>
        <a:off x="5718612" y="2930041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537313-9D04-4783-8B0A-B56AA04E0F0A}">
      <dsp:nvSpPr>
        <dsp:cNvPr id="0" name=""/>
        <dsp:cNvSpPr/>
      </dsp:nvSpPr>
      <dsp:spPr>
        <a:xfrm>
          <a:off x="0" y="540"/>
          <a:ext cx="9810750" cy="12651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A075F-DF19-4DD0-8673-859EFEB66432}">
      <dsp:nvSpPr>
        <dsp:cNvPr id="0" name=""/>
        <dsp:cNvSpPr/>
      </dsp:nvSpPr>
      <dsp:spPr>
        <a:xfrm>
          <a:off x="382709" y="285200"/>
          <a:ext cx="695835" cy="695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AD6142-A7C3-4016-BA43-4464C586197B}">
      <dsp:nvSpPr>
        <dsp:cNvPr id="0" name=""/>
        <dsp:cNvSpPr/>
      </dsp:nvSpPr>
      <dsp:spPr>
        <a:xfrm>
          <a:off x="1461254" y="540"/>
          <a:ext cx="8349495" cy="126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896" tIns="133896" rIns="133896" bIns="133896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Standardization: A custom function </a:t>
          </a:r>
          <a:r>
            <a:rPr lang="en-US" sz="2200" kern="1200" dirty="0">
              <a:latin typeface="Bembo"/>
            </a:rPr>
            <a:t>then processed</a:t>
          </a:r>
          <a:r>
            <a:rPr lang="en-US" sz="2200" kern="1200" dirty="0"/>
            <a:t> 16 files, </a:t>
          </a:r>
          <a:r>
            <a:rPr lang="en-US" sz="2200" kern="1200" dirty="0">
              <a:latin typeface="Bembo"/>
            </a:rPr>
            <a:t>standardized</a:t>
          </a:r>
          <a:r>
            <a:rPr lang="en-US" sz="2200" kern="1200" dirty="0"/>
            <a:t> columns, </a:t>
          </a:r>
          <a:r>
            <a:rPr lang="en-US" sz="2200" kern="1200" dirty="0">
              <a:latin typeface="Bembo"/>
            </a:rPr>
            <a:t>generated unique</a:t>
          </a:r>
          <a:r>
            <a:rPr lang="en-US" sz="2200" kern="1200" dirty="0"/>
            <a:t> Respondent_</a:t>
          </a:r>
          <a:r>
            <a:rPr lang="en-US" sz="2200" kern="1200" dirty="0">
              <a:latin typeface="Bembo"/>
            </a:rPr>
            <a:t>IDs</a:t>
          </a:r>
          <a:r>
            <a:rPr lang="en-US" sz="2200" kern="1200" dirty="0"/>
            <a:t>, and renaming all data columns with wave IDs </a:t>
          </a:r>
          <a:r>
            <a:rPr lang="en-US" sz="2200" kern="1200" dirty="0">
              <a:latin typeface="Bembo"/>
            </a:rPr>
            <a:t> </a:t>
          </a:r>
          <a:r>
            <a:rPr lang="en-US" sz="2200" kern="1200" dirty="0"/>
            <a:t>to prevent merge conflicts.</a:t>
          </a:r>
        </a:p>
      </dsp:txBody>
      <dsp:txXfrm>
        <a:off x="1461254" y="540"/>
        <a:ext cx="8349495" cy="1265155"/>
      </dsp:txXfrm>
    </dsp:sp>
    <dsp:sp modelId="{3C8D1470-F2D4-42C7-8C50-A3ED417D3A54}">
      <dsp:nvSpPr>
        <dsp:cNvPr id="0" name=""/>
        <dsp:cNvSpPr/>
      </dsp:nvSpPr>
      <dsp:spPr>
        <a:xfrm>
          <a:off x="0" y="1581984"/>
          <a:ext cx="9810750" cy="12651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7E1CF-575F-460E-9353-725E836FF280}">
      <dsp:nvSpPr>
        <dsp:cNvPr id="0" name=""/>
        <dsp:cNvSpPr/>
      </dsp:nvSpPr>
      <dsp:spPr>
        <a:xfrm>
          <a:off x="382709" y="1866644"/>
          <a:ext cx="695835" cy="695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72C5AA-30EF-43A4-9802-409DFF479876}">
      <dsp:nvSpPr>
        <dsp:cNvPr id="0" name=""/>
        <dsp:cNvSpPr/>
      </dsp:nvSpPr>
      <dsp:spPr>
        <a:xfrm>
          <a:off x="1461254" y="1581984"/>
          <a:ext cx="8349495" cy="126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896" tIns="133896" rIns="133896" bIns="133896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Horizontal Merging: map2 </a:t>
          </a:r>
          <a:r>
            <a:rPr lang="en-US" sz="2200" kern="1200" dirty="0">
              <a:latin typeface="Bembo"/>
            </a:rPr>
            <a:t>from the </a:t>
          </a:r>
          <a:r>
            <a:rPr lang="en-US" sz="2200" kern="1200" dirty="0" err="1">
              <a:latin typeface="Bembo"/>
            </a:rPr>
            <a:t>purrr</a:t>
          </a:r>
          <a:r>
            <a:rPr lang="en-US" sz="2200" kern="1200" dirty="0">
              <a:latin typeface="Bembo"/>
            </a:rPr>
            <a:t> library </a:t>
          </a:r>
          <a:r>
            <a:rPr lang="en-US" sz="2200" kern="1200" dirty="0"/>
            <a:t>was used to automate the standardization, and </a:t>
          </a:r>
          <a:r>
            <a:rPr lang="en-US" sz="2200" kern="1200" dirty="0" err="1">
              <a:latin typeface="Bembo"/>
            </a:rPr>
            <a:t>full</a:t>
          </a:r>
          <a:r>
            <a:rPr lang="en-US" sz="2200" kern="1200" dirty="0" err="1"/>
            <a:t>_join</a:t>
          </a:r>
          <a:r>
            <a:rPr lang="en-US" sz="2200" kern="1200" dirty="0">
              <a:latin typeface="Bembo"/>
            </a:rPr>
            <a:t> from the </a:t>
          </a:r>
          <a:r>
            <a:rPr lang="en-US" sz="2200" kern="1200" dirty="0" err="1">
              <a:latin typeface="Bembo"/>
            </a:rPr>
            <a:t>dplyr</a:t>
          </a:r>
          <a:r>
            <a:rPr lang="en-US" sz="2200" kern="1200" dirty="0"/>
            <a:t> </a:t>
          </a:r>
          <a:r>
            <a:rPr lang="en-US" sz="2200" kern="1200" dirty="0">
              <a:latin typeface="Bembo"/>
            </a:rPr>
            <a:t>library merged</a:t>
          </a:r>
          <a:r>
            <a:rPr lang="en-US" sz="2200" kern="1200" dirty="0"/>
            <a:t> all 16 files into one master data frame based on the unique Respondent_</a:t>
          </a:r>
          <a:r>
            <a:rPr lang="en-US" sz="2200" kern="1200" dirty="0">
              <a:latin typeface="Bembo"/>
            </a:rPr>
            <a:t>IDs.</a:t>
          </a:r>
          <a:endParaRPr lang="en-US" sz="2200" kern="1200" dirty="0"/>
        </a:p>
      </dsp:txBody>
      <dsp:txXfrm>
        <a:off x="1461254" y="1581984"/>
        <a:ext cx="8349495" cy="1265155"/>
      </dsp:txXfrm>
    </dsp:sp>
    <dsp:sp modelId="{E0297D98-45A7-400B-AC4F-E60D13281774}">
      <dsp:nvSpPr>
        <dsp:cNvPr id="0" name=""/>
        <dsp:cNvSpPr/>
      </dsp:nvSpPr>
      <dsp:spPr>
        <a:xfrm>
          <a:off x="0" y="3163429"/>
          <a:ext cx="9810750" cy="12651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2F6EBF-1813-4EAA-A1F3-23B256DDA63C}">
      <dsp:nvSpPr>
        <dsp:cNvPr id="0" name=""/>
        <dsp:cNvSpPr/>
      </dsp:nvSpPr>
      <dsp:spPr>
        <a:xfrm>
          <a:off x="382709" y="3448088"/>
          <a:ext cx="695835" cy="695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9CCD5-D0D6-4AD5-8A7A-57E2D22F5BAA}">
      <dsp:nvSpPr>
        <dsp:cNvPr id="0" name=""/>
        <dsp:cNvSpPr/>
      </dsp:nvSpPr>
      <dsp:spPr>
        <a:xfrm>
          <a:off x="1461254" y="3163429"/>
          <a:ext cx="8349495" cy="1265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896" tIns="133896" rIns="133896" bIns="133896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Final Selection: From the </a:t>
          </a:r>
          <a:r>
            <a:rPr lang="en-US" sz="2200" kern="1200" dirty="0">
              <a:latin typeface="Bembo"/>
            </a:rPr>
            <a:t>new </a:t>
          </a:r>
          <a:r>
            <a:rPr lang="en-US" sz="2200" kern="1200" dirty="0"/>
            <a:t>master file, only columns of interest were selected. The Respondent_ID was removed to produce the final, clean data set for analysis.</a:t>
          </a:r>
        </a:p>
      </dsp:txBody>
      <dsp:txXfrm>
        <a:off x="1461254" y="3163429"/>
        <a:ext cx="8349495" cy="12651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3270DF-58A5-4E41-B7E9-AF87BCC69C2F}">
      <dsp:nvSpPr>
        <dsp:cNvPr id="0" name=""/>
        <dsp:cNvSpPr/>
      </dsp:nvSpPr>
      <dsp:spPr>
        <a:xfrm>
          <a:off x="1267414" y="232350"/>
          <a:ext cx="719033" cy="7190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618498-FBC7-4F52-B37D-DA9DE525741B}">
      <dsp:nvSpPr>
        <dsp:cNvPr id="0" name=""/>
        <dsp:cNvSpPr/>
      </dsp:nvSpPr>
      <dsp:spPr>
        <a:xfrm>
          <a:off x="828005" y="1195509"/>
          <a:ext cx="1597851" cy="63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Unanimous Growth:</a:t>
          </a:r>
          <a:r>
            <a:rPr lang="en-US" sz="1100" kern="1200" dirty="0"/>
            <a:t> AI usage increased across </a:t>
          </a:r>
          <a:r>
            <a:rPr lang="en-US" sz="1100" b="1" kern="1200" dirty="0"/>
            <a:t>all four major demographic groups</a:t>
          </a:r>
          <a:r>
            <a:rPr lang="en-US" sz="1100" kern="1200" dirty="0"/>
            <a:t> </a:t>
          </a:r>
        </a:p>
      </dsp:txBody>
      <dsp:txXfrm>
        <a:off x="828005" y="1195509"/>
        <a:ext cx="1597851" cy="639140"/>
      </dsp:txXfrm>
    </dsp:sp>
    <dsp:sp modelId="{7FFBB296-3FB7-42ED-9CF8-A18469FEAC85}">
      <dsp:nvSpPr>
        <dsp:cNvPr id="0" name=""/>
        <dsp:cNvSpPr/>
      </dsp:nvSpPr>
      <dsp:spPr>
        <a:xfrm>
          <a:off x="3144890" y="232350"/>
          <a:ext cx="719033" cy="7190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028D02-D650-4715-8ECE-D518CD2F8C92}">
      <dsp:nvSpPr>
        <dsp:cNvPr id="0" name=""/>
        <dsp:cNvSpPr/>
      </dsp:nvSpPr>
      <dsp:spPr>
        <a:xfrm>
          <a:off x="2705481" y="1195509"/>
          <a:ext cx="1597851" cy="63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Highest Adoption:</a:t>
          </a:r>
          <a:r>
            <a:rPr lang="en-US" sz="1100" kern="1200" dirty="0"/>
            <a:t> </a:t>
          </a:r>
          <a:r>
            <a:rPr lang="en-US" sz="1100" b="1" kern="1200" dirty="0"/>
            <a:t>Generation Z</a:t>
          </a:r>
          <a:r>
            <a:rPr lang="en-US" sz="1100" kern="1200" dirty="0"/>
            <a:t> </a:t>
          </a:r>
        </a:p>
      </dsp:txBody>
      <dsp:txXfrm>
        <a:off x="2705481" y="1195509"/>
        <a:ext cx="1597851" cy="639140"/>
      </dsp:txXfrm>
    </dsp:sp>
    <dsp:sp modelId="{45EC1512-B95A-4949-93B6-58250C5757EA}">
      <dsp:nvSpPr>
        <dsp:cNvPr id="0" name=""/>
        <dsp:cNvSpPr/>
      </dsp:nvSpPr>
      <dsp:spPr>
        <a:xfrm>
          <a:off x="1267414" y="2234112"/>
          <a:ext cx="719033" cy="7190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232D8-7BA0-4569-BBD6-ABC752B1D43D}">
      <dsp:nvSpPr>
        <dsp:cNvPr id="0" name=""/>
        <dsp:cNvSpPr/>
      </dsp:nvSpPr>
      <dsp:spPr>
        <a:xfrm>
          <a:off x="828005" y="3197271"/>
          <a:ext cx="1597851" cy="63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Largest Adoption Shifts:</a:t>
          </a:r>
          <a:r>
            <a:rPr lang="en-US" sz="1100" kern="1200" dirty="0"/>
            <a:t> </a:t>
          </a:r>
          <a:r>
            <a:rPr lang="en-US" sz="1100" b="1" kern="1200" dirty="0"/>
            <a:t>Millennials and Baby Boomers</a:t>
          </a:r>
          <a:r>
            <a:rPr lang="en-US" sz="1100" kern="1200" dirty="0"/>
            <a:t> </a:t>
          </a:r>
        </a:p>
      </dsp:txBody>
      <dsp:txXfrm>
        <a:off x="828005" y="3197271"/>
        <a:ext cx="1597851" cy="639140"/>
      </dsp:txXfrm>
    </dsp:sp>
    <dsp:sp modelId="{888249BF-871D-487C-9AB6-47B7949F80D8}">
      <dsp:nvSpPr>
        <dsp:cNvPr id="0" name=""/>
        <dsp:cNvSpPr/>
      </dsp:nvSpPr>
      <dsp:spPr>
        <a:xfrm>
          <a:off x="3144890" y="2234112"/>
          <a:ext cx="719033" cy="7190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2040A-D358-4D70-83B2-33FF560FB382}">
      <dsp:nvSpPr>
        <dsp:cNvPr id="0" name=""/>
        <dsp:cNvSpPr/>
      </dsp:nvSpPr>
      <dsp:spPr>
        <a:xfrm>
          <a:off x="2705481" y="3197271"/>
          <a:ext cx="1597851" cy="63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Bembo"/>
            </a:rPr>
            <a:t>confirms</a:t>
          </a:r>
          <a:r>
            <a:rPr lang="en-US" sz="1100" kern="1200" dirty="0"/>
            <a:t> AI's quick transition from a </a:t>
          </a:r>
          <a:r>
            <a:rPr lang="en-US" sz="1100" b="1" kern="1200" dirty="0"/>
            <a:t>niche tool to a mainstream medium</a:t>
          </a:r>
          <a:endParaRPr lang="en-US" sz="1100" b="1" kern="1200" dirty="0">
            <a:latin typeface="Bembo"/>
          </a:endParaRPr>
        </a:p>
      </dsp:txBody>
      <dsp:txXfrm>
        <a:off x="2705481" y="3197271"/>
        <a:ext cx="1597851" cy="6391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F8C8E6-0D7C-45FC-BC0C-2AA16E5570BE}">
      <dsp:nvSpPr>
        <dsp:cNvPr id="0" name=""/>
        <dsp:cNvSpPr/>
      </dsp:nvSpPr>
      <dsp:spPr>
        <a:xfrm>
          <a:off x="0" y="467536"/>
          <a:ext cx="9972996" cy="8631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B387F5-3D4A-4296-9BD3-7AE900F3501F}">
      <dsp:nvSpPr>
        <dsp:cNvPr id="0" name=""/>
        <dsp:cNvSpPr/>
      </dsp:nvSpPr>
      <dsp:spPr>
        <a:xfrm>
          <a:off x="261100" y="661743"/>
          <a:ext cx="474728" cy="4747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8F206-AA91-44DA-A85D-E309793FD4FC}">
      <dsp:nvSpPr>
        <dsp:cNvPr id="0" name=""/>
        <dsp:cNvSpPr/>
      </dsp:nvSpPr>
      <dsp:spPr>
        <a:xfrm>
          <a:off x="996930" y="467536"/>
          <a:ext cx="8976066" cy="863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349" tIns="91349" rIns="91349" bIns="9134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Solution 1: Use long-term models to correlate public perception data with policy proposals and ethical rulings, guiding the development of new regulations that ensure user protection and human control.</a:t>
          </a:r>
        </a:p>
      </dsp:txBody>
      <dsp:txXfrm>
        <a:off x="996930" y="467536"/>
        <a:ext cx="8976066" cy="863143"/>
      </dsp:txXfrm>
    </dsp:sp>
    <dsp:sp modelId="{545F4B53-1D00-4D7A-9F72-373C4DF92F8A}">
      <dsp:nvSpPr>
        <dsp:cNvPr id="0" name=""/>
        <dsp:cNvSpPr/>
      </dsp:nvSpPr>
      <dsp:spPr>
        <a:xfrm>
          <a:off x="0" y="1546465"/>
          <a:ext cx="9972996" cy="8631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E9685F-30C3-4DE9-96C6-5084C8FB60E4}">
      <dsp:nvSpPr>
        <dsp:cNvPr id="0" name=""/>
        <dsp:cNvSpPr/>
      </dsp:nvSpPr>
      <dsp:spPr>
        <a:xfrm>
          <a:off x="261100" y="1740672"/>
          <a:ext cx="474728" cy="4747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F2FC5-FC5E-48BF-854E-967FF16EE657}">
      <dsp:nvSpPr>
        <dsp:cNvPr id="0" name=""/>
        <dsp:cNvSpPr/>
      </dsp:nvSpPr>
      <dsp:spPr>
        <a:xfrm>
          <a:off x="996930" y="1546465"/>
          <a:ext cx="8976066" cy="863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349" tIns="91349" rIns="91349" bIns="9134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Solution 2: Propose systemic policy changes to foster critical thinking, such as a mandatory digital literacy curriculum and creating societal structures that incentivize human-only decision-making in critical fields like healthcare and law.</a:t>
          </a:r>
        </a:p>
      </dsp:txBody>
      <dsp:txXfrm>
        <a:off x="996930" y="1546465"/>
        <a:ext cx="8976066" cy="863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1T21:29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17:42:19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18:01:51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18:05:01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18:19:38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18:20:07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56D6-F195-48D7-978E-7EE16D430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946" y="1104900"/>
            <a:ext cx="8376514" cy="3120504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2F42-5C88-4F7D-803B-C371B570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8039" y="4442385"/>
            <a:ext cx="6074328" cy="98402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i="0" spc="16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4F3-2D6A-49F6-8F79-F3955E9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November 15,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3F32-CD31-4801-BAE4-09EEB126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34C-49ED-4ADB-8693-73B79076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83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B333-9E16-4502-96B5-3F586B7E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795-5EC7-4FF8-9FC7-22AFA3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DA5B-9862-4A23-8FEC-5C1ABC2E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506456" y="5074920"/>
            <a:ext cx="2647667" cy="365125"/>
          </a:xfrm>
        </p:spPr>
        <p:txBody>
          <a:bodyPr/>
          <a:lstStyle/>
          <a:p>
            <a:fld id="{5D340FED-6E95-4177-A7EF-CD303B9E611D}" type="datetime4">
              <a:rPr lang="en-US" smtClean="0"/>
              <a:t>November 15,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9A4B-0DA7-46BB-9DCE-3F26075C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51592" y="1408176"/>
            <a:ext cx="27704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7C47-81AC-431C-A7C3-2BC71AD1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016" y="3136392"/>
            <a:ext cx="545911" cy="580029"/>
          </a:xfrm>
        </p:spPr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00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2E47-4DC7-46C4-9407-FA4CF7E0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13" y="1709738"/>
            <a:ext cx="9087774" cy="343852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B502-122E-4177-A408-FC436A25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513" y="5148262"/>
            <a:ext cx="8844522" cy="11382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696-2AEF-4765-B33E-7DA328E4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November 15,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B2E4-2F1C-4FEE-AAB2-4FCC3EE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D4B8-E107-480A-AA17-261CA4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0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BAE8-3305-4F08-BECB-56AD7FD4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21AC-6D8D-4D24-8B01-8AE8F41B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78" y="1825624"/>
            <a:ext cx="4473622" cy="4460875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02920">
              <a:defRPr/>
            </a:lvl3pPr>
            <a:lvl4pPr marL="548640" indent="0">
              <a:buFontTx/>
              <a:buNone/>
              <a:defRPr/>
            </a:lvl4pPr>
            <a:lvl5pPr marL="7315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49C-3DB3-40B7-89B3-E3BC32FC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540" y="1825624"/>
            <a:ext cx="5016943" cy="4460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33D58-BDF5-4F1F-806B-0491CB3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November 15,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CBFD-1FE1-441A-B3AF-C3E7E7B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E272-E6FB-455B-BACB-2471D66D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04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A4FB-9EF5-4D6C-A275-2DE1077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563" y="1835219"/>
            <a:ext cx="445293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972A-4D34-4A9F-84EB-8D64A703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562" y="2717801"/>
            <a:ext cx="4452938" cy="3559452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DDE3-C8D7-4600-8259-24E1F811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4540" y="1835219"/>
            <a:ext cx="501694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49FFF-44C7-4256-AFE1-C5457C7A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4540" y="2717800"/>
            <a:ext cx="5016943" cy="3559453"/>
          </a:xfrm>
        </p:spPr>
        <p:txBody>
          <a:bodyPr/>
          <a:lstStyle>
            <a:lvl2pPr marL="457200" indent="0"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C6ACF-080E-4B7C-B0C0-77E90C16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November 15,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68C0B-BC90-4ADA-B6E6-2B30BFF9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CE559-C82B-4E27-965B-4AC3C66F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52B99E-38EC-4745-889B-124D347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4126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7304-D393-47F0-ACCC-1F72EFCC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November 15,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451FF-032D-4787-BA4B-5EB4154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511D-7256-4A08-BF62-3B3F821A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CDA27-1C47-4EA1-A160-EC91FD8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66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E8ADA-7BF8-433A-8770-61C690F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November 15,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7B86-EC22-49C6-BBC6-639D57D1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764B-CF91-4C81-B4C3-5B5E5A9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89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801-B0C7-4458-B413-24D6E68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91750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0C76-733A-488A-89FB-7D04FD64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B9DE-016A-4B31-BB52-99C76E2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33" y="2374708"/>
            <a:ext cx="4170355" cy="40260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6CC3-66DD-4D9A-A9C7-F588BA8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November 15,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59FC8-04EF-4F7D-8E43-4EE0E95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C964-4227-4DEE-87A1-026162D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9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B4E-D4BB-4C86-A820-63474E5A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38" y="457199"/>
            <a:ext cx="3913241" cy="19288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A99A1-8FAF-415D-A399-1B2C2A0F2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57752" y="457200"/>
            <a:ext cx="6110288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BEE-9915-4637-85A2-2AF2872C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038" y="2386013"/>
            <a:ext cx="3913241" cy="4014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427C-3B67-4ED4-925D-04B9C09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November 15,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5DAFD-22DE-4E9E-9C72-B16C1F27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EE99-49CC-4A30-8ADA-39EFD8D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1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171A2-02C1-4543-8B6B-FCF7E697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0879" y="1825625"/>
            <a:ext cx="9810604" cy="451669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027C-A386-44E4-AFE1-33AFFDA3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November 15,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F710-0558-4457-825D-48713CA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7F93D-5DC3-4C36-AEB0-79CDB15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CFC0C8-11FE-4003-B2D6-B7B8E27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0605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B41C5-3638-439D-BA61-4DAA14222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464025"/>
            <a:ext cx="2161540" cy="58002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91A0-A376-483C-926E-189F376E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64023"/>
            <a:ext cx="7886700" cy="5800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134E-B7D5-4664-BB2E-6A98ED63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November 15,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E2A-B1CE-4F2E-9D9A-D47E514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C304-46A8-4179-87A2-B8CC10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2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ustomXml" Target="../ink/ink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dark room&#10;&#10;Description automatically generated">
            <a:extLst>
              <a:ext uri="{FF2B5EF4-FFF2-40B4-BE49-F238E27FC236}">
                <a16:creationId xmlns:a16="http://schemas.microsoft.com/office/drawing/2014/main" id="{DEB2E8C4-C3E7-4048-A43D-9859510CFA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BD2E1-C16B-4996-869C-DD03823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DB6A-ED8E-4755-BC7A-B7AA6524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879" y="1825624"/>
            <a:ext cx="9810604" cy="4428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E27-B558-4B88-ACE3-B7042312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09243" y="5071825"/>
            <a:ext cx="2647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A33960BD-7AC1-4217-9611-AAA56D3EE38F}" type="datetime4">
              <a:rPr lang="en-US" smtClean="0"/>
              <a:pPr/>
              <a:t>November 15, 2025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5D61-F203-4F00-9CF1-AB0AE493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47827" y="1407402"/>
            <a:ext cx="277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38BD-5F38-4F6E-B5DD-EB1AF0600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0121" y="3138985"/>
            <a:ext cx="545911" cy="5800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14:cNvPr>
              <p14:cNvContentPartPr/>
              <p14:nvPr/>
            </p14:nvContentPartPr>
            <p14:xfrm>
              <a:off x="12490710" y="6342652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7834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33" r:id="rId7"/>
    <p:sldLayoutId id="2147483729" r:id="rId8"/>
    <p:sldLayoutId id="2147483730" r:id="rId9"/>
    <p:sldLayoutId id="2147483731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 cap="all" spc="600" baseline="0">
          <a:solidFill>
            <a:schemeClr val="tx1">
              <a:lumMod val="85000"/>
              <a:lumOff val="1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1pPr>
      <a:lvl2pPr marL="27432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2pPr>
      <a:lvl3pPr marL="605790" indent="-28575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3pPr>
      <a:lvl4pPr marL="630936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4pPr>
      <a:lvl5pPr marL="82296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4DCEC2A-EF85-ACB7-E402-4C2B85140F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8" r="-1" b="-1"/>
          <a:stretch>
            <a:fillRect/>
          </a:stretch>
        </p:blipFill>
        <p:spPr>
          <a:xfrm>
            <a:off x="3584196" y="-1"/>
            <a:ext cx="8607807" cy="6871647"/>
          </a:xfrm>
          <a:custGeom>
            <a:avLst/>
            <a:gdLst/>
            <a:ahLst/>
            <a:cxnLst/>
            <a:rect l="l" t="t" r="r" b="b"/>
            <a:pathLst>
              <a:path w="8607807" h="6858000">
                <a:moveTo>
                  <a:pt x="8607807" y="0"/>
                </a:moveTo>
                <a:lnTo>
                  <a:pt x="8607807" y="6858000"/>
                </a:lnTo>
                <a:lnTo>
                  <a:pt x="2049693" y="6858000"/>
                </a:lnTo>
                <a:lnTo>
                  <a:pt x="1546051" y="6858000"/>
                </a:lnTo>
                <a:lnTo>
                  <a:pt x="1535751" y="6815348"/>
                </a:lnTo>
                <a:cubicBezTo>
                  <a:pt x="1530460" y="6761684"/>
                  <a:pt x="1515370" y="6604898"/>
                  <a:pt x="1514301" y="6536022"/>
                </a:cubicBezTo>
                <a:cubicBezTo>
                  <a:pt x="1518045" y="6478504"/>
                  <a:pt x="1528503" y="6437797"/>
                  <a:pt x="1529339" y="6402088"/>
                </a:cubicBezTo>
                <a:cubicBezTo>
                  <a:pt x="1525062" y="6346650"/>
                  <a:pt x="1502062" y="6294623"/>
                  <a:pt x="1493941" y="6256398"/>
                </a:cubicBezTo>
                <a:cubicBezTo>
                  <a:pt x="1502669" y="6241770"/>
                  <a:pt x="1469920" y="6187857"/>
                  <a:pt x="1480613" y="6172741"/>
                </a:cubicBezTo>
                <a:cubicBezTo>
                  <a:pt x="1481020" y="6152279"/>
                  <a:pt x="1458164" y="6048753"/>
                  <a:pt x="1443364" y="6006407"/>
                </a:cubicBezTo>
                <a:cubicBezTo>
                  <a:pt x="1426694" y="5958900"/>
                  <a:pt x="1390307" y="5908317"/>
                  <a:pt x="1380584" y="5887691"/>
                </a:cubicBezTo>
                <a:cubicBezTo>
                  <a:pt x="1370860" y="5867065"/>
                  <a:pt x="1392244" y="5909118"/>
                  <a:pt x="1385023" y="5882650"/>
                </a:cubicBezTo>
                <a:cubicBezTo>
                  <a:pt x="1377800" y="5856181"/>
                  <a:pt x="1345702" y="5759038"/>
                  <a:pt x="1337254" y="5728879"/>
                </a:cubicBezTo>
                <a:cubicBezTo>
                  <a:pt x="1353956" y="5727462"/>
                  <a:pt x="1323673" y="5710676"/>
                  <a:pt x="1334321" y="5701696"/>
                </a:cubicBezTo>
                <a:cubicBezTo>
                  <a:pt x="1343675" y="5695367"/>
                  <a:pt x="1336672" y="5688797"/>
                  <a:pt x="1335877" y="5681564"/>
                </a:cubicBezTo>
                <a:cubicBezTo>
                  <a:pt x="1343201" y="5672524"/>
                  <a:pt x="1329617" y="5640839"/>
                  <a:pt x="1319978" y="5632219"/>
                </a:cubicBezTo>
                <a:cubicBezTo>
                  <a:pt x="1286551" y="5611011"/>
                  <a:pt x="1310947" y="5568721"/>
                  <a:pt x="1285321" y="5551224"/>
                </a:cubicBezTo>
                <a:cubicBezTo>
                  <a:pt x="1281540" y="5545203"/>
                  <a:pt x="1279983" y="5539432"/>
                  <a:pt x="1279815" y="5533855"/>
                </a:cubicBezTo>
                <a:lnTo>
                  <a:pt x="1282507" y="5518422"/>
                </a:lnTo>
                <a:lnTo>
                  <a:pt x="1289604" y="5514404"/>
                </a:lnTo>
                <a:lnTo>
                  <a:pt x="1287766" y="5504772"/>
                </a:lnTo>
                <a:lnTo>
                  <a:pt x="1288829" y="5502102"/>
                </a:lnTo>
                <a:cubicBezTo>
                  <a:pt x="1290896" y="5497007"/>
                  <a:pt x="1292688" y="5491968"/>
                  <a:pt x="1293373" y="5486914"/>
                </a:cubicBezTo>
                <a:cubicBezTo>
                  <a:pt x="1288690" y="5472938"/>
                  <a:pt x="1272696" y="5448436"/>
                  <a:pt x="1260736" y="5418245"/>
                </a:cubicBezTo>
                <a:cubicBezTo>
                  <a:pt x="1238579" y="5385699"/>
                  <a:pt x="1238884" y="5340972"/>
                  <a:pt x="1221610" y="5305770"/>
                </a:cubicBezTo>
                <a:lnTo>
                  <a:pt x="1216099" y="5298785"/>
                </a:lnTo>
                <a:lnTo>
                  <a:pt x="1217278" y="5268992"/>
                </a:lnTo>
                <a:cubicBezTo>
                  <a:pt x="1221588" y="5263843"/>
                  <a:pt x="1222716" y="5256480"/>
                  <a:pt x="1218469" y="5250149"/>
                </a:cubicBezTo>
                <a:lnTo>
                  <a:pt x="1206220" y="5142322"/>
                </a:lnTo>
                <a:cubicBezTo>
                  <a:pt x="1205294" y="5106716"/>
                  <a:pt x="1196908" y="5091595"/>
                  <a:pt x="1212921" y="5036513"/>
                </a:cubicBezTo>
                <a:cubicBezTo>
                  <a:pt x="1234138" y="4978012"/>
                  <a:pt x="1204801" y="4893378"/>
                  <a:pt x="1212183" y="4827738"/>
                </a:cubicBezTo>
                <a:cubicBezTo>
                  <a:pt x="1183151" y="4792886"/>
                  <a:pt x="1209228" y="4811487"/>
                  <a:pt x="1202048" y="4774693"/>
                </a:cubicBezTo>
                <a:cubicBezTo>
                  <a:pt x="1202483" y="4751423"/>
                  <a:pt x="1202919" y="4728152"/>
                  <a:pt x="1203354" y="4704882"/>
                </a:cubicBezTo>
                <a:lnTo>
                  <a:pt x="1201502" y="4691500"/>
                </a:lnTo>
                <a:lnTo>
                  <a:pt x="1194919" y="4687895"/>
                </a:lnTo>
                <a:lnTo>
                  <a:pt x="1187792" y="4667873"/>
                </a:lnTo>
                <a:cubicBezTo>
                  <a:pt x="1186060" y="4660351"/>
                  <a:pt x="1185291" y="4652220"/>
                  <a:pt x="1186080" y="4643189"/>
                </a:cubicBezTo>
                <a:cubicBezTo>
                  <a:pt x="1199189" y="4613276"/>
                  <a:pt x="1167081" y="4562691"/>
                  <a:pt x="1184722" y="4525834"/>
                </a:cubicBezTo>
                <a:cubicBezTo>
                  <a:pt x="1182407" y="4490142"/>
                  <a:pt x="1175424" y="4451369"/>
                  <a:pt x="1172188" y="4429037"/>
                </a:cubicBezTo>
                <a:cubicBezTo>
                  <a:pt x="1161331" y="4419671"/>
                  <a:pt x="1178123" y="4389539"/>
                  <a:pt x="1165306" y="4391841"/>
                </a:cubicBezTo>
                <a:cubicBezTo>
                  <a:pt x="1171061" y="4381101"/>
                  <a:pt x="1173552" y="4338138"/>
                  <a:pt x="1168602" y="4327040"/>
                </a:cubicBezTo>
                <a:lnTo>
                  <a:pt x="1178384" y="4271714"/>
                </a:lnTo>
                <a:lnTo>
                  <a:pt x="1177294" y="4266170"/>
                </a:lnTo>
                <a:cubicBezTo>
                  <a:pt x="1177138" y="4260404"/>
                  <a:pt x="1177520" y="4242660"/>
                  <a:pt x="1177448" y="4237120"/>
                </a:cubicBezTo>
                <a:cubicBezTo>
                  <a:pt x="1177252" y="4235726"/>
                  <a:pt x="1177058" y="4234331"/>
                  <a:pt x="1176863" y="4232937"/>
                </a:cubicBezTo>
                <a:lnTo>
                  <a:pt x="1162386" y="4198811"/>
                </a:lnTo>
                <a:cubicBezTo>
                  <a:pt x="1162950" y="4194190"/>
                  <a:pt x="1174655" y="4191224"/>
                  <a:pt x="1174343" y="4184054"/>
                </a:cubicBezTo>
                <a:lnTo>
                  <a:pt x="1160516" y="4155792"/>
                </a:lnTo>
                <a:lnTo>
                  <a:pt x="1161365" y="4150364"/>
                </a:lnTo>
                <a:lnTo>
                  <a:pt x="1144878" y="4068165"/>
                </a:lnTo>
                <a:lnTo>
                  <a:pt x="1123687" y="3997737"/>
                </a:lnTo>
                <a:lnTo>
                  <a:pt x="1096720" y="3746801"/>
                </a:lnTo>
                <a:cubicBezTo>
                  <a:pt x="1083618" y="3632695"/>
                  <a:pt x="1064313" y="3629437"/>
                  <a:pt x="1047682" y="3510652"/>
                </a:cubicBezTo>
                <a:cubicBezTo>
                  <a:pt x="1048550" y="3470281"/>
                  <a:pt x="1049418" y="3429910"/>
                  <a:pt x="1050285" y="3389539"/>
                </a:cubicBezTo>
                <a:lnTo>
                  <a:pt x="1030166" y="3314219"/>
                </a:lnTo>
                <a:lnTo>
                  <a:pt x="1034128" y="3253967"/>
                </a:lnTo>
                <a:lnTo>
                  <a:pt x="1007751" y="3192563"/>
                </a:lnTo>
                <a:cubicBezTo>
                  <a:pt x="1003323" y="3186732"/>
                  <a:pt x="1001150" y="3181063"/>
                  <a:pt x="1000384" y="3175520"/>
                </a:cubicBezTo>
                <a:cubicBezTo>
                  <a:pt x="1000734" y="3170366"/>
                  <a:pt x="1001085" y="3165212"/>
                  <a:pt x="1001435" y="3160058"/>
                </a:cubicBezTo>
                <a:lnTo>
                  <a:pt x="968918" y="3106456"/>
                </a:lnTo>
                <a:cubicBezTo>
                  <a:pt x="957125" y="3086347"/>
                  <a:pt x="955617" y="3059144"/>
                  <a:pt x="934483" y="3025607"/>
                </a:cubicBezTo>
                <a:cubicBezTo>
                  <a:pt x="914631" y="2991085"/>
                  <a:pt x="908933" y="2999692"/>
                  <a:pt x="879229" y="2942341"/>
                </a:cubicBezTo>
                <a:cubicBezTo>
                  <a:pt x="850845" y="2891400"/>
                  <a:pt x="820829" y="2801223"/>
                  <a:pt x="798666" y="2755714"/>
                </a:cubicBezTo>
                <a:cubicBezTo>
                  <a:pt x="773970" y="2709171"/>
                  <a:pt x="758278" y="2710053"/>
                  <a:pt x="746962" y="2689587"/>
                </a:cubicBezTo>
                <a:lnTo>
                  <a:pt x="712796" y="2609586"/>
                </a:lnTo>
                <a:lnTo>
                  <a:pt x="697701" y="2594856"/>
                </a:lnTo>
                <a:cubicBezTo>
                  <a:pt x="697743" y="2593626"/>
                  <a:pt x="697784" y="2592396"/>
                  <a:pt x="697823" y="2591165"/>
                </a:cubicBezTo>
                <a:lnTo>
                  <a:pt x="679645" y="2567493"/>
                </a:lnTo>
                <a:lnTo>
                  <a:pt x="680789" y="2566723"/>
                </a:lnTo>
                <a:cubicBezTo>
                  <a:pt x="682946" y="2564457"/>
                  <a:pt x="683757" y="2561765"/>
                  <a:pt x="681771" y="2558109"/>
                </a:cubicBezTo>
                <a:cubicBezTo>
                  <a:pt x="705290" y="2557210"/>
                  <a:pt x="688388" y="2553357"/>
                  <a:pt x="680456" y="2542663"/>
                </a:cubicBezTo>
                <a:cubicBezTo>
                  <a:pt x="679482" y="2529115"/>
                  <a:pt x="677183" y="2488664"/>
                  <a:pt x="675922" y="2476820"/>
                </a:cubicBezTo>
                <a:lnTo>
                  <a:pt x="672894" y="2471591"/>
                </a:lnTo>
                <a:lnTo>
                  <a:pt x="673143" y="2471379"/>
                </a:lnTo>
                <a:cubicBezTo>
                  <a:pt x="673152" y="2470017"/>
                  <a:pt x="672405" y="2468214"/>
                  <a:pt x="670567" y="2465654"/>
                </a:cubicBezTo>
                <a:lnTo>
                  <a:pt x="667369" y="2462052"/>
                </a:lnTo>
                <a:lnTo>
                  <a:pt x="661495" y="2451906"/>
                </a:lnTo>
                <a:cubicBezTo>
                  <a:pt x="661510" y="2450510"/>
                  <a:pt x="661525" y="2449113"/>
                  <a:pt x="661540" y="2447717"/>
                </a:cubicBezTo>
                <a:lnTo>
                  <a:pt x="664540" y="2445047"/>
                </a:lnTo>
                <a:lnTo>
                  <a:pt x="663581" y="2444265"/>
                </a:lnTo>
                <a:cubicBezTo>
                  <a:pt x="653014" y="2439598"/>
                  <a:pt x="642406" y="2441014"/>
                  <a:pt x="663129" y="2421760"/>
                </a:cubicBezTo>
                <a:cubicBezTo>
                  <a:pt x="643271" y="2409372"/>
                  <a:pt x="657229" y="2399993"/>
                  <a:pt x="650205" y="2375201"/>
                </a:cubicBezTo>
                <a:cubicBezTo>
                  <a:pt x="634911" y="2369643"/>
                  <a:pt x="634260" y="2360648"/>
                  <a:pt x="638008" y="2350147"/>
                </a:cubicBezTo>
                <a:cubicBezTo>
                  <a:pt x="621083" y="2329939"/>
                  <a:pt x="620949" y="2305558"/>
                  <a:pt x="609851" y="2279762"/>
                </a:cubicBezTo>
                <a:lnTo>
                  <a:pt x="585585" y="2151458"/>
                </a:lnTo>
                <a:lnTo>
                  <a:pt x="581391" y="2148616"/>
                </a:lnTo>
                <a:cubicBezTo>
                  <a:pt x="578821" y="2146496"/>
                  <a:pt x="577525" y="2144881"/>
                  <a:pt x="577083" y="2143541"/>
                </a:cubicBezTo>
                <a:lnTo>
                  <a:pt x="577251" y="2143279"/>
                </a:lnTo>
                <a:lnTo>
                  <a:pt x="546845" y="2081459"/>
                </a:lnTo>
                <a:cubicBezTo>
                  <a:pt x="538270" y="2069798"/>
                  <a:pt x="486356" y="1952009"/>
                  <a:pt x="470837" y="1927526"/>
                </a:cubicBezTo>
                <a:lnTo>
                  <a:pt x="428154" y="1653876"/>
                </a:lnTo>
                <a:lnTo>
                  <a:pt x="392797" y="1507176"/>
                </a:lnTo>
                <a:cubicBezTo>
                  <a:pt x="380165" y="1501458"/>
                  <a:pt x="369910" y="1448213"/>
                  <a:pt x="372847" y="1437646"/>
                </a:cubicBezTo>
                <a:cubicBezTo>
                  <a:pt x="369015" y="1430935"/>
                  <a:pt x="338503" y="1373479"/>
                  <a:pt x="344479" y="1364974"/>
                </a:cubicBezTo>
                <a:cubicBezTo>
                  <a:pt x="332264" y="1339484"/>
                  <a:pt x="321736" y="1307918"/>
                  <a:pt x="299558" y="1284709"/>
                </a:cubicBezTo>
                <a:cubicBezTo>
                  <a:pt x="277380" y="1261500"/>
                  <a:pt x="259203" y="1267387"/>
                  <a:pt x="243216" y="1246922"/>
                </a:cubicBezTo>
                <a:cubicBezTo>
                  <a:pt x="227230" y="1226457"/>
                  <a:pt x="218454" y="1164523"/>
                  <a:pt x="203639" y="1161920"/>
                </a:cubicBezTo>
                <a:cubicBezTo>
                  <a:pt x="192352" y="1142649"/>
                  <a:pt x="198158" y="1131546"/>
                  <a:pt x="169195" y="1085737"/>
                </a:cubicBezTo>
                <a:cubicBezTo>
                  <a:pt x="139228" y="1000958"/>
                  <a:pt x="140891" y="967704"/>
                  <a:pt x="98775" y="908263"/>
                </a:cubicBezTo>
                <a:cubicBezTo>
                  <a:pt x="45025" y="829417"/>
                  <a:pt x="34038" y="815844"/>
                  <a:pt x="43820" y="711217"/>
                </a:cubicBezTo>
                <a:cubicBezTo>
                  <a:pt x="34816" y="658186"/>
                  <a:pt x="43273" y="612368"/>
                  <a:pt x="44748" y="590072"/>
                </a:cubicBezTo>
                <a:lnTo>
                  <a:pt x="36767" y="545639"/>
                </a:lnTo>
                <a:cubicBezTo>
                  <a:pt x="36093" y="527311"/>
                  <a:pt x="35418" y="508983"/>
                  <a:pt x="34744" y="490655"/>
                </a:cubicBezTo>
                <a:cubicBezTo>
                  <a:pt x="34670" y="457530"/>
                  <a:pt x="29296" y="472114"/>
                  <a:pt x="29222" y="438989"/>
                </a:cubicBezTo>
                <a:cubicBezTo>
                  <a:pt x="29152" y="438889"/>
                  <a:pt x="2578" y="396379"/>
                  <a:pt x="2507" y="396276"/>
                </a:cubicBezTo>
                <a:cubicBezTo>
                  <a:pt x="-7796" y="384713"/>
                  <a:pt x="17492" y="336163"/>
                  <a:pt x="9810" y="316602"/>
                </a:cubicBezTo>
                <a:lnTo>
                  <a:pt x="25323" y="268307"/>
                </a:lnTo>
                <a:cubicBezTo>
                  <a:pt x="20582" y="240926"/>
                  <a:pt x="55391" y="238035"/>
                  <a:pt x="50278" y="194719"/>
                </a:cubicBezTo>
                <a:cubicBezTo>
                  <a:pt x="49891" y="157325"/>
                  <a:pt x="41873" y="124589"/>
                  <a:pt x="47653" y="93227"/>
                </a:cubicBezTo>
                <a:cubicBezTo>
                  <a:pt x="41389" y="80085"/>
                  <a:pt x="38874" y="67855"/>
                  <a:pt x="48323" y="56555"/>
                </a:cubicBezTo>
                <a:cubicBezTo>
                  <a:pt x="46028" y="30289"/>
                  <a:pt x="37896" y="18621"/>
                  <a:pt x="38423" y="5312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307" y="2906973"/>
            <a:ext cx="3639828" cy="2640247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ea typeface="+mj-lt"/>
                <a:cs typeface="+mj-lt"/>
              </a:rPr>
              <a:t>Global Perspectives on AI Integration: Usage, Acceptance, and the Imperative for Regulation</a:t>
            </a:r>
            <a:endParaRPr lang="en-US" sz="2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305" y="5676900"/>
            <a:ext cx="3439235" cy="95531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/>
              <a:t>By: Yahya Salama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584D22-CD28-4363-A679-ACA953A2A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B0E491B-5098-4794-9326-BC6DB4755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2992"/>
            <a:ext cx="12193149" cy="2344739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2344739">
                <a:moveTo>
                  <a:pt x="1148" y="0"/>
                </a:moveTo>
                <a:lnTo>
                  <a:pt x="12193148" y="0"/>
                </a:lnTo>
                <a:cubicBezTo>
                  <a:pt x="12193148" y="193246"/>
                  <a:pt x="12193149" y="386493"/>
                  <a:pt x="12193149" y="579739"/>
                </a:cubicBezTo>
                <a:lnTo>
                  <a:pt x="12185986" y="584189"/>
                </a:lnTo>
                <a:cubicBezTo>
                  <a:pt x="12156393" y="577430"/>
                  <a:pt x="12176978" y="588328"/>
                  <a:pt x="12156363" y="597366"/>
                </a:cubicBezTo>
                <a:cubicBezTo>
                  <a:pt x="12172308" y="611308"/>
                  <a:pt x="12127905" y="602876"/>
                  <a:pt x="12139215" y="623179"/>
                </a:cubicBezTo>
                <a:cubicBezTo>
                  <a:pt x="12135103" y="624180"/>
                  <a:pt x="12130766" y="624512"/>
                  <a:pt x="12126327" y="624690"/>
                </a:cubicBezTo>
                <a:lnTo>
                  <a:pt x="12124007" y="624794"/>
                </a:lnTo>
                <a:lnTo>
                  <a:pt x="12116854" y="628608"/>
                </a:lnTo>
                <a:lnTo>
                  <a:pt x="12099497" y="628139"/>
                </a:lnTo>
                <a:cubicBezTo>
                  <a:pt x="12095162" y="629804"/>
                  <a:pt x="12090978" y="632365"/>
                  <a:pt x="12087073" y="636341"/>
                </a:cubicBezTo>
                <a:cubicBezTo>
                  <a:pt x="12078890" y="656743"/>
                  <a:pt x="12040481" y="653846"/>
                  <a:pt x="12031073" y="680009"/>
                </a:cubicBezTo>
                <a:cubicBezTo>
                  <a:pt x="12026399" y="688254"/>
                  <a:pt x="12004497" y="705355"/>
                  <a:pt x="11995833" y="703458"/>
                </a:cubicBezTo>
                <a:cubicBezTo>
                  <a:pt x="11990333" y="705967"/>
                  <a:pt x="11986699" y="712045"/>
                  <a:pt x="11979717" y="708161"/>
                </a:cubicBezTo>
                <a:cubicBezTo>
                  <a:pt x="11970382" y="704240"/>
                  <a:pt x="11963763" y="727262"/>
                  <a:pt x="11959046" y="717558"/>
                </a:cubicBezTo>
                <a:lnTo>
                  <a:pt x="11920454" y="730883"/>
                </a:lnTo>
                <a:cubicBezTo>
                  <a:pt x="11919152" y="737943"/>
                  <a:pt x="11912619" y="740145"/>
                  <a:pt x="11903656" y="742426"/>
                </a:cubicBezTo>
                <a:lnTo>
                  <a:pt x="11895048" y="744791"/>
                </a:lnTo>
                <a:lnTo>
                  <a:pt x="11891968" y="755729"/>
                </a:lnTo>
                <a:cubicBezTo>
                  <a:pt x="11881074" y="746401"/>
                  <a:pt x="11884523" y="777742"/>
                  <a:pt x="11870776" y="777816"/>
                </a:cubicBezTo>
                <a:lnTo>
                  <a:pt x="11813376" y="797659"/>
                </a:lnTo>
                <a:lnTo>
                  <a:pt x="11590693" y="963777"/>
                </a:lnTo>
                <a:cubicBezTo>
                  <a:pt x="11550201" y="990714"/>
                  <a:pt x="11542649" y="940770"/>
                  <a:pt x="11506817" y="1033623"/>
                </a:cubicBezTo>
                <a:cubicBezTo>
                  <a:pt x="11450023" y="1089460"/>
                  <a:pt x="11337127" y="1190174"/>
                  <a:pt x="11280332" y="1223571"/>
                </a:cubicBezTo>
                <a:cubicBezTo>
                  <a:pt x="11267547" y="1231171"/>
                  <a:pt x="11229147" y="1296589"/>
                  <a:pt x="11228309" y="1276236"/>
                </a:cubicBezTo>
                <a:cubicBezTo>
                  <a:pt x="11223950" y="1278203"/>
                  <a:pt x="11220761" y="1277680"/>
                  <a:pt x="11218087" y="1275961"/>
                </a:cubicBezTo>
                <a:lnTo>
                  <a:pt x="11217184" y="1275018"/>
                </a:lnTo>
                <a:lnTo>
                  <a:pt x="11188885" y="1292383"/>
                </a:lnTo>
                <a:lnTo>
                  <a:pt x="11184501" y="1292525"/>
                </a:lnTo>
                <a:lnTo>
                  <a:pt x="11166854" y="1306612"/>
                </a:lnTo>
                <a:lnTo>
                  <a:pt x="11157311" y="1312414"/>
                </a:lnTo>
                <a:lnTo>
                  <a:pt x="11155496" y="1317097"/>
                </a:lnTo>
                <a:cubicBezTo>
                  <a:pt x="11153045" y="1320465"/>
                  <a:pt x="11148902" y="1323112"/>
                  <a:pt x="11140961" y="1324115"/>
                </a:cubicBezTo>
                <a:lnTo>
                  <a:pt x="11138961" y="1323772"/>
                </a:lnTo>
                <a:lnTo>
                  <a:pt x="11128208" y="1333832"/>
                </a:lnTo>
                <a:cubicBezTo>
                  <a:pt x="11124962" y="1337814"/>
                  <a:pt x="11122359" y="1342287"/>
                  <a:pt x="11120691" y="1347424"/>
                </a:cubicBezTo>
                <a:cubicBezTo>
                  <a:pt x="11081770" y="1370685"/>
                  <a:pt x="10952581" y="1444106"/>
                  <a:pt x="10894683" y="1473399"/>
                </a:cubicBezTo>
                <a:cubicBezTo>
                  <a:pt x="10861781" y="1488434"/>
                  <a:pt x="10817803" y="1508886"/>
                  <a:pt x="10773300" y="1523191"/>
                </a:cubicBezTo>
                <a:cubicBezTo>
                  <a:pt x="10733414" y="1567419"/>
                  <a:pt x="10677791" y="1526735"/>
                  <a:pt x="10627668" y="1559229"/>
                </a:cubicBezTo>
                <a:cubicBezTo>
                  <a:pt x="10590276" y="1542103"/>
                  <a:pt x="10613693" y="1562282"/>
                  <a:pt x="10581895" y="1568689"/>
                </a:cubicBezTo>
                <a:cubicBezTo>
                  <a:pt x="10597733" y="1591656"/>
                  <a:pt x="10540912" y="1568241"/>
                  <a:pt x="10547790" y="1598423"/>
                </a:cubicBezTo>
                <a:cubicBezTo>
                  <a:pt x="10541784" y="1598632"/>
                  <a:pt x="10535750" y="1597886"/>
                  <a:pt x="10529643" y="1596907"/>
                </a:cubicBezTo>
                <a:lnTo>
                  <a:pt x="10526446" y="1596411"/>
                </a:lnTo>
                <a:lnTo>
                  <a:pt x="10515129" y="1599537"/>
                </a:lnTo>
                <a:lnTo>
                  <a:pt x="10491735" y="1594156"/>
                </a:lnTo>
                <a:cubicBezTo>
                  <a:pt x="10485147" y="1595190"/>
                  <a:pt x="10478389" y="1597459"/>
                  <a:pt x="10471418" y="1601693"/>
                </a:cubicBezTo>
                <a:cubicBezTo>
                  <a:pt x="10451763" y="1626665"/>
                  <a:pt x="10400774" y="1612276"/>
                  <a:pt x="10377042" y="1644598"/>
                </a:cubicBezTo>
                <a:cubicBezTo>
                  <a:pt x="10367240" y="1654315"/>
                  <a:pt x="10330319" y="1671126"/>
                  <a:pt x="10319338" y="1666221"/>
                </a:cubicBezTo>
                <a:cubicBezTo>
                  <a:pt x="10310813" y="1668060"/>
                  <a:pt x="10303331" y="1675173"/>
                  <a:pt x="10295467" y="1668079"/>
                </a:cubicBezTo>
                <a:cubicBezTo>
                  <a:pt x="10284420" y="1660290"/>
                  <a:pt x="10265794" y="1689186"/>
                  <a:pt x="10263443" y="1674948"/>
                </a:cubicBezTo>
                <a:lnTo>
                  <a:pt x="10205418" y="1682149"/>
                </a:lnTo>
                <a:cubicBezTo>
                  <a:pt x="10200696" y="1691209"/>
                  <a:pt x="10190895" y="1692356"/>
                  <a:pt x="10177759" y="1692943"/>
                </a:cubicBezTo>
                <a:lnTo>
                  <a:pt x="10165070" y="1693739"/>
                </a:lnTo>
                <a:lnTo>
                  <a:pt x="10156308" y="1707487"/>
                </a:lnTo>
                <a:cubicBezTo>
                  <a:pt x="10145406" y="1692057"/>
                  <a:pt x="10136981" y="1734810"/>
                  <a:pt x="10118267" y="1731142"/>
                </a:cubicBezTo>
                <a:lnTo>
                  <a:pt x="10083317" y="1743296"/>
                </a:lnTo>
                <a:cubicBezTo>
                  <a:pt x="10075718" y="1741227"/>
                  <a:pt x="10048011" y="1742555"/>
                  <a:pt x="10040388" y="1741632"/>
                </a:cubicBezTo>
                <a:cubicBezTo>
                  <a:pt x="9999609" y="1751733"/>
                  <a:pt x="9985545" y="1752223"/>
                  <a:pt x="9961167" y="1757147"/>
                </a:cubicBezTo>
                <a:cubicBezTo>
                  <a:pt x="9920131" y="1757289"/>
                  <a:pt x="9889892" y="1754090"/>
                  <a:pt x="9848940" y="1763915"/>
                </a:cubicBezTo>
                <a:lnTo>
                  <a:pt x="9729457" y="1784122"/>
                </a:lnTo>
                <a:cubicBezTo>
                  <a:pt x="9676207" y="1774536"/>
                  <a:pt x="9631235" y="1799759"/>
                  <a:pt x="9613704" y="1812371"/>
                </a:cubicBezTo>
                <a:cubicBezTo>
                  <a:pt x="9548152" y="1826647"/>
                  <a:pt x="9410970" y="1863993"/>
                  <a:pt x="9338590" y="1869293"/>
                </a:cubicBezTo>
                <a:lnTo>
                  <a:pt x="9232518" y="1893149"/>
                </a:lnTo>
                <a:lnTo>
                  <a:pt x="9156690" y="1903228"/>
                </a:lnTo>
                <a:lnTo>
                  <a:pt x="9054601" y="1910755"/>
                </a:lnTo>
                <a:lnTo>
                  <a:pt x="9006634" y="1914040"/>
                </a:lnTo>
                <a:lnTo>
                  <a:pt x="9006349" y="1913800"/>
                </a:lnTo>
                <a:cubicBezTo>
                  <a:pt x="9004294" y="1913580"/>
                  <a:pt x="9001475" y="1913908"/>
                  <a:pt x="8997380" y="1915011"/>
                </a:cubicBezTo>
                <a:lnTo>
                  <a:pt x="8991542" y="1917072"/>
                </a:lnTo>
                <a:lnTo>
                  <a:pt x="8975485" y="1920298"/>
                </a:lnTo>
                <a:lnTo>
                  <a:pt x="8969159" y="1919598"/>
                </a:lnTo>
                <a:lnTo>
                  <a:pt x="8964196" y="1917373"/>
                </a:lnTo>
                <a:cubicBezTo>
                  <a:pt x="8955841" y="1925324"/>
                  <a:pt x="8956668" y="1934272"/>
                  <a:pt x="8930136" y="1914185"/>
                </a:cubicBezTo>
                <a:cubicBezTo>
                  <a:pt x="8899182" y="1915205"/>
                  <a:pt x="8790451" y="1929860"/>
                  <a:pt x="8753592" y="1933417"/>
                </a:cubicBezTo>
                <a:cubicBezTo>
                  <a:pt x="8720970" y="1944137"/>
                  <a:pt x="8749345" y="1930476"/>
                  <a:pt x="8708995" y="1935518"/>
                </a:cubicBezTo>
                <a:cubicBezTo>
                  <a:pt x="8672757" y="1955053"/>
                  <a:pt x="8640293" y="1938613"/>
                  <a:pt x="8597219" y="1944090"/>
                </a:cubicBezTo>
                <a:lnTo>
                  <a:pt x="8526378" y="1929248"/>
                </a:lnTo>
                <a:lnTo>
                  <a:pt x="8512131" y="1935163"/>
                </a:lnTo>
                <a:lnTo>
                  <a:pt x="8507315" y="1938164"/>
                </a:lnTo>
                <a:cubicBezTo>
                  <a:pt x="8503797" y="1939941"/>
                  <a:pt x="8501196" y="1940752"/>
                  <a:pt x="8499116" y="1940902"/>
                </a:cubicBezTo>
                <a:lnTo>
                  <a:pt x="8498742" y="1940723"/>
                </a:lnTo>
                <a:lnTo>
                  <a:pt x="8491397" y="1943773"/>
                </a:lnTo>
                <a:lnTo>
                  <a:pt x="8368330" y="1957815"/>
                </a:lnTo>
                <a:cubicBezTo>
                  <a:pt x="8363173" y="1959840"/>
                  <a:pt x="8358881" y="1959492"/>
                  <a:pt x="8354947" y="1958009"/>
                </a:cubicBezTo>
                <a:lnTo>
                  <a:pt x="8321252" y="1974587"/>
                </a:lnTo>
                <a:lnTo>
                  <a:pt x="8315581" y="1974913"/>
                </a:lnTo>
                <a:lnTo>
                  <a:pt x="8296322" y="1988808"/>
                </a:lnTo>
                <a:lnTo>
                  <a:pt x="8285424" y="1994631"/>
                </a:lnTo>
                <a:lnTo>
                  <a:pt x="8284298" y="1999074"/>
                </a:lnTo>
                <a:cubicBezTo>
                  <a:pt x="8281994" y="2002319"/>
                  <a:pt x="8277300" y="2004967"/>
                  <a:pt x="8267224" y="2006249"/>
                </a:cubicBezTo>
                <a:lnTo>
                  <a:pt x="8264525" y="2006019"/>
                </a:lnTo>
                <a:lnTo>
                  <a:pt x="8253181" y="2015862"/>
                </a:lnTo>
                <a:cubicBezTo>
                  <a:pt x="8250007" y="2019712"/>
                  <a:pt x="8247795" y="2023994"/>
                  <a:pt x="8246982" y="2028854"/>
                </a:cubicBezTo>
                <a:cubicBezTo>
                  <a:pt x="8182975" y="2025947"/>
                  <a:pt x="8148279" y="2060069"/>
                  <a:pt x="8091420" y="2075015"/>
                </a:cubicBezTo>
                <a:cubicBezTo>
                  <a:pt x="8026616" y="2098157"/>
                  <a:pt x="7968218" y="2119393"/>
                  <a:pt x="7906555" y="2116988"/>
                </a:cubicBezTo>
                <a:cubicBezTo>
                  <a:pt x="7836267" y="2131900"/>
                  <a:pt x="7782114" y="2134131"/>
                  <a:pt x="7719893" y="2142703"/>
                </a:cubicBezTo>
                <a:lnTo>
                  <a:pt x="7615495" y="2139232"/>
                </a:lnTo>
                <a:lnTo>
                  <a:pt x="7528691" y="2145060"/>
                </a:lnTo>
                <a:lnTo>
                  <a:pt x="7520719" y="2147613"/>
                </a:lnTo>
                <a:cubicBezTo>
                  <a:pt x="7515141" y="2148952"/>
                  <a:pt x="7511320" y="2149302"/>
                  <a:pt x="7508559" y="2148948"/>
                </a:cubicBezTo>
                <a:lnTo>
                  <a:pt x="7508188" y="2148621"/>
                </a:lnTo>
                <a:lnTo>
                  <a:pt x="7496943" y="2150573"/>
                </a:lnTo>
                <a:lnTo>
                  <a:pt x="7219707" y="2156680"/>
                </a:lnTo>
                <a:lnTo>
                  <a:pt x="7202249" y="2161230"/>
                </a:lnTo>
                <a:lnTo>
                  <a:pt x="7198152" y="2166588"/>
                </a:lnTo>
                <a:cubicBezTo>
                  <a:pt x="7193259" y="2170111"/>
                  <a:pt x="7185654" y="2172250"/>
                  <a:pt x="7171956" y="2171236"/>
                </a:cubicBezTo>
                <a:lnTo>
                  <a:pt x="7098136" y="2183464"/>
                </a:lnTo>
                <a:cubicBezTo>
                  <a:pt x="7062296" y="2184442"/>
                  <a:pt x="7051336" y="2185419"/>
                  <a:pt x="7019644" y="2183090"/>
                </a:cubicBezTo>
                <a:cubicBezTo>
                  <a:pt x="6938675" y="2194028"/>
                  <a:pt x="6944793" y="2218194"/>
                  <a:pt x="6905294" y="2212596"/>
                </a:cubicBezTo>
                <a:cubicBezTo>
                  <a:pt x="6873070" y="2207388"/>
                  <a:pt x="6789137" y="2226462"/>
                  <a:pt x="6709370" y="2240551"/>
                </a:cubicBezTo>
                <a:cubicBezTo>
                  <a:pt x="6650254" y="2250006"/>
                  <a:pt x="6629253" y="2264107"/>
                  <a:pt x="6550602" y="2269327"/>
                </a:cubicBezTo>
                <a:cubicBezTo>
                  <a:pt x="6473302" y="2313417"/>
                  <a:pt x="6410843" y="2289694"/>
                  <a:pt x="6318708" y="2316127"/>
                </a:cubicBezTo>
                <a:cubicBezTo>
                  <a:pt x="6298698" y="2331649"/>
                  <a:pt x="6210439" y="2314456"/>
                  <a:pt x="6169822" y="2318214"/>
                </a:cubicBezTo>
                <a:cubicBezTo>
                  <a:pt x="6129203" y="2321972"/>
                  <a:pt x="6091688" y="2335520"/>
                  <a:pt x="6074996" y="2338676"/>
                </a:cubicBezTo>
                <a:lnTo>
                  <a:pt x="6069677" y="2337139"/>
                </a:lnTo>
                <a:lnTo>
                  <a:pt x="6049786" y="2337822"/>
                </a:lnTo>
                <a:lnTo>
                  <a:pt x="6042433" y="2329473"/>
                </a:lnTo>
                <a:lnTo>
                  <a:pt x="6011238" y="2324380"/>
                </a:lnTo>
                <a:cubicBezTo>
                  <a:pt x="5999830" y="2323793"/>
                  <a:pt x="5971276" y="2324706"/>
                  <a:pt x="5958523" y="2328024"/>
                </a:cubicBezTo>
                <a:lnTo>
                  <a:pt x="5760067" y="2343716"/>
                </a:lnTo>
                <a:lnTo>
                  <a:pt x="5628108" y="2344739"/>
                </a:lnTo>
                <a:lnTo>
                  <a:pt x="5472054" y="2330719"/>
                </a:lnTo>
                <a:cubicBezTo>
                  <a:pt x="5479284" y="2317691"/>
                  <a:pt x="5440157" y="2331757"/>
                  <a:pt x="5433909" y="2319466"/>
                </a:cubicBezTo>
                <a:cubicBezTo>
                  <a:pt x="5430517" y="2309434"/>
                  <a:pt x="5392976" y="2304750"/>
                  <a:pt x="5382817" y="2301764"/>
                </a:cubicBezTo>
                <a:lnTo>
                  <a:pt x="5262912" y="2281347"/>
                </a:lnTo>
                <a:cubicBezTo>
                  <a:pt x="5252746" y="2281163"/>
                  <a:pt x="5231699" y="2272853"/>
                  <a:pt x="5224109" y="2270223"/>
                </a:cubicBezTo>
                <a:lnTo>
                  <a:pt x="5175808" y="2267233"/>
                </a:lnTo>
                <a:lnTo>
                  <a:pt x="5157702" y="2260010"/>
                </a:lnTo>
                <a:lnTo>
                  <a:pt x="5143747" y="2256610"/>
                </a:lnTo>
                <a:lnTo>
                  <a:pt x="5140744" y="2254509"/>
                </a:lnTo>
                <a:cubicBezTo>
                  <a:pt x="5135026" y="2250469"/>
                  <a:pt x="5129229" y="2246658"/>
                  <a:pt x="5122807" y="2243656"/>
                </a:cubicBezTo>
                <a:cubicBezTo>
                  <a:pt x="5109467" y="2272275"/>
                  <a:pt x="5066004" y="2222839"/>
                  <a:pt x="5066938" y="2250227"/>
                </a:cubicBezTo>
                <a:cubicBezTo>
                  <a:pt x="5029345" y="2238711"/>
                  <a:pt x="5040096" y="2267800"/>
                  <a:pt x="5012662" y="2233846"/>
                </a:cubicBezTo>
                <a:cubicBezTo>
                  <a:pt x="4938174" y="2234229"/>
                  <a:pt x="4917504" y="2247236"/>
                  <a:pt x="4841589" y="2209829"/>
                </a:cubicBezTo>
                <a:cubicBezTo>
                  <a:pt x="4807890" y="2193187"/>
                  <a:pt x="4785258" y="2182041"/>
                  <a:pt x="4763595" y="2182061"/>
                </a:cubicBezTo>
                <a:cubicBezTo>
                  <a:pt x="4742475" y="2177561"/>
                  <a:pt x="4730631" y="2174738"/>
                  <a:pt x="4724334" y="2173047"/>
                </a:cubicBezTo>
                <a:lnTo>
                  <a:pt x="4722324" y="2172298"/>
                </a:lnTo>
                <a:lnTo>
                  <a:pt x="4723259" y="2172087"/>
                </a:lnTo>
                <a:cubicBezTo>
                  <a:pt x="4722296" y="2171445"/>
                  <a:pt x="4719415" y="2170839"/>
                  <a:pt x="4718350" y="2170817"/>
                </a:cubicBezTo>
                <a:lnTo>
                  <a:pt x="4722324" y="2172298"/>
                </a:lnTo>
                <a:lnTo>
                  <a:pt x="4716674" y="2173573"/>
                </a:lnTo>
                <a:cubicBezTo>
                  <a:pt x="4681300" y="2166617"/>
                  <a:pt x="4525895" y="2165809"/>
                  <a:pt x="4516962" y="2163671"/>
                </a:cubicBezTo>
                <a:cubicBezTo>
                  <a:pt x="4458971" y="2150559"/>
                  <a:pt x="4463810" y="2149818"/>
                  <a:pt x="4429691" y="2153020"/>
                </a:cubicBezTo>
                <a:cubicBezTo>
                  <a:pt x="4424455" y="2156391"/>
                  <a:pt x="4370126" y="2150097"/>
                  <a:pt x="4364023" y="2151674"/>
                </a:cubicBezTo>
                <a:lnTo>
                  <a:pt x="4318114" y="2158289"/>
                </a:lnTo>
                <a:lnTo>
                  <a:pt x="4316258" y="2156948"/>
                </a:lnTo>
                <a:cubicBezTo>
                  <a:pt x="4307275" y="2153577"/>
                  <a:pt x="4301145" y="2153578"/>
                  <a:pt x="4296292" y="2155069"/>
                </a:cubicBezTo>
                <a:lnTo>
                  <a:pt x="4291212" y="2157986"/>
                </a:lnTo>
                <a:lnTo>
                  <a:pt x="4277290" y="2157740"/>
                </a:lnTo>
                <a:lnTo>
                  <a:pt x="4249265" y="2160064"/>
                </a:lnTo>
                <a:lnTo>
                  <a:pt x="4203199" y="2157269"/>
                </a:lnTo>
                <a:cubicBezTo>
                  <a:pt x="4203096" y="2156849"/>
                  <a:pt x="4202995" y="2156430"/>
                  <a:pt x="4202893" y="2156010"/>
                </a:cubicBezTo>
                <a:cubicBezTo>
                  <a:pt x="4201267" y="2153173"/>
                  <a:pt x="4198292" y="2151054"/>
                  <a:pt x="4192396" y="2150376"/>
                </a:cubicBezTo>
                <a:cubicBezTo>
                  <a:pt x="4205365" y="2133087"/>
                  <a:pt x="4162425" y="2134982"/>
                  <a:pt x="4143893" y="2134511"/>
                </a:cubicBezTo>
                <a:cubicBezTo>
                  <a:pt x="4125868" y="2127445"/>
                  <a:pt x="4100250" y="2113865"/>
                  <a:pt x="4084245" y="2107978"/>
                </a:cubicBezTo>
                <a:lnTo>
                  <a:pt x="4075694" y="2107143"/>
                </a:lnTo>
                <a:cubicBezTo>
                  <a:pt x="4075655" y="2107042"/>
                  <a:pt x="4075614" y="2106943"/>
                  <a:pt x="4075575" y="2106844"/>
                </a:cubicBezTo>
                <a:cubicBezTo>
                  <a:pt x="4073829" y="2106060"/>
                  <a:pt x="4071057" y="2105559"/>
                  <a:pt x="4066658" y="2105400"/>
                </a:cubicBezTo>
                <a:lnTo>
                  <a:pt x="4060102" y="2105618"/>
                </a:lnTo>
                <a:lnTo>
                  <a:pt x="4043512" y="2103997"/>
                </a:lnTo>
                <a:lnTo>
                  <a:pt x="4038145" y="2101563"/>
                </a:lnTo>
                <a:lnTo>
                  <a:pt x="4036511" y="2097896"/>
                </a:lnTo>
                <a:lnTo>
                  <a:pt x="4034926" y="2098131"/>
                </a:lnTo>
                <a:cubicBezTo>
                  <a:pt x="4022576" y="2102995"/>
                  <a:pt x="4018025" y="2111371"/>
                  <a:pt x="4005686" y="2085563"/>
                </a:cubicBezTo>
                <a:lnTo>
                  <a:pt x="3937994" y="2068106"/>
                </a:lnTo>
                <a:cubicBezTo>
                  <a:pt x="3921658" y="2075830"/>
                  <a:pt x="3909686" y="2071141"/>
                  <a:pt x="3898423" y="2062451"/>
                </a:cubicBezTo>
                <a:cubicBezTo>
                  <a:pt x="3862243" y="2062947"/>
                  <a:pt x="3830779" y="2049077"/>
                  <a:pt x="3790908" y="2042213"/>
                </a:cubicBezTo>
                <a:cubicBezTo>
                  <a:pt x="3742158" y="2027507"/>
                  <a:pt x="3726280" y="2025530"/>
                  <a:pt x="3683661" y="2018290"/>
                </a:cubicBezTo>
                <a:lnTo>
                  <a:pt x="3611183" y="1986019"/>
                </a:lnTo>
                <a:lnTo>
                  <a:pt x="3605003" y="1987381"/>
                </a:lnTo>
                <a:cubicBezTo>
                  <a:pt x="3600731" y="1988000"/>
                  <a:pt x="3597877" y="1988000"/>
                  <a:pt x="3595884" y="1987545"/>
                </a:cubicBezTo>
                <a:lnTo>
                  <a:pt x="3595649" y="1987276"/>
                </a:lnTo>
                <a:lnTo>
                  <a:pt x="3587126" y="1987966"/>
                </a:lnTo>
                <a:cubicBezTo>
                  <a:pt x="3572774" y="1989757"/>
                  <a:pt x="3550540" y="1975558"/>
                  <a:pt x="3537283" y="1978267"/>
                </a:cubicBezTo>
                <a:cubicBezTo>
                  <a:pt x="3515092" y="1973971"/>
                  <a:pt x="3489773" y="1980236"/>
                  <a:pt x="3474371" y="1974606"/>
                </a:cubicBezTo>
                <a:lnTo>
                  <a:pt x="3401876" y="1962558"/>
                </a:lnTo>
                <a:lnTo>
                  <a:pt x="3365036" y="1979510"/>
                </a:lnTo>
                <a:cubicBezTo>
                  <a:pt x="3361007" y="1981808"/>
                  <a:pt x="3355145" y="1982886"/>
                  <a:pt x="3345174" y="1981192"/>
                </a:cubicBezTo>
                <a:lnTo>
                  <a:pt x="3342846" y="1980217"/>
                </a:lnTo>
                <a:cubicBezTo>
                  <a:pt x="3337528" y="1982688"/>
                  <a:pt x="3296694" y="1983818"/>
                  <a:pt x="3263504" y="1986094"/>
                </a:cubicBezTo>
                <a:cubicBezTo>
                  <a:pt x="3210873" y="1988435"/>
                  <a:pt x="3204538" y="1996407"/>
                  <a:pt x="3143704" y="1993869"/>
                </a:cubicBezTo>
                <a:cubicBezTo>
                  <a:pt x="3083839" y="1995098"/>
                  <a:pt x="3073438" y="2001104"/>
                  <a:pt x="3031439" y="1996512"/>
                </a:cubicBezTo>
                <a:lnTo>
                  <a:pt x="2782717" y="2018333"/>
                </a:lnTo>
                <a:cubicBezTo>
                  <a:pt x="2720447" y="2045988"/>
                  <a:pt x="2718750" y="2015419"/>
                  <a:pt x="2647675" y="2028869"/>
                </a:cubicBezTo>
                <a:cubicBezTo>
                  <a:pt x="2583664" y="1968934"/>
                  <a:pt x="2609849" y="2007202"/>
                  <a:pt x="2569176" y="2002628"/>
                </a:cubicBezTo>
                <a:lnTo>
                  <a:pt x="2444403" y="2016529"/>
                </a:lnTo>
                <a:cubicBezTo>
                  <a:pt x="2412730" y="2033089"/>
                  <a:pt x="2355175" y="2003000"/>
                  <a:pt x="2316260" y="2024996"/>
                </a:cubicBezTo>
                <a:cubicBezTo>
                  <a:pt x="2277148" y="2025534"/>
                  <a:pt x="2234330" y="2021339"/>
                  <a:pt x="2209726" y="2019763"/>
                </a:cubicBezTo>
                <a:cubicBezTo>
                  <a:pt x="2172984" y="2016106"/>
                  <a:pt x="2131016" y="2007174"/>
                  <a:pt x="2095813" y="2003052"/>
                </a:cubicBezTo>
                <a:cubicBezTo>
                  <a:pt x="2078687" y="2016661"/>
                  <a:pt x="2046700" y="1994357"/>
                  <a:pt x="1998504" y="1995032"/>
                </a:cubicBezTo>
                <a:cubicBezTo>
                  <a:pt x="1979851" y="2010679"/>
                  <a:pt x="1965997" y="1995296"/>
                  <a:pt x="1929320" y="2016977"/>
                </a:cubicBezTo>
                <a:cubicBezTo>
                  <a:pt x="1927506" y="2015185"/>
                  <a:pt x="1925308" y="2013558"/>
                  <a:pt x="1922798" y="2012146"/>
                </a:cubicBezTo>
                <a:cubicBezTo>
                  <a:pt x="1908224" y="2003952"/>
                  <a:pt x="1886476" y="2004665"/>
                  <a:pt x="1874228" y="2013741"/>
                </a:cubicBezTo>
                <a:cubicBezTo>
                  <a:pt x="1844711" y="2028500"/>
                  <a:pt x="1815838" y="2036277"/>
                  <a:pt x="1787803" y="2041363"/>
                </a:cubicBezTo>
                <a:lnTo>
                  <a:pt x="1739352" y="2036312"/>
                </a:lnTo>
                <a:cubicBezTo>
                  <a:pt x="1720756" y="2032746"/>
                  <a:pt x="1697809" y="2023837"/>
                  <a:pt x="1676219" y="2019963"/>
                </a:cubicBezTo>
                <a:cubicBezTo>
                  <a:pt x="1653856" y="2018758"/>
                  <a:pt x="1629782" y="2025363"/>
                  <a:pt x="1609817" y="2013066"/>
                </a:cubicBezTo>
                <a:cubicBezTo>
                  <a:pt x="1570834" y="2001390"/>
                  <a:pt x="1525521" y="2021545"/>
                  <a:pt x="1497258" y="1987476"/>
                </a:cubicBezTo>
                <a:cubicBezTo>
                  <a:pt x="1419429" y="1972767"/>
                  <a:pt x="1265224" y="1952754"/>
                  <a:pt x="1151127" y="1938041"/>
                </a:cubicBezTo>
                <a:cubicBezTo>
                  <a:pt x="1044820" y="1928230"/>
                  <a:pt x="911490" y="1929978"/>
                  <a:pt x="859417" y="1928608"/>
                </a:cubicBezTo>
                <a:lnTo>
                  <a:pt x="838688" y="1929821"/>
                </a:lnTo>
                <a:cubicBezTo>
                  <a:pt x="829380" y="1926412"/>
                  <a:pt x="823010" y="1926387"/>
                  <a:pt x="817957" y="1927857"/>
                </a:cubicBezTo>
                <a:lnTo>
                  <a:pt x="812654" y="1930751"/>
                </a:lnTo>
                <a:lnTo>
                  <a:pt x="721195" y="1929661"/>
                </a:lnTo>
                <a:cubicBezTo>
                  <a:pt x="721095" y="1929241"/>
                  <a:pt x="720991" y="1928820"/>
                  <a:pt x="720890" y="1928399"/>
                </a:cubicBezTo>
                <a:cubicBezTo>
                  <a:pt x="719222" y="1925556"/>
                  <a:pt x="716144" y="1923424"/>
                  <a:pt x="710023" y="1922722"/>
                </a:cubicBezTo>
                <a:cubicBezTo>
                  <a:pt x="689532" y="1914633"/>
                  <a:pt x="619665" y="1887450"/>
                  <a:pt x="597940" y="1879864"/>
                </a:cubicBezTo>
                <a:cubicBezTo>
                  <a:pt x="587430" y="1879265"/>
                  <a:pt x="583862" y="1877622"/>
                  <a:pt x="579683" y="1877212"/>
                </a:cubicBezTo>
                <a:lnTo>
                  <a:pt x="572865" y="1877401"/>
                </a:lnTo>
                <a:cubicBezTo>
                  <a:pt x="550627" y="1871095"/>
                  <a:pt x="474197" y="1846680"/>
                  <a:pt x="446247" y="1839371"/>
                </a:cubicBezTo>
                <a:cubicBezTo>
                  <a:pt x="429213" y="1847023"/>
                  <a:pt x="416808" y="1842285"/>
                  <a:pt x="405163" y="1833548"/>
                </a:cubicBezTo>
                <a:cubicBezTo>
                  <a:pt x="367566" y="1833890"/>
                  <a:pt x="334968" y="1819885"/>
                  <a:pt x="293583" y="1812852"/>
                </a:cubicBezTo>
                <a:lnTo>
                  <a:pt x="119529" y="1761047"/>
                </a:lnTo>
                <a:cubicBezTo>
                  <a:pt x="73377" y="1751937"/>
                  <a:pt x="36403" y="1759579"/>
                  <a:pt x="16674" y="1758191"/>
                </a:cubicBezTo>
                <a:lnTo>
                  <a:pt x="1150" y="1752722"/>
                </a:lnTo>
                <a:cubicBezTo>
                  <a:pt x="-1438" y="1496726"/>
                  <a:pt x="1148" y="514333"/>
                  <a:pt x="1148" y="222213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4818F-1A83-81D1-360D-2C881AB6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en-US" dirty="0">
                <a:ea typeface="Batang"/>
              </a:rPr>
              <a:t>The Objectives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02FA99-85CB-791F-BA8D-EC459623E8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750697"/>
              </p:ext>
            </p:extLst>
          </p:nvPr>
        </p:nvGraphicFramePr>
        <p:xfrm>
          <a:off x="613603" y="2095921"/>
          <a:ext cx="10681224" cy="41657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3670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6D4B9-46AE-8E2D-9705-BD6D762EE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22" name="Picture 21" descr="Digital financial graph">
            <a:extLst>
              <a:ext uri="{FF2B5EF4-FFF2-40B4-BE49-F238E27FC236}">
                <a16:creationId xmlns:a16="http://schemas.microsoft.com/office/drawing/2014/main" id="{5124F875-2919-1F4D-18B2-B8462C97A7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-2"/>
          <a:stretch>
            <a:fillRect/>
          </a:stretch>
        </p:blipFill>
        <p:spPr>
          <a:xfrm>
            <a:off x="-2" y="10"/>
            <a:ext cx="12191999" cy="6857989"/>
          </a:xfrm>
          <a:prstGeom prst="rect">
            <a:avLst/>
          </a:prstGeom>
        </p:spPr>
      </p:pic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F6EE1C8D-9233-4EBC-9B68-862FDCA26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906504"/>
            <a:ext cx="12192002" cy="1951997"/>
          </a:xfrm>
          <a:custGeom>
            <a:avLst/>
            <a:gdLst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285754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25839 w 12192002"/>
              <a:gd name="connsiteY95" fmla="*/ 111020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25839 w 12192002"/>
              <a:gd name="connsiteY95" fmla="*/ 111020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74735 w 12192002"/>
              <a:gd name="connsiteY94" fmla="*/ 1132363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12382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12192002" h="2122526">
                <a:moveTo>
                  <a:pt x="5626960" y="0"/>
                </a:moveTo>
                <a:lnTo>
                  <a:pt x="5758918" y="1023"/>
                </a:lnTo>
                <a:lnTo>
                  <a:pt x="5957375" y="16715"/>
                </a:lnTo>
                <a:cubicBezTo>
                  <a:pt x="5970127" y="20033"/>
                  <a:pt x="5998679" y="20946"/>
                  <a:pt x="6010090" y="20359"/>
                </a:cubicBezTo>
                <a:lnTo>
                  <a:pt x="6041282" y="15266"/>
                </a:lnTo>
                <a:lnTo>
                  <a:pt x="6048637" y="6917"/>
                </a:lnTo>
                <a:lnTo>
                  <a:pt x="6068529" y="7600"/>
                </a:lnTo>
                <a:lnTo>
                  <a:pt x="6073847" y="6063"/>
                </a:lnTo>
                <a:cubicBezTo>
                  <a:pt x="6090539" y="9219"/>
                  <a:pt x="6128055" y="22767"/>
                  <a:pt x="6168673" y="26525"/>
                </a:cubicBezTo>
                <a:cubicBezTo>
                  <a:pt x="6209291" y="30283"/>
                  <a:pt x="6297550" y="13090"/>
                  <a:pt x="6317559" y="28612"/>
                </a:cubicBezTo>
                <a:cubicBezTo>
                  <a:pt x="6409695" y="55045"/>
                  <a:pt x="6472153" y="31322"/>
                  <a:pt x="6549454" y="75412"/>
                </a:cubicBezTo>
                <a:cubicBezTo>
                  <a:pt x="6628105" y="80632"/>
                  <a:pt x="6649105" y="94733"/>
                  <a:pt x="6708221" y="104188"/>
                </a:cubicBezTo>
                <a:cubicBezTo>
                  <a:pt x="6787988" y="118277"/>
                  <a:pt x="6871921" y="137351"/>
                  <a:pt x="6904145" y="132143"/>
                </a:cubicBezTo>
                <a:cubicBezTo>
                  <a:pt x="6943644" y="126545"/>
                  <a:pt x="6937527" y="150711"/>
                  <a:pt x="7018495" y="161649"/>
                </a:cubicBezTo>
                <a:cubicBezTo>
                  <a:pt x="7050188" y="159320"/>
                  <a:pt x="7061147" y="160297"/>
                  <a:pt x="7096987" y="161275"/>
                </a:cubicBezTo>
                <a:lnTo>
                  <a:pt x="7170807" y="173503"/>
                </a:lnTo>
                <a:cubicBezTo>
                  <a:pt x="7184505" y="172489"/>
                  <a:pt x="7192111" y="174628"/>
                  <a:pt x="7197003" y="178151"/>
                </a:cubicBezTo>
                <a:lnTo>
                  <a:pt x="7201101" y="183509"/>
                </a:lnTo>
                <a:lnTo>
                  <a:pt x="7218559" y="188059"/>
                </a:lnTo>
                <a:lnTo>
                  <a:pt x="7310852" y="213308"/>
                </a:lnTo>
                <a:lnTo>
                  <a:pt x="7312179" y="211866"/>
                </a:lnTo>
                <a:cubicBezTo>
                  <a:pt x="7333989" y="206326"/>
                  <a:pt x="7374788" y="205221"/>
                  <a:pt x="7405390" y="202271"/>
                </a:cubicBezTo>
                <a:cubicBezTo>
                  <a:pt x="7422527" y="207464"/>
                  <a:pt x="7476985" y="190048"/>
                  <a:pt x="7495794" y="194166"/>
                </a:cubicBezTo>
                <a:lnTo>
                  <a:pt x="7507039" y="196118"/>
                </a:lnTo>
                <a:lnTo>
                  <a:pt x="7507411" y="195791"/>
                </a:lnTo>
                <a:cubicBezTo>
                  <a:pt x="7510172" y="195437"/>
                  <a:pt x="7513992" y="195787"/>
                  <a:pt x="7519570" y="197126"/>
                </a:cubicBezTo>
                <a:lnTo>
                  <a:pt x="7527542" y="199679"/>
                </a:lnTo>
                <a:lnTo>
                  <a:pt x="7614346" y="205507"/>
                </a:lnTo>
                <a:lnTo>
                  <a:pt x="7718744" y="202036"/>
                </a:lnTo>
                <a:cubicBezTo>
                  <a:pt x="7780965" y="210608"/>
                  <a:pt x="7835119" y="212839"/>
                  <a:pt x="7905407" y="227751"/>
                </a:cubicBezTo>
                <a:cubicBezTo>
                  <a:pt x="7967070" y="225346"/>
                  <a:pt x="8025467" y="246582"/>
                  <a:pt x="8090271" y="269724"/>
                </a:cubicBezTo>
                <a:cubicBezTo>
                  <a:pt x="8147130" y="284670"/>
                  <a:pt x="8181827" y="318792"/>
                  <a:pt x="8245834" y="315885"/>
                </a:cubicBezTo>
                <a:cubicBezTo>
                  <a:pt x="8246647" y="320745"/>
                  <a:pt x="8248859" y="325027"/>
                  <a:pt x="8252033" y="328877"/>
                </a:cubicBezTo>
                <a:lnTo>
                  <a:pt x="8263376" y="338720"/>
                </a:lnTo>
                <a:lnTo>
                  <a:pt x="8266075" y="338490"/>
                </a:lnTo>
                <a:cubicBezTo>
                  <a:pt x="8276151" y="339772"/>
                  <a:pt x="8280845" y="342420"/>
                  <a:pt x="8283149" y="345665"/>
                </a:cubicBezTo>
                <a:lnTo>
                  <a:pt x="8284276" y="350108"/>
                </a:lnTo>
                <a:lnTo>
                  <a:pt x="8295173" y="355931"/>
                </a:lnTo>
                <a:lnTo>
                  <a:pt x="8314432" y="369826"/>
                </a:lnTo>
                <a:lnTo>
                  <a:pt x="8320104" y="370152"/>
                </a:lnTo>
                <a:lnTo>
                  <a:pt x="8352372" y="387570"/>
                </a:lnTo>
                <a:lnTo>
                  <a:pt x="8353799" y="386730"/>
                </a:lnTo>
                <a:cubicBezTo>
                  <a:pt x="8357733" y="385247"/>
                  <a:pt x="8362024" y="384899"/>
                  <a:pt x="8367182" y="386924"/>
                </a:cubicBezTo>
                <a:lnTo>
                  <a:pt x="8490249" y="400966"/>
                </a:lnTo>
                <a:lnTo>
                  <a:pt x="8497594" y="404016"/>
                </a:lnTo>
                <a:lnTo>
                  <a:pt x="8497968" y="403837"/>
                </a:lnTo>
                <a:cubicBezTo>
                  <a:pt x="8500048" y="403987"/>
                  <a:pt x="8502649" y="404798"/>
                  <a:pt x="8506167" y="406575"/>
                </a:cubicBezTo>
                <a:lnTo>
                  <a:pt x="8510983" y="409576"/>
                </a:lnTo>
                <a:lnTo>
                  <a:pt x="8525230" y="415491"/>
                </a:lnTo>
                <a:lnTo>
                  <a:pt x="8596071" y="400649"/>
                </a:lnTo>
                <a:cubicBezTo>
                  <a:pt x="8639145" y="406126"/>
                  <a:pt x="8671609" y="389686"/>
                  <a:pt x="8707847" y="409221"/>
                </a:cubicBezTo>
                <a:cubicBezTo>
                  <a:pt x="8748197" y="414263"/>
                  <a:pt x="8719822" y="400602"/>
                  <a:pt x="8752444" y="411322"/>
                </a:cubicBezTo>
                <a:cubicBezTo>
                  <a:pt x="8789303" y="414879"/>
                  <a:pt x="8898034" y="429534"/>
                  <a:pt x="8928988" y="430554"/>
                </a:cubicBezTo>
                <a:cubicBezTo>
                  <a:pt x="8955520" y="410467"/>
                  <a:pt x="8954693" y="419415"/>
                  <a:pt x="8963048" y="427366"/>
                </a:cubicBezTo>
                <a:lnTo>
                  <a:pt x="8968011" y="425141"/>
                </a:lnTo>
                <a:lnTo>
                  <a:pt x="8974337" y="424441"/>
                </a:lnTo>
                <a:lnTo>
                  <a:pt x="8990394" y="427667"/>
                </a:lnTo>
                <a:lnTo>
                  <a:pt x="8996232" y="429728"/>
                </a:lnTo>
                <a:cubicBezTo>
                  <a:pt x="9000327" y="430831"/>
                  <a:pt x="9003146" y="431159"/>
                  <a:pt x="9005201" y="430939"/>
                </a:cubicBezTo>
                <a:lnTo>
                  <a:pt x="9005486" y="430699"/>
                </a:lnTo>
                <a:lnTo>
                  <a:pt x="9053453" y="433984"/>
                </a:lnTo>
                <a:cubicBezTo>
                  <a:pt x="9068117" y="420419"/>
                  <a:pt x="9112391" y="454853"/>
                  <a:pt x="9113812" y="425670"/>
                </a:cubicBezTo>
                <a:cubicBezTo>
                  <a:pt x="9130955" y="430499"/>
                  <a:pt x="9138865" y="443788"/>
                  <a:pt x="9137318" y="424304"/>
                </a:cubicBezTo>
                <a:cubicBezTo>
                  <a:pt x="9143084" y="425358"/>
                  <a:pt x="9147048" y="424266"/>
                  <a:pt x="9150210" y="422135"/>
                </a:cubicBezTo>
                <a:lnTo>
                  <a:pt x="9151232" y="421070"/>
                </a:lnTo>
                <a:lnTo>
                  <a:pt x="9189246" y="432272"/>
                </a:lnTo>
                <a:lnTo>
                  <a:pt x="9194810" y="441511"/>
                </a:lnTo>
                <a:lnTo>
                  <a:pt x="9231370" y="451590"/>
                </a:lnTo>
                <a:lnTo>
                  <a:pt x="9343052" y="503495"/>
                </a:lnTo>
                <a:cubicBezTo>
                  <a:pt x="9415432" y="508795"/>
                  <a:pt x="9518955" y="534921"/>
                  <a:pt x="9584507" y="549197"/>
                </a:cubicBezTo>
                <a:cubicBezTo>
                  <a:pt x="9602038" y="561809"/>
                  <a:pt x="9675059" y="570203"/>
                  <a:pt x="9728309" y="560617"/>
                </a:cubicBezTo>
                <a:lnTo>
                  <a:pt x="9847792" y="580824"/>
                </a:lnTo>
                <a:cubicBezTo>
                  <a:pt x="9888744" y="590649"/>
                  <a:pt x="9918983" y="587450"/>
                  <a:pt x="9960019" y="587592"/>
                </a:cubicBezTo>
                <a:cubicBezTo>
                  <a:pt x="9984397" y="592516"/>
                  <a:pt x="9998461" y="593006"/>
                  <a:pt x="10039240" y="603107"/>
                </a:cubicBezTo>
                <a:cubicBezTo>
                  <a:pt x="10046863" y="602184"/>
                  <a:pt x="10074570" y="603512"/>
                  <a:pt x="10082169" y="601443"/>
                </a:cubicBezTo>
                <a:lnTo>
                  <a:pt x="10126500" y="603538"/>
                </a:lnTo>
                <a:lnTo>
                  <a:pt x="10261101" y="615053"/>
                </a:lnTo>
                <a:cubicBezTo>
                  <a:pt x="10274744" y="622448"/>
                  <a:pt x="10323589" y="631514"/>
                  <a:pt x="10336855" y="624804"/>
                </a:cubicBezTo>
                <a:cubicBezTo>
                  <a:pt x="10347867" y="624959"/>
                  <a:pt x="10374830" y="633622"/>
                  <a:pt x="10383868" y="625415"/>
                </a:cubicBezTo>
                <a:cubicBezTo>
                  <a:pt x="10409284" y="632493"/>
                  <a:pt x="10436539" y="633300"/>
                  <a:pt x="10445984" y="629262"/>
                </a:cubicBezTo>
                <a:cubicBezTo>
                  <a:pt x="10473833" y="619395"/>
                  <a:pt x="10495464" y="632839"/>
                  <a:pt x="10519280" y="631320"/>
                </a:cubicBezTo>
                <a:cubicBezTo>
                  <a:pt x="10558606" y="636140"/>
                  <a:pt x="10616449" y="646751"/>
                  <a:pt x="10644619" y="651566"/>
                </a:cubicBezTo>
                <a:cubicBezTo>
                  <a:pt x="10707078" y="667239"/>
                  <a:pt x="10806649" y="700317"/>
                  <a:pt x="10857724" y="712684"/>
                </a:cubicBezTo>
                <a:cubicBezTo>
                  <a:pt x="10915291" y="725495"/>
                  <a:pt x="10885368" y="688933"/>
                  <a:pt x="10951063" y="725767"/>
                </a:cubicBezTo>
                <a:cubicBezTo>
                  <a:pt x="10982008" y="727705"/>
                  <a:pt x="11007787" y="723528"/>
                  <a:pt x="11030956" y="721011"/>
                </a:cubicBezTo>
                <a:cubicBezTo>
                  <a:pt x="11029909" y="706023"/>
                  <a:pt x="11057496" y="724188"/>
                  <a:pt x="11085938" y="723892"/>
                </a:cubicBezTo>
                <a:cubicBezTo>
                  <a:pt x="11102606" y="725362"/>
                  <a:pt x="11125909" y="729502"/>
                  <a:pt x="11143411" y="733141"/>
                </a:cubicBezTo>
                <a:cubicBezTo>
                  <a:pt x="11171652" y="736317"/>
                  <a:pt x="11164089" y="762276"/>
                  <a:pt x="11195087" y="732494"/>
                </a:cubicBezTo>
                <a:cubicBezTo>
                  <a:pt x="11221976" y="745071"/>
                  <a:pt x="11231916" y="754905"/>
                  <a:pt x="11273972" y="753513"/>
                </a:cubicBezTo>
                <a:cubicBezTo>
                  <a:pt x="11288331" y="764337"/>
                  <a:pt x="11354320" y="819231"/>
                  <a:pt x="11369715" y="813181"/>
                </a:cubicBezTo>
                <a:cubicBezTo>
                  <a:pt x="11408024" y="821140"/>
                  <a:pt x="11417570" y="873027"/>
                  <a:pt x="11462695" y="874654"/>
                </a:cubicBezTo>
                <a:cubicBezTo>
                  <a:pt x="11507338" y="891120"/>
                  <a:pt x="11468277" y="926374"/>
                  <a:pt x="11516473" y="928206"/>
                </a:cubicBezTo>
                <a:lnTo>
                  <a:pt x="11585369" y="1004898"/>
                </a:lnTo>
                <a:cubicBezTo>
                  <a:pt x="11627915" y="1047460"/>
                  <a:pt x="11688670" y="1023969"/>
                  <a:pt x="11712382" y="1047864"/>
                </a:cubicBezTo>
                <a:cubicBezTo>
                  <a:pt x="11736094" y="1071759"/>
                  <a:pt x="11860362" y="1135225"/>
                  <a:pt x="11894613" y="1148265"/>
                </a:cubicBezTo>
                <a:cubicBezTo>
                  <a:pt x="11928864" y="1161305"/>
                  <a:pt x="11872782" y="1124390"/>
                  <a:pt x="11917888" y="1126105"/>
                </a:cubicBezTo>
                <a:cubicBezTo>
                  <a:pt x="11967364" y="1138091"/>
                  <a:pt x="11978191" y="1115038"/>
                  <a:pt x="12080164" y="1090885"/>
                </a:cubicBezTo>
                <a:cubicBezTo>
                  <a:pt x="12093592" y="1092452"/>
                  <a:pt x="12126659" y="1037250"/>
                  <a:pt x="12140863" y="1035036"/>
                </a:cubicBezTo>
                <a:lnTo>
                  <a:pt x="12192002" y="1015838"/>
                </a:lnTo>
                <a:lnTo>
                  <a:pt x="12192002" y="1955549"/>
                </a:lnTo>
                <a:lnTo>
                  <a:pt x="12192000" y="1955549"/>
                </a:lnTo>
                <a:lnTo>
                  <a:pt x="12192000" y="2122526"/>
                </a:lnTo>
                <a:lnTo>
                  <a:pt x="0" y="2122526"/>
                </a:lnTo>
                <a:lnTo>
                  <a:pt x="0" y="1348327"/>
                </a:lnTo>
                <a:lnTo>
                  <a:pt x="2" y="1348327"/>
                </a:lnTo>
                <a:lnTo>
                  <a:pt x="2" y="592017"/>
                </a:lnTo>
                <a:lnTo>
                  <a:pt x="15526" y="586548"/>
                </a:lnTo>
                <a:cubicBezTo>
                  <a:pt x="35255" y="585160"/>
                  <a:pt x="72229" y="592802"/>
                  <a:pt x="118381" y="583692"/>
                </a:cubicBezTo>
                <a:lnTo>
                  <a:pt x="292435" y="531887"/>
                </a:lnTo>
                <a:cubicBezTo>
                  <a:pt x="333820" y="524854"/>
                  <a:pt x="366418" y="510849"/>
                  <a:pt x="404015" y="511191"/>
                </a:cubicBezTo>
                <a:cubicBezTo>
                  <a:pt x="415660" y="502454"/>
                  <a:pt x="428065" y="497716"/>
                  <a:pt x="445099" y="505368"/>
                </a:cubicBezTo>
                <a:cubicBezTo>
                  <a:pt x="473049" y="498059"/>
                  <a:pt x="549479" y="473644"/>
                  <a:pt x="571717" y="467338"/>
                </a:cubicBezTo>
                <a:lnTo>
                  <a:pt x="578535" y="467527"/>
                </a:lnTo>
                <a:cubicBezTo>
                  <a:pt x="582714" y="467117"/>
                  <a:pt x="586282" y="465474"/>
                  <a:pt x="596792" y="464875"/>
                </a:cubicBezTo>
                <a:cubicBezTo>
                  <a:pt x="618517" y="457289"/>
                  <a:pt x="688384" y="430106"/>
                  <a:pt x="708875" y="422017"/>
                </a:cubicBezTo>
                <a:cubicBezTo>
                  <a:pt x="714996" y="421315"/>
                  <a:pt x="718074" y="419183"/>
                  <a:pt x="719742" y="416340"/>
                </a:cubicBezTo>
                <a:cubicBezTo>
                  <a:pt x="719843" y="415919"/>
                  <a:pt x="719947" y="415498"/>
                  <a:pt x="720047" y="415078"/>
                </a:cubicBezTo>
                <a:lnTo>
                  <a:pt x="763053" y="414307"/>
                </a:lnTo>
                <a:lnTo>
                  <a:pt x="767901" y="412086"/>
                </a:lnTo>
                <a:lnTo>
                  <a:pt x="797041" y="414293"/>
                </a:lnTo>
                <a:lnTo>
                  <a:pt x="811506" y="413988"/>
                </a:lnTo>
                <a:lnTo>
                  <a:pt x="816809" y="416882"/>
                </a:lnTo>
                <a:cubicBezTo>
                  <a:pt x="821862" y="418352"/>
                  <a:pt x="828232" y="418327"/>
                  <a:pt x="837540" y="414918"/>
                </a:cubicBezTo>
                <a:lnTo>
                  <a:pt x="858269" y="416131"/>
                </a:lnTo>
                <a:cubicBezTo>
                  <a:pt x="864622" y="417683"/>
                  <a:pt x="943264" y="400945"/>
                  <a:pt x="948732" y="404293"/>
                </a:cubicBezTo>
                <a:cubicBezTo>
                  <a:pt x="1007438" y="402718"/>
                  <a:pt x="1078958" y="412604"/>
                  <a:pt x="1149979" y="406698"/>
                </a:cubicBezTo>
                <a:cubicBezTo>
                  <a:pt x="1264076" y="391985"/>
                  <a:pt x="1418281" y="371972"/>
                  <a:pt x="1496110" y="357263"/>
                </a:cubicBezTo>
                <a:cubicBezTo>
                  <a:pt x="1524373" y="323194"/>
                  <a:pt x="1569686" y="343349"/>
                  <a:pt x="1608669" y="331673"/>
                </a:cubicBezTo>
                <a:cubicBezTo>
                  <a:pt x="1628634" y="319376"/>
                  <a:pt x="1652708" y="325981"/>
                  <a:pt x="1675071" y="324776"/>
                </a:cubicBezTo>
                <a:cubicBezTo>
                  <a:pt x="1696661" y="320902"/>
                  <a:pt x="1719608" y="311993"/>
                  <a:pt x="1738204" y="308427"/>
                </a:cubicBezTo>
                <a:lnTo>
                  <a:pt x="1786655" y="303376"/>
                </a:lnTo>
                <a:cubicBezTo>
                  <a:pt x="1814690" y="308462"/>
                  <a:pt x="1843563" y="316239"/>
                  <a:pt x="1873080" y="330998"/>
                </a:cubicBezTo>
                <a:cubicBezTo>
                  <a:pt x="1885328" y="340074"/>
                  <a:pt x="1907076" y="340787"/>
                  <a:pt x="1921650" y="332593"/>
                </a:cubicBezTo>
                <a:cubicBezTo>
                  <a:pt x="1924160" y="331181"/>
                  <a:pt x="1926358" y="329554"/>
                  <a:pt x="1928172" y="327762"/>
                </a:cubicBezTo>
                <a:cubicBezTo>
                  <a:pt x="1964849" y="349443"/>
                  <a:pt x="1978703" y="334060"/>
                  <a:pt x="1997356" y="349707"/>
                </a:cubicBezTo>
                <a:cubicBezTo>
                  <a:pt x="2045552" y="350382"/>
                  <a:pt x="2077539" y="328078"/>
                  <a:pt x="2094665" y="341687"/>
                </a:cubicBezTo>
                <a:cubicBezTo>
                  <a:pt x="2129868" y="337565"/>
                  <a:pt x="2171836" y="328633"/>
                  <a:pt x="2208578" y="324976"/>
                </a:cubicBezTo>
                <a:cubicBezTo>
                  <a:pt x="2233182" y="323400"/>
                  <a:pt x="2276000" y="319205"/>
                  <a:pt x="2315112" y="319743"/>
                </a:cubicBezTo>
                <a:cubicBezTo>
                  <a:pt x="2354027" y="341739"/>
                  <a:pt x="2411581" y="311650"/>
                  <a:pt x="2443255" y="328210"/>
                </a:cubicBezTo>
                <a:lnTo>
                  <a:pt x="2568028" y="342111"/>
                </a:lnTo>
                <a:cubicBezTo>
                  <a:pt x="2608701" y="337537"/>
                  <a:pt x="2582516" y="375805"/>
                  <a:pt x="2646527" y="315870"/>
                </a:cubicBezTo>
                <a:cubicBezTo>
                  <a:pt x="2717602" y="329320"/>
                  <a:pt x="2719299" y="298751"/>
                  <a:pt x="2781569" y="326406"/>
                </a:cubicBezTo>
                <a:lnTo>
                  <a:pt x="3030291" y="348227"/>
                </a:lnTo>
                <a:cubicBezTo>
                  <a:pt x="3072289" y="343635"/>
                  <a:pt x="3082691" y="349641"/>
                  <a:pt x="3142556" y="350870"/>
                </a:cubicBezTo>
                <a:cubicBezTo>
                  <a:pt x="3203390" y="348332"/>
                  <a:pt x="3209724" y="356304"/>
                  <a:pt x="3262356" y="358645"/>
                </a:cubicBezTo>
                <a:cubicBezTo>
                  <a:pt x="3295546" y="360921"/>
                  <a:pt x="3336380" y="362051"/>
                  <a:pt x="3341698" y="364522"/>
                </a:cubicBezTo>
                <a:lnTo>
                  <a:pt x="3344026" y="363547"/>
                </a:lnTo>
                <a:cubicBezTo>
                  <a:pt x="3353997" y="361853"/>
                  <a:pt x="3359859" y="362931"/>
                  <a:pt x="3363888" y="365229"/>
                </a:cubicBezTo>
                <a:lnTo>
                  <a:pt x="3400728" y="382181"/>
                </a:lnTo>
                <a:lnTo>
                  <a:pt x="3473223" y="370133"/>
                </a:lnTo>
                <a:cubicBezTo>
                  <a:pt x="3488625" y="364503"/>
                  <a:pt x="3513943" y="370768"/>
                  <a:pt x="3536135" y="366472"/>
                </a:cubicBezTo>
                <a:cubicBezTo>
                  <a:pt x="3549392" y="369181"/>
                  <a:pt x="3571626" y="354982"/>
                  <a:pt x="3585978" y="356773"/>
                </a:cubicBezTo>
                <a:lnTo>
                  <a:pt x="3594501" y="357463"/>
                </a:lnTo>
                <a:lnTo>
                  <a:pt x="3594736" y="357194"/>
                </a:lnTo>
                <a:cubicBezTo>
                  <a:pt x="3596729" y="356739"/>
                  <a:pt x="3599583" y="356739"/>
                  <a:pt x="3603855" y="357358"/>
                </a:cubicBezTo>
                <a:lnTo>
                  <a:pt x="3610035" y="358720"/>
                </a:lnTo>
                <a:lnTo>
                  <a:pt x="3682513" y="326449"/>
                </a:lnTo>
                <a:cubicBezTo>
                  <a:pt x="3725132" y="319209"/>
                  <a:pt x="3741010" y="317232"/>
                  <a:pt x="3789760" y="302526"/>
                </a:cubicBezTo>
                <a:cubicBezTo>
                  <a:pt x="3829631" y="295662"/>
                  <a:pt x="3861095" y="281792"/>
                  <a:pt x="3897275" y="282288"/>
                </a:cubicBezTo>
                <a:cubicBezTo>
                  <a:pt x="3908538" y="273598"/>
                  <a:pt x="3920509" y="268909"/>
                  <a:pt x="3936846" y="276633"/>
                </a:cubicBezTo>
                <a:cubicBezTo>
                  <a:pt x="3972980" y="267440"/>
                  <a:pt x="3976670" y="252111"/>
                  <a:pt x="4004538" y="259176"/>
                </a:cubicBezTo>
                <a:cubicBezTo>
                  <a:pt x="4016877" y="233368"/>
                  <a:pt x="4021427" y="241744"/>
                  <a:pt x="4033778" y="246608"/>
                </a:cubicBezTo>
                <a:lnTo>
                  <a:pt x="4035363" y="246843"/>
                </a:lnTo>
                <a:lnTo>
                  <a:pt x="4036996" y="243176"/>
                </a:lnTo>
                <a:lnTo>
                  <a:pt x="4042364" y="240742"/>
                </a:lnTo>
                <a:lnTo>
                  <a:pt x="4058954" y="239121"/>
                </a:lnTo>
                <a:lnTo>
                  <a:pt x="4065510" y="239339"/>
                </a:lnTo>
                <a:cubicBezTo>
                  <a:pt x="4069909" y="239180"/>
                  <a:pt x="4072681" y="238679"/>
                  <a:pt x="4074427" y="237895"/>
                </a:cubicBezTo>
                <a:cubicBezTo>
                  <a:pt x="4074466" y="237796"/>
                  <a:pt x="4074507" y="237697"/>
                  <a:pt x="4074546" y="237596"/>
                </a:cubicBezTo>
                <a:lnTo>
                  <a:pt x="4083097" y="236761"/>
                </a:lnTo>
                <a:cubicBezTo>
                  <a:pt x="4099102" y="230874"/>
                  <a:pt x="4124720" y="217294"/>
                  <a:pt x="4142745" y="210228"/>
                </a:cubicBezTo>
                <a:cubicBezTo>
                  <a:pt x="4161277" y="209757"/>
                  <a:pt x="4204215" y="211652"/>
                  <a:pt x="4191248" y="194363"/>
                </a:cubicBezTo>
                <a:cubicBezTo>
                  <a:pt x="4197143" y="193685"/>
                  <a:pt x="4200119" y="191566"/>
                  <a:pt x="4201744" y="188729"/>
                </a:cubicBezTo>
                <a:cubicBezTo>
                  <a:pt x="4201845" y="188309"/>
                  <a:pt x="4201947" y="187890"/>
                  <a:pt x="4202048" y="187470"/>
                </a:cubicBezTo>
                <a:lnTo>
                  <a:pt x="4248116" y="184675"/>
                </a:lnTo>
                <a:lnTo>
                  <a:pt x="4276141" y="186999"/>
                </a:lnTo>
                <a:lnTo>
                  <a:pt x="4290062" y="186753"/>
                </a:lnTo>
                <a:lnTo>
                  <a:pt x="4295143" y="189670"/>
                </a:lnTo>
                <a:cubicBezTo>
                  <a:pt x="4299996" y="191161"/>
                  <a:pt x="4306126" y="191162"/>
                  <a:pt x="4315108" y="187791"/>
                </a:cubicBezTo>
                <a:lnTo>
                  <a:pt x="4316965" y="186450"/>
                </a:lnTo>
                <a:lnTo>
                  <a:pt x="4362875" y="193065"/>
                </a:lnTo>
                <a:cubicBezTo>
                  <a:pt x="4368977" y="194642"/>
                  <a:pt x="4423306" y="188348"/>
                  <a:pt x="4428542" y="191719"/>
                </a:cubicBezTo>
                <a:cubicBezTo>
                  <a:pt x="4462662" y="194921"/>
                  <a:pt x="4457822" y="194180"/>
                  <a:pt x="4515813" y="181068"/>
                </a:cubicBezTo>
                <a:cubicBezTo>
                  <a:pt x="4524746" y="178930"/>
                  <a:pt x="4680151" y="178122"/>
                  <a:pt x="4715526" y="171166"/>
                </a:cubicBezTo>
                <a:cubicBezTo>
                  <a:pt x="4741916" y="171832"/>
                  <a:pt x="4677963" y="180680"/>
                  <a:pt x="4762447" y="162678"/>
                </a:cubicBezTo>
                <a:cubicBezTo>
                  <a:pt x="4784109" y="162698"/>
                  <a:pt x="4806742" y="151552"/>
                  <a:pt x="4840439" y="134910"/>
                </a:cubicBezTo>
                <a:cubicBezTo>
                  <a:pt x="4916356" y="97503"/>
                  <a:pt x="4937025" y="110510"/>
                  <a:pt x="5011513" y="110893"/>
                </a:cubicBezTo>
                <a:cubicBezTo>
                  <a:pt x="5038947" y="76939"/>
                  <a:pt x="5028196" y="106028"/>
                  <a:pt x="5065790" y="94512"/>
                </a:cubicBezTo>
                <a:cubicBezTo>
                  <a:pt x="5064856" y="121900"/>
                  <a:pt x="5108319" y="72464"/>
                  <a:pt x="5121659" y="101083"/>
                </a:cubicBezTo>
                <a:cubicBezTo>
                  <a:pt x="5128079" y="98081"/>
                  <a:pt x="5133876" y="94270"/>
                  <a:pt x="5139595" y="90230"/>
                </a:cubicBezTo>
                <a:lnTo>
                  <a:pt x="5142598" y="88129"/>
                </a:lnTo>
                <a:lnTo>
                  <a:pt x="5156554" y="84729"/>
                </a:lnTo>
                <a:lnTo>
                  <a:pt x="5174660" y="77506"/>
                </a:lnTo>
                <a:lnTo>
                  <a:pt x="5222961" y="74516"/>
                </a:lnTo>
                <a:cubicBezTo>
                  <a:pt x="5230550" y="71886"/>
                  <a:pt x="5251598" y="63576"/>
                  <a:pt x="5261763" y="63392"/>
                </a:cubicBezTo>
                <a:lnTo>
                  <a:pt x="5381667" y="42975"/>
                </a:lnTo>
                <a:cubicBezTo>
                  <a:pt x="5391827" y="39989"/>
                  <a:pt x="5429368" y="35305"/>
                  <a:pt x="5432760" y="25273"/>
                </a:cubicBezTo>
                <a:cubicBezTo>
                  <a:pt x="5439009" y="12982"/>
                  <a:pt x="5478134" y="27048"/>
                  <a:pt x="5470905" y="14020"/>
                </a:cubicBezTo>
                <a:lnTo>
                  <a:pt x="562696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8F92359-2883-4C1D-972D-BF52F3F41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906504"/>
            <a:ext cx="12192000" cy="1951997"/>
          </a:xfrm>
          <a:custGeom>
            <a:avLst/>
            <a:gdLst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285754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25839 w 12192002"/>
              <a:gd name="connsiteY95" fmla="*/ 111020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25839 w 12192002"/>
              <a:gd name="connsiteY95" fmla="*/ 111020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74735 w 12192002"/>
              <a:gd name="connsiteY94" fmla="*/ 1132363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12382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12192002" h="2122526">
                <a:moveTo>
                  <a:pt x="5626960" y="0"/>
                </a:moveTo>
                <a:lnTo>
                  <a:pt x="5758918" y="1023"/>
                </a:lnTo>
                <a:lnTo>
                  <a:pt x="5957375" y="16715"/>
                </a:lnTo>
                <a:cubicBezTo>
                  <a:pt x="5970127" y="20033"/>
                  <a:pt x="5998679" y="20946"/>
                  <a:pt x="6010090" y="20359"/>
                </a:cubicBezTo>
                <a:lnTo>
                  <a:pt x="6041282" y="15266"/>
                </a:lnTo>
                <a:lnTo>
                  <a:pt x="6048637" y="6917"/>
                </a:lnTo>
                <a:lnTo>
                  <a:pt x="6068529" y="7600"/>
                </a:lnTo>
                <a:lnTo>
                  <a:pt x="6073847" y="6063"/>
                </a:lnTo>
                <a:cubicBezTo>
                  <a:pt x="6090539" y="9219"/>
                  <a:pt x="6128055" y="22767"/>
                  <a:pt x="6168673" y="26525"/>
                </a:cubicBezTo>
                <a:cubicBezTo>
                  <a:pt x="6209291" y="30283"/>
                  <a:pt x="6297550" y="13090"/>
                  <a:pt x="6317559" y="28612"/>
                </a:cubicBezTo>
                <a:cubicBezTo>
                  <a:pt x="6409695" y="55045"/>
                  <a:pt x="6472153" y="31322"/>
                  <a:pt x="6549454" y="75412"/>
                </a:cubicBezTo>
                <a:cubicBezTo>
                  <a:pt x="6628105" y="80632"/>
                  <a:pt x="6649105" y="94733"/>
                  <a:pt x="6708221" y="104188"/>
                </a:cubicBezTo>
                <a:cubicBezTo>
                  <a:pt x="6787988" y="118277"/>
                  <a:pt x="6871921" y="137351"/>
                  <a:pt x="6904145" y="132143"/>
                </a:cubicBezTo>
                <a:cubicBezTo>
                  <a:pt x="6943644" y="126545"/>
                  <a:pt x="6937527" y="150711"/>
                  <a:pt x="7018495" y="161649"/>
                </a:cubicBezTo>
                <a:cubicBezTo>
                  <a:pt x="7050188" y="159320"/>
                  <a:pt x="7061147" y="160297"/>
                  <a:pt x="7096987" y="161275"/>
                </a:cubicBezTo>
                <a:lnTo>
                  <a:pt x="7170807" y="173503"/>
                </a:lnTo>
                <a:cubicBezTo>
                  <a:pt x="7184505" y="172489"/>
                  <a:pt x="7192111" y="174628"/>
                  <a:pt x="7197003" y="178151"/>
                </a:cubicBezTo>
                <a:lnTo>
                  <a:pt x="7201101" y="183509"/>
                </a:lnTo>
                <a:lnTo>
                  <a:pt x="7218559" y="188059"/>
                </a:lnTo>
                <a:lnTo>
                  <a:pt x="7310852" y="213308"/>
                </a:lnTo>
                <a:lnTo>
                  <a:pt x="7312179" y="211866"/>
                </a:lnTo>
                <a:cubicBezTo>
                  <a:pt x="7333989" y="206326"/>
                  <a:pt x="7374788" y="205221"/>
                  <a:pt x="7405390" y="202271"/>
                </a:cubicBezTo>
                <a:cubicBezTo>
                  <a:pt x="7422527" y="207464"/>
                  <a:pt x="7476985" y="190048"/>
                  <a:pt x="7495794" y="194166"/>
                </a:cubicBezTo>
                <a:lnTo>
                  <a:pt x="7507039" y="196118"/>
                </a:lnTo>
                <a:lnTo>
                  <a:pt x="7507411" y="195791"/>
                </a:lnTo>
                <a:cubicBezTo>
                  <a:pt x="7510172" y="195437"/>
                  <a:pt x="7513992" y="195787"/>
                  <a:pt x="7519570" y="197126"/>
                </a:cubicBezTo>
                <a:lnTo>
                  <a:pt x="7527542" y="199679"/>
                </a:lnTo>
                <a:lnTo>
                  <a:pt x="7614346" y="205507"/>
                </a:lnTo>
                <a:lnTo>
                  <a:pt x="7718744" y="202036"/>
                </a:lnTo>
                <a:cubicBezTo>
                  <a:pt x="7780965" y="210608"/>
                  <a:pt x="7835119" y="212839"/>
                  <a:pt x="7905407" y="227751"/>
                </a:cubicBezTo>
                <a:cubicBezTo>
                  <a:pt x="7967070" y="225346"/>
                  <a:pt x="8025467" y="246582"/>
                  <a:pt x="8090271" y="269724"/>
                </a:cubicBezTo>
                <a:cubicBezTo>
                  <a:pt x="8147130" y="284670"/>
                  <a:pt x="8181827" y="318792"/>
                  <a:pt x="8245834" y="315885"/>
                </a:cubicBezTo>
                <a:cubicBezTo>
                  <a:pt x="8246647" y="320745"/>
                  <a:pt x="8248859" y="325027"/>
                  <a:pt x="8252033" y="328877"/>
                </a:cubicBezTo>
                <a:lnTo>
                  <a:pt x="8263376" y="338720"/>
                </a:lnTo>
                <a:lnTo>
                  <a:pt x="8266075" y="338490"/>
                </a:lnTo>
                <a:cubicBezTo>
                  <a:pt x="8276151" y="339772"/>
                  <a:pt x="8280845" y="342420"/>
                  <a:pt x="8283149" y="345665"/>
                </a:cubicBezTo>
                <a:lnTo>
                  <a:pt x="8284276" y="350108"/>
                </a:lnTo>
                <a:lnTo>
                  <a:pt x="8295173" y="355931"/>
                </a:lnTo>
                <a:lnTo>
                  <a:pt x="8314432" y="369826"/>
                </a:lnTo>
                <a:lnTo>
                  <a:pt x="8320104" y="370152"/>
                </a:lnTo>
                <a:lnTo>
                  <a:pt x="8352372" y="387570"/>
                </a:lnTo>
                <a:lnTo>
                  <a:pt x="8353799" y="386730"/>
                </a:lnTo>
                <a:cubicBezTo>
                  <a:pt x="8357733" y="385247"/>
                  <a:pt x="8362024" y="384899"/>
                  <a:pt x="8367182" y="386924"/>
                </a:cubicBezTo>
                <a:lnTo>
                  <a:pt x="8490249" y="400966"/>
                </a:lnTo>
                <a:lnTo>
                  <a:pt x="8497594" y="404016"/>
                </a:lnTo>
                <a:lnTo>
                  <a:pt x="8497968" y="403837"/>
                </a:lnTo>
                <a:cubicBezTo>
                  <a:pt x="8500048" y="403987"/>
                  <a:pt x="8502649" y="404798"/>
                  <a:pt x="8506167" y="406575"/>
                </a:cubicBezTo>
                <a:lnTo>
                  <a:pt x="8510983" y="409576"/>
                </a:lnTo>
                <a:lnTo>
                  <a:pt x="8525230" y="415491"/>
                </a:lnTo>
                <a:lnTo>
                  <a:pt x="8596071" y="400649"/>
                </a:lnTo>
                <a:cubicBezTo>
                  <a:pt x="8639145" y="406126"/>
                  <a:pt x="8671609" y="389686"/>
                  <a:pt x="8707847" y="409221"/>
                </a:cubicBezTo>
                <a:cubicBezTo>
                  <a:pt x="8748197" y="414263"/>
                  <a:pt x="8719822" y="400602"/>
                  <a:pt x="8752444" y="411322"/>
                </a:cubicBezTo>
                <a:cubicBezTo>
                  <a:pt x="8789303" y="414879"/>
                  <a:pt x="8898034" y="429534"/>
                  <a:pt x="8928988" y="430554"/>
                </a:cubicBezTo>
                <a:cubicBezTo>
                  <a:pt x="8955520" y="410467"/>
                  <a:pt x="8954693" y="419415"/>
                  <a:pt x="8963048" y="427366"/>
                </a:cubicBezTo>
                <a:lnTo>
                  <a:pt x="8968011" y="425141"/>
                </a:lnTo>
                <a:lnTo>
                  <a:pt x="8974337" y="424441"/>
                </a:lnTo>
                <a:lnTo>
                  <a:pt x="8990394" y="427667"/>
                </a:lnTo>
                <a:lnTo>
                  <a:pt x="8996232" y="429728"/>
                </a:lnTo>
                <a:cubicBezTo>
                  <a:pt x="9000327" y="430831"/>
                  <a:pt x="9003146" y="431159"/>
                  <a:pt x="9005201" y="430939"/>
                </a:cubicBezTo>
                <a:lnTo>
                  <a:pt x="9005486" y="430699"/>
                </a:lnTo>
                <a:lnTo>
                  <a:pt x="9053453" y="433984"/>
                </a:lnTo>
                <a:cubicBezTo>
                  <a:pt x="9068117" y="420419"/>
                  <a:pt x="9112391" y="454853"/>
                  <a:pt x="9113812" y="425670"/>
                </a:cubicBezTo>
                <a:cubicBezTo>
                  <a:pt x="9130955" y="430499"/>
                  <a:pt x="9138865" y="443788"/>
                  <a:pt x="9137318" y="424304"/>
                </a:cubicBezTo>
                <a:cubicBezTo>
                  <a:pt x="9143084" y="425358"/>
                  <a:pt x="9147048" y="424266"/>
                  <a:pt x="9150210" y="422135"/>
                </a:cubicBezTo>
                <a:lnTo>
                  <a:pt x="9151232" y="421070"/>
                </a:lnTo>
                <a:lnTo>
                  <a:pt x="9189246" y="432272"/>
                </a:lnTo>
                <a:lnTo>
                  <a:pt x="9194810" y="441511"/>
                </a:lnTo>
                <a:lnTo>
                  <a:pt x="9231370" y="451590"/>
                </a:lnTo>
                <a:lnTo>
                  <a:pt x="9343052" y="503495"/>
                </a:lnTo>
                <a:cubicBezTo>
                  <a:pt x="9415432" y="508795"/>
                  <a:pt x="9518955" y="534921"/>
                  <a:pt x="9584507" y="549197"/>
                </a:cubicBezTo>
                <a:cubicBezTo>
                  <a:pt x="9602038" y="561809"/>
                  <a:pt x="9675059" y="570203"/>
                  <a:pt x="9728309" y="560617"/>
                </a:cubicBezTo>
                <a:lnTo>
                  <a:pt x="9847792" y="580824"/>
                </a:lnTo>
                <a:cubicBezTo>
                  <a:pt x="9888744" y="590649"/>
                  <a:pt x="9918983" y="587450"/>
                  <a:pt x="9960019" y="587592"/>
                </a:cubicBezTo>
                <a:cubicBezTo>
                  <a:pt x="9984397" y="592516"/>
                  <a:pt x="9998461" y="593006"/>
                  <a:pt x="10039240" y="603107"/>
                </a:cubicBezTo>
                <a:cubicBezTo>
                  <a:pt x="10046863" y="602184"/>
                  <a:pt x="10074570" y="603512"/>
                  <a:pt x="10082169" y="601443"/>
                </a:cubicBezTo>
                <a:lnTo>
                  <a:pt x="10126500" y="603538"/>
                </a:lnTo>
                <a:lnTo>
                  <a:pt x="10261101" y="615053"/>
                </a:lnTo>
                <a:cubicBezTo>
                  <a:pt x="10274744" y="622448"/>
                  <a:pt x="10323589" y="631514"/>
                  <a:pt x="10336855" y="624804"/>
                </a:cubicBezTo>
                <a:cubicBezTo>
                  <a:pt x="10347867" y="624959"/>
                  <a:pt x="10374830" y="633622"/>
                  <a:pt x="10383868" y="625415"/>
                </a:cubicBezTo>
                <a:cubicBezTo>
                  <a:pt x="10409284" y="632493"/>
                  <a:pt x="10436539" y="633300"/>
                  <a:pt x="10445984" y="629262"/>
                </a:cubicBezTo>
                <a:cubicBezTo>
                  <a:pt x="10473833" y="619395"/>
                  <a:pt x="10495464" y="632839"/>
                  <a:pt x="10519280" y="631320"/>
                </a:cubicBezTo>
                <a:cubicBezTo>
                  <a:pt x="10558606" y="636140"/>
                  <a:pt x="10616449" y="646751"/>
                  <a:pt x="10644619" y="651566"/>
                </a:cubicBezTo>
                <a:cubicBezTo>
                  <a:pt x="10707078" y="667239"/>
                  <a:pt x="10806649" y="700317"/>
                  <a:pt x="10857724" y="712684"/>
                </a:cubicBezTo>
                <a:cubicBezTo>
                  <a:pt x="10915291" y="725495"/>
                  <a:pt x="10885368" y="688933"/>
                  <a:pt x="10951063" y="725767"/>
                </a:cubicBezTo>
                <a:cubicBezTo>
                  <a:pt x="10982008" y="727705"/>
                  <a:pt x="11007787" y="723528"/>
                  <a:pt x="11030956" y="721011"/>
                </a:cubicBezTo>
                <a:cubicBezTo>
                  <a:pt x="11029909" y="706023"/>
                  <a:pt x="11057496" y="724188"/>
                  <a:pt x="11085938" y="723892"/>
                </a:cubicBezTo>
                <a:cubicBezTo>
                  <a:pt x="11102606" y="725362"/>
                  <a:pt x="11125909" y="729502"/>
                  <a:pt x="11143411" y="733141"/>
                </a:cubicBezTo>
                <a:cubicBezTo>
                  <a:pt x="11171652" y="736317"/>
                  <a:pt x="11164089" y="762276"/>
                  <a:pt x="11195087" y="732494"/>
                </a:cubicBezTo>
                <a:cubicBezTo>
                  <a:pt x="11221976" y="745071"/>
                  <a:pt x="11231916" y="754905"/>
                  <a:pt x="11273972" y="753513"/>
                </a:cubicBezTo>
                <a:cubicBezTo>
                  <a:pt x="11288331" y="764337"/>
                  <a:pt x="11354320" y="819231"/>
                  <a:pt x="11369715" y="813181"/>
                </a:cubicBezTo>
                <a:cubicBezTo>
                  <a:pt x="11408024" y="821140"/>
                  <a:pt x="11417570" y="873027"/>
                  <a:pt x="11462695" y="874654"/>
                </a:cubicBezTo>
                <a:cubicBezTo>
                  <a:pt x="11507338" y="891120"/>
                  <a:pt x="11468277" y="926374"/>
                  <a:pt x="11516473" y="928206"/>
                </a:cubicBezTo>
                <a:lnTo>
                  <a:pt x="11585369" y="1004898"/>
                </a:lnTo>
                <a:cubicBezTo>
                  <a:pt x="11627915" y="1047460"/>
                  <a:pt x="11688670" y="1023969"/>
                  <a:pt x="11712382" y="1047864"/>
                </a:cubicBezTo>
                <a:cubicBezTo>
                  <a:pt x="11736094" y="1071759"/>
                  <a:pt x="11860362" y="1135225"/>
                  <a:pt x="11894613" y="1148265"/>
                </a:cubicBezTo>
                <a:cubicBezTo>
                  <a:pt x="11928864" y="1161305"/>
                  <a:pt x="11872782" y="1124390"/>
                  <a:pt x="11917888" y="1126105"/>
                </a:cubicBezTo>
                <a:cubicBezTo>
                  <a:pt x="11967364" y="1138091"/>
                  <a:pt x="11978191" y="1115038"/>
                  <a:pt x="12080164" y="1090885"/>
                </a:cubicBezTo>
                <a:cubicBezTo>
                  <a:pt x="12093592" y="1092452"/>
                  <a:pt x="12126659" y="1037250"/>
                  <a:pt x="12140863" y="1035036"/>
                </a:cubicBezTo>
                <a:lnTo>
                  <a:pt x="12192002" y="1015838"/>
                </a:lnTo>
                <a:lnTo>
                  <a:pt x="12192002" y="1955549"/>
                </a:lnTo>
                <a:lnTo>
                  <a:pt x="12192000" y="1955549"/>
                </a:lnTo>
                <a:lnTo>
                  <a:pt x="12192000" y="2122526"/>
                </a:lnTo>
                <a:lnTo>
                  <a:pt x="0" y="2122526"/>
                </a:lnTo>
                <a:lnTo>
                  <a:pt x="0" y="1348327"/>
                </a:lnTo>
                <a:lnTo>
                  <a:pt x="2" y="1348327"/>
                </a:lnTo>
                <a:lnTo>
                  <a:pt x="2" y="592017"/>
                </a:lnTo>
                <a:lnTo>
                  <a:pt x="15526" y="586548"/>
                </a:lnTo>
                <a:cubicBezTo>
                  <a:pt x="35255" y="585160"/>
                  <a:pt x="72229" y="592802"/>
                  <a:pt x="118381" y="583692"/>
                </a:cubicBezTo>
                <a:lnTo>
                  <a:pt x="292435" y="531887"/>
                </a:lnTo>
                <a:cubicBezTo>
                  <a:pt x="333820" y="524854"/>
                  <a:pt x="366418" y="510849"/>
                  <a:pt x="404015" y="511191"/>
                </a:cubicBezTo>
                <a:cubicBezTo>
                  <a:pt x="415660" y="502454"/>
                  <a:pt x="428065" y="497716"/>
                  <a:pt x="445099" y="505368"/>
                </a:cubicBezTo>
                <a:cubicBezTo>
                  <a:pt x="473049" y="498059"/>
                  <a:pt x="549479" y="473644"/>
                  <a:pt x="571717" y="467338"/>
                </a:cubicBezTo>
                <a:lnTo>
                  <a:pt x="578535" y="467527"/>
                </a:lnTo>
                <a:cubicBezTo>
                  <a:pt x="582714" y="467117"/>
                  <a:pt x="586282" y="465474"/>
                  <a:pt x="596792" y="464875"/>
                </a:cubicBezTo>
                <a:cubicBezTo>
                  <a:pt x="618517" y="457289"/>
                  <a:pt x="688384" y="430106"/>
                  <a:pt x="708875" y="422017"/>
                </a:cubicBezTo>
                <a:cubicBezTo>
                  <a:pt x="714996" y="421315"/>
                  <a:pt x="718074" y="419183"/>
                  <a:pt x="719742" y="416340"/>
                </a:cubicBezTo>
                <a:cubicBezTo>
                  <a:pt x="719843" y="415919"/>
                  <a:pt x="719947" y="415498"/>
                  <a:pt x="720047" y="415078"/>
                </a:cubicBezTo>
                <a:lnTo>
                  <a:pt x="763053" y="414307"/>
                </a:lnTo>
                <a:lnTo>
                  <a:pt x="767901" y="412086"/>
                </a:lnTo>
                <a:lnTo>
                  <a:pt x="797041" y="414293"/>
                </a:lnTo>
                <a:lnTo>
                  <a:pt x="811506" y="413988"/>
                </a:lnTo>
                <a:lnTo>
                  <a:pt x="816809" y="416882"/>
                </a:lnTo>
                <a:cubicBezTo>
                  <a:pt x="821862" y="418352"/>
                  <a:pt x="828232" y="418327"/>
                  <a:pt x="837540" y="414918"/>
                </a:cubicBezTo>
                <a:lnTo>
                  <a:pt x="858269" y="416131"/>
                </a:lnTo>
                <a:cubicBezTo>
                  <a:pt x="864622" y="417683"/>
                  <a:pt x="943264" y="400945"/>
                  <a:pt x="948732" y="404293"/>
                </a:cubicBezTo>
                <a:cubicBezTo>
                  <a:pt x="1007438" y="402718"/>
                  <a:pt x="1078958" y="412604"/>
                  <a:pt x="1149979" y="406698"/>
                </a:cubicBezTo>
                <a:cubicBezTo>
                  <a:pt x="1264076" y="391985"/>
                  <a:pt x="1418281" y="371972"/>
                  <a:pt x="1496110" y="357263"/>
                </a:cubicBezTo>
                <a:cubicBezTo>
                  <a:pt x="1524373" y="323194"/>
                  <a:pt x="1569686" y="343349"/>
                  <a:pt x="1608669" y="331673"/>
                </a:cubicBezTo>
                <a:cubicBezTo>
                  <a:pt x="1628634" y="319376"/>
                  <a:pt x="1652708" y="325981"/>
                  <a:pt x="1675071" y="324776"/>
                </a:cubicBezTo>
                <a:cubicBezTo>
                  <a:pt x="1696661" y="320902"/>
                  <a:pt x="1719608" y="311993"/>
                  <a:pt x="1738204" y="308427"/>
                </a:cubicBezTo>
                <a:lnTo>
                  <a:pt x="1786655" y="303376"/>
                </a:lnTo>
                <a:cubicBezTo>
                  <a:pt x="1814690" y="308462"/>
                  <a:pt x="1843563" y="316239"/>
                  <a:pt x="1873080" y="330998"/>
                </a:cubicBezTo>
                <a:cubicBezTo>
                  <a:pt x="1885328" y="340074"/>
                  <a:pt x="1907076" y="340787"/>
                  <a:pt x="1921650" y="332593"/>
                </a:cubicBezTo>
                <a:cubicBezTo>
                  <a:pt x="1924160" y="331181"/>
                  <a:pt x="1926358" y="329554"/>
                  <a:pt x="1928172" y="327762"/>
                </a:cubicBezTo>
                <a:cubicBezTo>
                  <a:pt x="1964849" y="349443"/>
                  <a:pt x="1978703" y="334060"/>
                  <a:pt x="1997356" y="349707"/>
                </a:cubicBezTo>
                <a:cubicBezTo>
                  <a:pt x="2045552" y="350382"/>
                  <a:pt x="2077539" y="328078"/>
                  <a:pt x="2094665" y="341687"/>
                </a:cubicBezTo>
                <a:cubicBezTo>
                  <a:pt x="2129868" y="337565"/>
                  <a:pt x="2171836" y="328633"/>
                  <a:pt x="2208578" y="324976"/>
                </a:cubicBezTo>
                <a:cubicBezTo>
                  <a:pt x="2233182" y="323400"/>
                  <a:pt x="2276000" y="319205"/>
                  <a:pt x="2315112" y="319743"/>
                </a:cubicBezTo>
                <a:cubicBezTo>
                  <a:pt x="2354027" y="341739"/>
                  <a:pt x="2411581" y="311650"/>
                  <a:pt x="2443255" y="328210"/>
                </a:cubicBezTo>
                <a:lnTo>
                  <a:pt x="2568028" y="342111"/>
                </a:lnTo>
                <a:cubicBezTo>
                  <a:pt x="2608701" y="337537"/>
                  <a:pt x="2582516" y="375805"/>
                  <a:pt x="2646527" y="315870"/>
                </a:cubicBezTo>
                <a:cubicBezTo>
                  <a:pt x="2717602" y="329320"/>
                  <a:pt x="2719299" y="298751"/>
                  <a:pt x="2781569" y="326406"/>
                </a:cubicBezTo>
                <a:lnTo>
                  <a:pt x="3030291" y="348227"/>
                </a:lnTo>
                <a:cubicBezTo>
                  <a:pt x="3072289" y="343635"/>
                  <a:pt x="3082691" y="349641"/>
                  <a:pt x="3142556" y="350870"/>
                </a:cubicBezTo>
                <a:cubicBezTo>
                  <a:pt x="3203390" y="348332"/>
                  <a:pt x="3209724" y="356304"/>
                  <a:pt x="3262356" y="358645"/>
                </a:cubicBezTo>
                <a:cubicBezTo>
                  <a:pt x="3295546" y="360921"/>
                  <a:pt x="3336380" y="362051"/>
                  <a:pt x="3341698" y="364522"/>
                </a:cubicBezTo>
                <a:lnTo>
                  <a:pt x="3344026" y="363547"/>
                </a:lnTo>
                <a:cubicBezTo>
                  <a:pt x="3353997" y="361853"/>
                  <a:pt x="3359859" y="362931"/>
                  <a:pt x="3363888" y="365229"/>
                </a:cubicBezTo>
                <a:lnTo>
                  <a:pt x="3400728" y="382181"/>
                </a:lnTo>
                <a:lnTo>
                  <a:pt x="3473223" y="370133"/>
                </a:lnTo>
                <a:cubicBezTo>
                  <a:pt x="3488625" y="364503"/>
                  <a:pt x="3513943" y="370768"/>
                  <a:pt x="3536135" y="366472"/>
                </a:cubicBezTo>
                <a:cubicBezTo>
                  <a:pt x="3549392" y="369181"/>
                  <a:pt x="3571626" y="354982"/>
                  <a:pt x="3585978" y="356773"/>
                </a:cubicBezTo>
                <a:lnTo>
                  <a:pt x="3594501" y="357463"/>
                </a:lnTo>
                <a:lnTo>
                  <a:pt x="3594736" y="357194"/>
                </a:lnTo>
                <a:cubicBezTo>
                  <a:pt x="3596729" y="356739"/>
                  <a:pt x="3599583" y="356739"/>
                  <a:pt x="3603855" y="357358"/>
                </a:cubicBezTo>
                <a:lnTo>
                  <a:pt x="3610035" y="358720"/>
                </a:lnTo>
                <a:lnTo>
                  <a:pt x="3682513" y="326449"/>
                </a:lnTo>
                <a:cubicBezTo>
                  <a:pt x="3725132" y="319209"/>
                  <a:pt x="3741010" y="317232"/>
                  <a:pt x="3789760" y="302526"/>
                </a:cubicBezTo>
                <a:cubicBezTo>
                  <a:pt x="3829631" y="295662"/>
                  <a:pt x="3861095" y="281792"/>
                  <a:pt x="3897275" y="282288"/>
                </a:cubicBezTo>
                <a:cubicBezTo>
                  <a:pt x="3908538" y="273598"/>
                  <a:pt x="3920509" y="268909"/>
                  <a:pt x="3936846" y="276633"/>
                </a:cubicBezTo>
                <a:cubicBezTo>
                  <a:pt x="3972980" y="267440"/>
                  <a:pt x="3976670" y="252111"/>
                  <a:pt x="4004538" y="259176"/>
                </a:cubicBezTo>
                <a:cubicBezTo>
                  <a:pt x="4016877" y="233368"/>
                  <a:pt x="4021427" y="241744"/>
                  <a:pt x="4033778" y="246608"/>
                </a:cubicBezTo>
                <a:lnTo>
                  <a:pt x="4035363" y="246843"/>
                </a:lnTo>
                <a:lnTo>
                  <a:pt x="4036996" y="243176"/>
                </a:lnTo>
                <a:lnTo>
                  <a:pt x="4042364" y="240742"/>
                </a:lnTo>
                <a:lnTo>
                  <a:pt x="4058954" y="239121"/>
                </a:lnTo>
                <a:lnTo>
                  <a:pt x="4065510" y="239339"/>
                </a:lnTo>
                <a:cubicBezTo>
                  <a:pt x="4069909" y="239180"/>
                  <a:pt x="4072681" y="238679"/>
                  <a:pt x="4074427" y="237895"/>
                </a:cubicBezTo>
                <a:cubicBezTo>
                  <a:pt x="4074466" y="237796"/>
                  <a:pt x="4074507" y="237697"/>
                  <a:pt x="4074546" y="237596"/>
                </a:cubicBezTo>
                <a:lnTo>
                  <a:pt x="4083097" y="236761"/>
                </a:lnTo>
                <a:cubicBezTo>
                  <a:pt x="4099102" y="230874"/>
                  <a:pt x="4124720" y="217294"/>
                  <a:pt x="4142745" y="210228"/>
                </a:cubicBezTo>
                <a:cubicBezTo>
                  <a:pt x="4161277" y="209757"/>
                  <a:pt x="4204215" y="211652"/>
                  <a:pt x="4191248" y="194363"/>
                </a:cubicBezTo>
                <a:cubicBezTo>
                  <a:pt x="4197143" y="193685"/>
                  <a:pt x="4200119" y="191566"/>
                  <a:pt x="4201744" y="188729"/>
                </a:cubicBezTo>
                <a:cubicBezTo>
                  <a:pt x="4201845" y="188309"/>
                  <a:pt x="4201947" y="187890"/>
                  <a:pt x="4202048" y="187470"/>
                </a:cubicBezTo>
                <a:lnTo>
                  <a:pt x="4248116" y="184675"/>
                </a:lnTo>
                <a:lnTo>
                  <a:pt x="4276141" y="186999"/>
                </a:lnTo>
                <a:lnTo>
                  <a:pt x="4290062" y="186753"/>
                </a:lnTo>
                <a:lnTo>
                  <a:pt x="4295143" y="189670"/>
                </a:lnTo>
                <a:cubicBezTo>
                  <a:pt x="4299996" y="191161"/>
                  <a:pt x="4306126" y="191162"/>
                  <a:pt x="4315108" y="187791"/>
                </a:cubicBezTo>
                <a:lnTo>
                  <a:pt x="4316965" y="186450"/>
                </a:lnTo>
                <a:lnTo>
                  <a:pt x="4362875" y="193065"/>
                </a:lnTo>
                <a:cubicBezTo>
                  <a:pt x="4368977" y="194642"/>
                  <a:pt x="4423306" y="188348"/>
                  <a:pt x="4428542" y="191719"/>
                </a:cubicBezTo>
                <a:cubicBezTo>
                  <a:pt x="4462662" y="194921"/>
                  <a:pt x="4457822" y="194180"/>
                  <a:pt x="4515813" y="181068"/>
                </a:cubicBezTo>
                <a:cubicBezTo>
                  <a:pt x="4524746" y="178930"/>
                  <a:pt x="4680151" y="178122"/>
                  <a:pt x="4715526" y="171166"/>
                </a:cubicBezTo>
                <a:cubicBezTo>
                  <a:pt x="4741916" y="171832"/>
                  <a:pt x="4677963" y="180680"/>
                  <a:pt x="4762447" y="162678"/>
                </a:cubicBezTo>
                <a:cubicBezTo>
                  <a:pt x="4784109" y="162698"/>
                  <a:pt x="4806742" y="151552"/>
                  <a:pt x="4840439" y="134910"/>
                </a:cubicBezTo>
                <a:cubicBezTo>
                  <a:pt x="4916356" y="97503"/>
                  <a:pt x="4937025" y="110510"/>
                  <a:pt x="5011513" y="110893"/>
                </a:cubicBezTo>
                <a:cubicBezTo>
                  <a:pt x="5038947" y="76939"/>
                  <a:pt x="5028196" y="106028"/>
                  <a:pt x="5065790" y="94512"/>
                </a:cubicBezTo>
                <a:cubicBezTo>
                  <a:pt x="5064856" y="121900"/>
                  <a:pt x="5108319" y="72464"/>
                  <a:pt x="5121659" y="101083"/>
                </a:cubicBezTo>
                <a:cubicBezTo>
                  <a:pt x="5128079" y="98081"/>
                  <a:pt x="5133876" y="94270"/>
                  <a:pt x="5139595" y="90230"/>
                </a:cubicBezTo>
                <a:lnTo>
                  <a:pt x="5142598" y="88129"/>
                </a:lnTo>
                <a:lnTo>
                  <a:pt x="5156554" y="84729"/>
                </a:lnTo>
                <a:lnTo>
                  <a:pt x="5174660" y="77506"/>
                </a:lnTo>
                <a:lnTo>
                  <a:pt x="5222961" y="74516"/>
                </a:lnTo>
                <a:cubicBezTo>
                  <a:pt x="5230550" y="71886"/>
                  <a:pt x="5251598" y="63576"/>
                  <a:pt x="5261763" y="63392"/>
                </a:cubicBezTo>
                <a:lnTo>
                  <a:pt x="5381667" y="42975"/>
                </a:lnTo>
                <a:cubicBezTo>
                  <a:pt x="5391827" y="39989"/>
                  <a:pt x="5429368" y="35305"/>
                  <a:pt x="5432760" y="25273"/>
                </a:cubicBezTo>
                <a:cubicBezTo>
                  <a:pt x="5439009" y="12982"/>
                  <a:pt x="5478134" y="27048"/>
                  <a:pt x="5470905" y="14020"/>
                </a:cubicBezTo>
                <a:lnTo>
                  <a:pt x="562696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50CCB-0B21-A73E-B023-ABD54FC93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5430741"/>
            <a:ext cx="10750253" cy="632588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The data challenge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B753A-A9BE-F783-45E6-7869E9006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3850" y="6083801"/>
            <a:ext cx="8803231" cy="494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ea typeface="Batang"/>
              </a:rPr>
              <a:t>Consolidating 16 separate survey data files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5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472DE8-E58B-4D56-BA61-C69C601DC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83ACFC-B25E-402F-BBD8-E42034CDD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76818"/>
          </a:xfrm>
          <a:custGeom>
            <a:avLst/>
            <a:gdLst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076 w 12192000"/>
              <a:gd name="connsiteY144" fmla="*/ 1813003 h 2237474"/>
              <a:gd name="connsiteX145" fmla="*/ 4459810 w 12192000"/>
              <a:gd name="connsiteY145" fmla="*/ 1797886 h 2237474"/>
              <a:gd name="connsiteX146" fmla="*/ 4379064 w 12192000"/>
              <a:gd name="connsiteY146" fmla="*/ 1817177 h 2237474"/>
              <a:gd name="connsiteX147" fmla="*/ 4319209 w 12192000"/>
              <a:gd name="connsiteY147" fmla="*/ 1834833 h 2237474"/>
              <a:gd name="connsiteX148" fmla="*/ 4306907 w 12192000"/>
              <a:gd name="connsiteY148" fmla="*/ 1841641 h 2237474"/>
              <a:gd name="connsiteX149" fmla="*/ 4290981 w 12192000"/>
              <a:gd name="connsiteY149" fmla="*/ 1839677 h 2237474"/>
              <a:gd name="connsiteX150" fmla="*/ 4285792 w 12192000"/>
              <a:gd name="connsiteY150" fmla="*/ 1836231 h 2237474"/>
              <a:gd name="connsiteX151" fmla="*/ 4238372 w 12192000"/>
              <a:gd name="connsiteY151" fmla="*/ 1851480 h 2237474"/>
              <a:gd name="connsiteX152" fmla="*/ 4232517 w 12192000"/>
              <a:gd name="connsiteY152" fmla="*/ 1852567 h 2237474"/>
              <a:gd name="connsiteX153" fmla="*/ 4191732 w 12192000"/>
              <a:gd name="connsiteY153" fmla="*/ 1857328 h 2237474"/>
              <a:gd name="connsiteX154" fmla="*/ 4065532 w 12192000"/>
              <a:gd name="connsiteY154" fmla="*/ 1855477 h 2237474"/>
              <a:gd name="connsiteX155" fmla="*/ 4028460 w 12192000"/>
              <a:gd name="connsiteY155" fmla="*/ 1855137 h 2237474"/>
              <a:gd name="connsiteX156" fmla="*/ 4002267 w 12192000"/>
              <a:gd name="connsiteY156" fmla="*/ 1852352 h 2237474"/>
              <a:gd name="connsiteX157" fmla="*/ 3931396 w 12192000"/>
              <a:gd name="connsiteY157" fmla="*/ 1858915 h 2237474"/>
              <a:gd name="connsiteX158" fmla="*/ 3812162 w 12192000"/>
              <a:gd name="connsiteY158" fmla="*/ 1875501 h 2237474"/>
              <a:gd name="connsiteX159" fmla="*/ 3767672 w 12192000"/>
              <a:gd name="connsiteY159" fmla="*/ 1874600 h 2237474"/>
              <a:gd name="connsiteX160" fmla="*/ 3764741 w 12192000"/>
              <a:gd name="connsiteY160" fmla="*/ 1869433 h 2237474"/>
              <a:gd name="connsiteX161" fmla="*/ 3751332 w 12192000"/>
              <a:gd name="connsiteY161" fmla="*/ 1869854 h 2237474"/>
              <a:gd name="connsiteX162" fmla="*/ 3748155 w 12192000"/>
              <a:gd name="connsiteY162" fmla="*/ 1868903 h 2237474"/>
              <a:gd name="connsiteX163" fmla="*/ 3729530 w 12192000"/>
              <a:gd name="connsiteY163" fmla="*/ 1864513 h 2237474"/>
              <a:gd name="connsiteX164" fmla="*/ 3680177 w 12192000"/>
              <a:gd name="connsiteY164" fmla="*/ 1881552 h 2237474"/>
              <a:gd name="connsiteX165" fmla="*/ 3567259 w 12192000"/>
              <a:gd name="connsiteY165" fmla="*/ 1893482 h 2237474"/>
              <a:gd name="connsiteX166" fmla="*/ 3405770 w 12192000"/>
              <a:gd name="connsiteY166" fmla="*/ 1904591 h 2237474"/>
              <a:gd name="connsiteX167" fmla="*/ 3280097 w 12192000"/>
              <a:gd name="connsiteY167" fmla="*/ 1919610 h 2237474"/>
              <a:gd name="connsiteX168" fmla="*/ 3123424 w 12192000"/>
              <a:gd name="connsiteY168" fmla="*/ 1952930 h 2237474"/>
              <a:gd name="connsiteX169" fmla="*/ 3009910 w 12192000"/>
              <a:gd name="connsiteY169" fmla="*/ 1957866 h 2237474"/>
              <a:gd name="connsiteX170" fmla="*/ 2995934 w 12192000"/>
              <a:gd name="connsiteY170" fmla="*/ 1967085 h 2237474"/>
              <a:gd name="connsiteX171" fmla="*/ 2980071 w 12192000"/>
              <a:gd name="connsiteY171" fmla="*/ 1972988 h 2237474"/>
              <a:gd name="connsiteX172" fmla="*/ 2978094 w 12192000"/>
              <a:gd name="connsiteY172" fmla="*/ 1972369 h 2237474"/>
              <a:gd name="connsiteX173" fmla="*/ 2942858 w 12192000"/>
              <a:gd name="connsiteY173" fmla="*/ 1981367 h 2237474"/>
              <a:gd name="connsiteX174" fmla="*/ 2875436 w 12192000"/>
              <a:gd name="connsiteY174" fmla="*/ 1996977 h 2237474"/>
              <a:gd name="connsiteX175" fmla="*/ 2874892 w 12192000"/>
              <a:gd name="connsiteY175" fmla="*/ 1996085 h 2237474"/>
              <a:gd name="connsiteX176" fmla="*/ 2864145 w 12192000"/>
              <a:gd name="connsiteY176" fmla="*/ 1994061 h 2237474"/>
              <a:gd name="connsiteX177" fmla="*/ 2843662 w 12192000"/>
              <a:gd name="connsiteY177" fmla="*/ 1992498 h 2237474"/>
              <a:gd name="connsiteX178" fmla="*/ 2796128 w 12192000"/>
              <a:gd name="connsiteY178" fmla="*/ 1976403 h 2237474"/>
              <a:gd name="connsiteX179" fmla="*/ 2756784 w 12192000"/>
              <a:gd name="connsiteY179" fmla="*/ 1985116 h 2237474"/>
              <a:gd name="connsiteX180" fmla="*/ 2748833 w 12192000"/>
              <a:gd name="connsiteY180" fmla="*/ 1986323 h 2237474"/>
              <a:gd name="connsiteX181" fmla="*/ 2748661 w 12192000"/>
              <a:gd name="connsiteY181" fmla="*/ 1986122 h 2237474"/>
              <a:gd name="connsiteX182" fmla="*/ 2740251 w 12192000"/>
              <a:gd name="connsiteY182" fmla="*/ 1986946 h 2237474"/>
              <a:gd name="connsiteX183" fmla="*/ 2718916 w 12192000"/>
              <a:gd name="connsiteY183" fmla="*/ 1990867 h 2237474"/>
              <a:gd name="connsiteX184" fmla="*/ 2713522 w 12192000"/>
              <a:gd name="connsiteY184" fmla="*/ 1990173 h 2237474"/>
              <a:gd name="connsiteX185" fmla="*/ 2680597 w 12192000"/>
              <a:gd name="connsiteY185" fmla="*/ 1984996 h 2237474"/>
              <a:gd name="connsiteX186" fmla="*/ 2578178 w 12192000"/>
              <a:gd name="connsiteY186" fmla="*/ 1990531 h 2237474"/>
              <a:gd name="connsiteX187" fmla="*/ 2476147 w 12192000"/>
              <a:gd name="connsiteY187" fmla="*/ 1998305 h 2237474"/>
              <a:gd name="connsiteX188" fmla="*/ 2373568 w 12192000"/>
              <a:gd name="connsiteY188" fmla="*/ 2003219 h 2237474"/>
              <a:gd name="connsiteX189" fmla="*/ 2321399 w 12192000"/>
              <a:gd name="connsiteY189" fmla="*/ 1989467 h 2237474"/>
              <a:gd name="connsiteX190" fmla="*/ 2315525 w 12192000"/>
              <a:gd name="connsiteY190" fmla="*/ 1989708 h 2237474"/>
              <a:gd name="connsiteX191" fmla="*/ 2300792 w 12192000"/>
              <a:gd name="connsiteY191" fmla="*/ 1994290 h 2237474"/>
              <a:gd name="connsiteX192" fmla="*/ 2295469 w 12192000"/>
              <a:gd name="connsiteY192" fmla="*/ 1996659 h 2237474"/>
              <a:gd name="connsiteX193" fmla="*/ 2287219 w 12192000"/>
              <a:gd name="connsiteY193" fmla="*/ 1998750 h 2237474"/>
              <a:gd name="connsiteX194" fmla="*/ 2286948 w 12192000"/>
              <a:gd name="connsiteY194" fmla="*/ 1998596 h 2237474"/>
              <a:gd name="connsiteX195" fmla="*/ 2243069 w 12192000"/>
              <a:gd name="connsiteY195" fmla="*/ 2015111 h 2237474"/>
              <a:gd name="connsiteX196" fmla="*/ 2186609 w 12192000"/>
              <a:gd name="connsiteY196" fmla="*/ 2008263 h 2237474"/>
              <a:gd name="connsiteX197" fmla="*/ 2164831 w 12192000"/>
              <a:gd name="connsiteY197" fmla="*/ 2010143 h 2237474"/>
              <a:gd name="connsiteX198" fmla="*/ 2152836 w 12192000"/>
              <a:gd name="connsiteY198" fmla="*/ 2010048 h 2237474"/>
              <a:gd name="connsiteX199" fmla="*/ 2117102 w 12192000"/>
              <a:gd name="connsiteY199" fmla="*/ 2023004 h 2237474"/>
              <a:gd name="connsiteX200" fmla="*/ 2111935 w 12192000"/>
              <a:gd name="connsiteY200" fmla="*/ 2023163 h 2237474"/>
              <a:gd name="connsiteX201" fmla="*/ 2089991 w 12192000"/>
              <a:gd name="connsiteY201" fmla="*/ 2034193 h 2237474"/>
              <a:gd name="connsiteX202" fmla="*/ 2058061 w 12192000"/>
              <a:gd name="connsiteY202" fmla="*/ 2047942 h 2237474"/>
              <a:gd name="connsiteX203" fmla="*/ 2055737 w 12192000"/>
              <a:gd name="connsiteY203" fmla="*/ 2047704 h 2237474"/>
              <a:gd name="connsiteX204" fmla="*/ 2042244 w 12192000"/>
              <a:gd name="connsiteY204" fmla="*/ 2055560 h 2237474"/>
              <a:gd name="connsiteX205" fmla="*/ 1976224 w 12192000"/>
              <a:gd name="connsiteY205" fmla="*/ 2074257 h 2237474"/>
              <a:gd name="connsiteX206" fmla="*/ 1877728 w 12192000"/>
              <a:gd name="connsiteY206" fmla="*/ 2101004 h 2237474"/>
              <a:gd name="connsiteX207" fmla="*/ 1759056 w 12192000"/>
              <a:gd name="connsiteY207" fmla="*/ 2125608 h 2237474"/>
              <a:gd name="connsiteX208" fmla="*/ 1637948 w 12192000"/>
              <a:gd name="connsiteY208" fmla="*/ 2172597 h 2237474"/>
              <a:gd name="connsiteX209" fmla="*/ 1434549 w 12192000"/>
              <a:gd name="connsiteY209" fmla="*/ 2234522 h 2237474"/>
              <a:gd name="connsiteX210" fmla="*/ 1398481 w 12192000"/>
              <a:gd name="connsiteY210" fmla="*/ 2237074 h 2237474"/>
              <a:gd name="connsiteX211" fmla="*/ 1398407 w 12192000"/>
              <a:gd name="connsiteY211" fmla="*/ 2237095 h 2237474"/>
              <a:gd name="connsiteX212" fmla="*/ 1370962 w 12192000"/>
              <a:gd name="connsiteY212" fmla="*/ 2237474 h 2237474"/>
              <a:gd name="connsiteX213" fmla="*/ 1356367 w 12192000"/>
              <a:gd name="connsiteY213" fmla="*/ 2235089 h 2237474"/>
              <a:gd name="connsiteX214" fmla="*/ 1324828 w 12192000"/>
              <a:gd name="connsiteY214" fmla="*/ 2231968 h 2237474"/>
              <a:gd name="connsiteX215" fmla="*/ 1297744 w 12192000"/>
              <a:gd name="connsiteY215" fmla="*/ 2235849 h 2237474"/>
              <a:gd name="connsiteX216" fmla="*/ 1286236 w 12192000"/>
              <a:gd name="connsiteY216" fmla="*/ 2233135 h 2237474"/>
              <a:gd name="connsiteX217" fmla="*/ 1283504 w 12192000"/>
              <a:gd name="connsiteY217" fmla="*/ 2233797 h 2237474"/>
              <a:gd name="connsiteX218" fmla="*/ 1279765 w 12192000"/>
              <a:gd name="connsiteY218" fmla="*/ 2229639 h 2237474"/>
              <a:gd name="connsiteX219" fmla="*/ 1195347 w 12192000"/>
              <a:gd name="connsiteY219" fmla="*/ 2212354 h 2237474"/>
              <a:gd name="connsiteX220" fmla="*/ 970251 w 12192000"/>
              <a:gd name="connsiteY220" fmla="*/ 2221029 h 2237474"/>
              <a:gd name="connsiteX221" fmla="*/ 812914 w 12192000"/>
              <a:gd name="connsiteY221" fmla="*/ 2202752 h 2237474"/>
              <a:gd name="connsiteX222" fmla="*/ 800195 w 12192000"/>
              <a:gd name="connsiteY222" fmla="*/ 2209407 h 2237474"/>
              <a:gd name="connsiteX223" fmla="*/ 784978 w 12192000"/>
              <a:gd name="connsiteY223" fmla="*/ 2212360 h 2237474"/>
              <a:gd name="connsiteX224" fmla="*/ 681987 w 12192000"/>
              <a:gd name="connsiteY224" fmla="*/ 2216757 h 2237474"/>
              <a:gd name="connsiteX225" fmla="*/ 669923 w 12192000"/>
              <a:gd name="connsiteY225" fmla="*/ 2211682 h 2237474"/>
              <a:gd name="connsiteX226" fmla="*/ 648680 w 12192000"/>
              <a:gd name="connsiteY226" fmla="*/ 2206229 h 2237474"/>
              <a:gd name="connsiteX227" fmla="*/ 597225 w 12192000"/>
              <a:gd name="connsiteY227" fmla="*/ 2180999 h 2237474"/>
              <a:gd name="connsiteX228" fmla="*/ 558449 w 12192000"/>
              <a:gd name="connsiteY228" fmla="*/ 2182346 h 2237474"/>
              <a:gd name="connsiteX229" fmla="*/ 550517 w 12192000"/>
              <a:gd name="connsiteY229" fmla="*/ 2182060 h 2237474"/>
              <a:gd name="connsiteX230" fmla="*/ 550309 w 12192000"/>
              <a:gd name="connsiteY230" fmla="*/ 2181825 h 2237474"/>
              <a:gd name="connsiteX231" fmla="*/ 541836 w 12192000"/>
              <a:gd name="connsiteY231" fmla="*/ 2181063 h 2237474"/>
              <a:gd name="connsiteX232" fmla="*/ 536057 w 12192000"/>
              <a:gd name="connsiteY232" fmla="*/ 2181537 h 2237474"/>
              <a:gd name="connsiteX233" fmla="*/ 520671 w 12192000"/>
              <a:gd name="connsiteY233" fmla="*/ 2180980 h 2237474"/>
              <a:gd name="connsiteX234" fmla="*/ 515024 w 12192000"/>
              <a:gd name="connsiteY234" fmla="*/ 2179258 h 2237474"/>
              <a:gd name="connsiteX235" fmla="*/ 512278 w 12192000"/>
              <a:gd name="connsiteY235" fmla="*/ 2176369 h 2237474"/>
              <a:gd name="connsiteX236" fmla="*/ 480419 w 12192000"/>
              <a:gd name="connsiteY236" fmla="*/ 2167807 h 2237474"/>
              <a:gd name="connsiteX237" fmla="*/ 413835 w 12192000"/>
              <a:gd name="connsiteY237" fmla="*/ 2156783 h 2237474"/>
              <a:gd name="connsiteX238" fmla="*/ 376513 w 12192000"/>
              <a:gd name="connsiteY238" fmla="*/ 2154014 h 2237474"/>
              <a:gd name="connsiteX239" fmla="*/ 273386 w 12192000"/>
              <a:gd name="connsiteY239" fmla="*/ 2142551 h 2237474"/>
              <a:gd name="connsiteX240" fmla="*/ 169207 w 12192000"/>
              <a:gd name="connsiteY240" fmla="*/ 2128100 h 2237474"/>
              <a:gd name="connsiteX241" fmla="*/ 93149 w 12192000"/>
              <a:gd name="connsiteY241" fmla="*/ 2105324 h 2237474"/>
              <a:gd name="connsiteX242" fmla="*/ 88109 w 12192000"/>
              <a:gd name="connsiteY242" fmla="*/ 2106704 h 2237474"/>
              <a:gd name="connsiteX243" fmla="*/ 80022 w 12192000"/>
              <a:gd name="connsiteY243" fmla="*/ 2107254 h 2237474"/>
              <a:gd name="connsiteX244" fmla="*/ 79717 w 12192000"/>
              <a:gd name="connsiteY244" fmla="*/ 2107046 h 2237474"/>
              <a:gd name="connsiteX245" fmla="*/ 72352 w 12192000"/>
              <a:gd name="connsiteY245" fmla="*/ 2107991 h 2237474"/>
              <a:gd name="connsiteX246" fmla="*/ 37645 w 12192000"/>
              <a:gd name="connsiteY246" fmla="*/ 2115401 h 2237474"/>
              <a:gd name="connsiteX247" fmla="*/ 4572 w 12192000"/>
              <a:gd name="connsiteY247" fmla="*/ 2111091 h 2237474"/>
              <a:gd name="connsiteX248" fmla="*/ 0 w 12192000"/>
              <a:gd name="connsiteY248" fmla="*/ 2110468 h 223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12192000" h="2237474">
                <a:moveTo>
                  <a:pt x="0" y="0"/>
                </a:moveTo>
                <a:lnTo>
                  <a:pt x="12192000" y="0"/>
                </a:lnTo>
                <a:lnTo>
                  <a:pt x="12192000" y="751299"/>
                </a:lnTo>
                <a:lnTo>
                  <a:pt x="12176759" y="759190"/>
                </a:lnTo>
                <a:cubicBezTo>
                  <a:pt x="12165968" y="763819"/>
                  <a:pt x="12157853" y="765770"/>
                  <a:pt x="12154948" y="762731"/>
                </a:cubicBezTo>
                <a:cubicBezTo>
                  <a:pt x="12116503" y="759396"/>
                  <a:pt x="12073342" y="763579"/>
                  <a:pt x="12047364" y="749662"/>
                </a:cubicBezTo>
                <a:cubicBezTo>
                  <a:pt x="12041261" y="730599"/>
                  <a:pt x="11914319" y="741909"/>
                  <a:pt x="11890686" y="732766"/>
                </a:cubicBezTo>
                <a:cubicBezTo>
                  <a:pt x="11832408" y="747890"/>
                  <a:pt x="11815359" y="777569"/>
                  <a:pt x="11782413" y="769868"/>
                </a:cubicBezTo>
                <a:cubicBezTo>
                  <a:pt x="11760031" y="763594"/>
                  <a:pt x="11675205" y="777151"/>
                  <a:pt x="11649954" y="749628"/>
                </a:cubicBezTo>
                <a:cubicBezTo>
                  <a:pt x="11608286" y="767874"/>
                  <a:pt x="11593031" y="740811"/>
                  <a:pt x="11560424" y="748017"/>
                </a:cubicBezTo>
                <a:cubicBezTo>
                  <a:pt x="11488916" y="747650"/>
                  <a:pt x="11449669" y="773362"/>
                  <a:pt x="11358455" y="747593"/>
                </a:cubicBezTo>
                <a:cubicBezTo>
                  <a:pt x="11316233" y="754756"/>
                  <a:pt x="11256313" y="713012"/>
                  <a:pt x="11165209" y="748852"/>
                </a:cubicBezTo>
                <a:cubicBezTo>
                  <a:pt x="11113345" y="753539"/>
                  <a:pt x="11140250" y="736122"/>
                  <a:pt x="11058755" y="749617"/>
                </a:cubicBezTo>
                <a:cubicBezTo>
                  <a:pt x="11036836" y="722990"/>
                  <a:pt x="10909903" y="759211"/>
                  <a:pt x="10884013" y="760728"/>
                </a:cubicBezTo>
                <a:cubicBezTo>
                  <a:pt x="10864519" y="743356"/>
                  <a:pt x="10853492" y="756172"/>
                  <a:pt x="10834688" y="757726"/>
                </a:cubicBezTo>
                <a:cubicBezTo>
                  <a:pt x="10826871" y="747343"/>
                  <a:pt x="10811086" y="746602"/>
                  <a:pt x="10805004" y="757573"/>
                </a:cubicBezTo>
                <a:cubicBezTo>
                  <a:pt x="10810951" y="784448"/>
                  <a:pt x="10744688" y="759043"/>
                  <a:pt x="10739478" y="776841"/>
                </a:cubicBezTo>
                <a:cubicBezTo>
                  <a:pt x="10678284" y="779408"/>
                  <a:pt x="10540854" y="756546"/>
                  <a:pt x="10458762" y="755400"/>
                </a:cubicBezTo>
                <a:cubicBezTo>
                  <a:pt x="10426976" y="747433"/>
                  <a:pt x="10362961" y="776166"/>
                  <a:pt x="10246919" y="769960"/>
                </a:cubicBezTo>
                <a:cubicBezTo>
                  <a:pt x="10231631" y="763610"/>
                  <a:pt x="10172943" y="749095"/>
                  <a:pt x="10167995" y="760843"/>
                </a:cubicBezTo>
                <a:cubicBezTo>
                  <a:pt x="10131971" y="759999"/>
                  <a:pt x="10021683" y="796978"/>
                  <a:pt x="9997044" y="780129"/>
                </a:cubicBezTo>
                <a:cubicBezTo>
                  <a:pt x="10001018" y="806225"/>
                  <a:pt x="9951331" y="779975"/>
                  <a:pt x="9943887" y="804141"/>
                </a:cubicBezTo>
                <a:lnTo>
                  <a:pt x="9918248" y="816628"/>
                </a:lnTo>
                <a:lnTo>
                  <a:pt x="9836148" y="858312"/>
                </a:lnTo>
                <a:lnTo>
                  <a:pt x="9823800" y="866604"/>
                </a:lnTo>
                <a:lnTo>
                  <a:pt x="9794684" y="864509"/>
                </a:lnTo>
                <a:lnTo>
                  <a:pt x="9778288" y="854362"/>
                </a:lnTo>
                <a:lnTo>
                  <a:pt x="9773886" y="857543"/>
                </a:lnTo>
                <a:cubicBezTo>
                  <a:pt x="9769008" y="863842"/>
                  <a:pt x="9766501" y="867741"/>
                  <a:pt x="9761459" y="862394"/>
                </a:cubicBezTo>
                <a:lnTo>
                  <a:pt x="9705768" y="894610"/>
                </a:lnTo>
                <a:cubicBezTo>
                  <a:pt x="9699860" y="897215"/>
                  <a:pt x="9692576" y="897590"/>
                  <a:pt x="9683005" y="894128"/>
                </a:cubicBezTo>
                <a:cubicBezTo>
                  <a:pt x="9664449" y="898200"/>
                  <a:pt x="9612100" y="914263"/>
                  <a:pt x="9594438" y="919051"/>
                </a:cubicBezTo>
                <a:lnTo>
                  <a:pt x="9577033" y="922857"/>
                </a:lnTo>
                <a:cubicBezTo>
                  <a:pt x="9568659" y="926175"/>
                  <a:pt x="9551353" y="936082"/>
                  <a:pt x="9544189" y="938966"/>
                </a:cubicBezTo>
                <a:cubicBezTo>
                  <a:pt x="9538380" y="940584"/>
                  <a:pt x="9541329" y="937538"/>
                  <a:pt x="9534048" y="940158"/>
                </a:cubicBezTo>
                <a:cubicBezTo>
                  <a:pt x="9533709" y="946069"/>
                  <a:pt x="9530854" y="951684"/>
                  <a:pt x="9500499" y="954680"/>
                </a:cubicBezTo>
                <a:cubicBezTo>
                  <a:pt x="9481230" y="968165"/>
                  <a:pt x="9456325" y="979029"/>
                  <a:pt x="9428195" y="986225"/>
                </a:cubicBezTo>
                <a:cubicBezTo>
                  <a:pt x="9422499" y="981315"/>
                  <a:pt x="9414660" y="991352"/>
                  <a:pt x="9410017" y="993931"/>
                </a:cubicBezTo>
                <a:cubicBezTo>
                  <a:pt x="9408360" y="990327"/>
                  <a:pt x="9395782" y="990863"/>
                  <a:pt x="9392919" y="994656"/>
                </a:cubicBezTo>
                <a:cubicBezTo>
                  <a:pt x="9310581" y="1024474"/>
                  <a:pt x="9345163" y="981210"/>
                  <a:pt x="9301293" y="1011593"/>
                </a:cubicBezTo>
                <a:cubicBezTo>
                  <a:pt x="9292916" y="1014346"/>
                  <a:pt x="9285483" y="1013807"/>
                  <a:pt x="9278619" y="1011878"/>
                </a:cubicBezTo>
                <a:lnTo>
                  <a:pt x="9268019" y="1007442"/>
                </a:lnTo>
                <a:lnTo>
                  <a:pt x="9234662" y="1023056"/>
                </a:lnTo>
                <a:cubicBezTo>
                  <a:pt x="9217868" y="1029197"/>
                  <a:pt x="9199852" y="1034202"/>
                  <a:pt x="9181033" y="1037921"/>
                </a:cubicBezTo>
                <a:cubicBezTo>
                  <a:pt x="9174974" y="1030923"/>
                  <a:pt x="9162516" y="1043719"/>
                  <a:pt x="9155969" y="1046804"/>
                </a:cubicBezTo>
                <a:cubicBezTo>
                  <a:pt x="9154734" y="1041866"/>
                  <a:pt x="9138567" y="1041606"/>
                  <a:pt x="9133985" y="1046450"/>
                </a:cubicBezTo>
                <a:cubicBezTo>
                  <a:pt x="9021681" y="1079910"/>
                  <a:pt x="9076377" y="1024799"/>
                  <a:pt x="9012987" y="1061986"/>
                </a:cubicBezTo>
                <a:lnTo>
                  <a:pt x="8968445" y="1052169"/>
                </a:lnTo>
                <a:lnTo>
                  <a:pt x="8958984" y="1057212"/>
                </a:lnTo>
                <a:cubicBezTo>
                  <a:pt x="8920115" y="1062770"/>
                  <a:pt x="8906181" y="1053838"/>
                  <a:pt x="8886001" y="1067468"/>
                </a:cubicBezTo>
                <a:cubicBezTo>
                  <a:pt x="8847384" y="1050046"/>
                  <a:pt x="8863283" y="1068286"/>
                  <a:pt x="8838610" y="1075091"/>
                </a:cubicBezTo>
                <a:cubicBezTo>
                  <a:pt x="8816007" y="1080079"/>
                  <a:pt x="8773923" y="1092257"/>
                  <a:pt x="8750383" y="1097387"/>
                </a:cubicBezTo>
                <a:cubicBezTo>
                  <a:pt x="8735450" y="1116502"/>
                  <a:pt x="8721220" y="1097372"/>
                  <a:pt x="8697365" y="1105869"/>
                </a:cubicBezTo>
                <a:cubicBezTo>
                  <a:pt x="8687037" y="1113735"/>
                  <a:pt x="8678781" y="1115961"/>
                  <a:pt x="8665605" y="1110791"/>
                </a:cubicBezTo>
                <a:cubicBezTo>
                  <a:pt x="8618410" y="1148662"/>
                  <a:pt x="8633049" y="1116609"/>
                  <a:pt x="8584946" y="1135226"/>
                </a:cubicBezTo>
                <a:cubicBezTo>
                  <a:pt x="8544020" y="1153499"/>
                  <a:pt x="8496232" y="1168229"/>
                  <a:pt x="8460755" y="1203427"/>
                </a:cubicBezTo>
                <a:cubicBezTo>
                  <a:pt x="8454928" y="1212828"/>
                  <a:pt x="8436573" y="1218574"/>
                  <a:pt x="8419755" y="1216260"/>
                </a:cubicBezTo>
                <a:cubicBezTo>
                  <a:pt x="8416861" y="1215863"/>
                  <a:pt x="8414124" y="1215234"/>
                  <a:pt x="8411626" y="1214397"/>
                </a:cubicBezTo>
                <a:cubicBezTo>
                  <a:pt x="8391326" y="1238641"/>
                  <a:pt x="8371389" y="1231045"/>
                  <a:pt x="8363469" y="1246658"/>
                </a:cubicBezTo>
                <a:cubicBezTo>
                  <a:pt x="8322316" y="1258746"/>
                  <a:pt x="8283162" y="1250600"/>
                  <a:pt x="8275497" y="1264396"/>
                </a:cubicBezTo>
                <a:cubicBezTo>
                  <a:pt x="8253233" y="1266996"/>
                  <a:pt x="8218383" y="1257577"/>
                  <a:pt x="8206287" y="1273060"/>
                </a:cubicBezTo>
                <a:cubicBezTo>
                  <a:pt x="8200396" y="1262794"/>
                  <a:pt x="8183827" y="1285000"/>
                  <a:pt x="8168705" y="1279956"/>
                </a:cubicBezTo>
                <a:cubicBezTo>
                  <a:pt x="8157611" y="1275235"/>
                  <a:pt x="8149996" y="1280870"/>
                  <a:pt x="8139997" y="1282713"/>
                </a:cubicBezTo>
                <a:cubicBezTo>
                  <a:pt x="8125566" y="1279776"/>
                  <a:pt x="8084128" y="1294221"/>
                  <a:pt x="8074238" y="1301895"/>
                </a:cubicBezTo>
                <a:cubicBezTo>
                  <a:pt x="8052170" y="1326903"/>
                  <a:pt x="7986951" y="1319381"/>
                  <a:pt x="7968292" y="1338779"/>
                </a:cubicBezTo>
                <a:cubicBezTo>
                  <a:pt x="7960694" y="1342282"/>
                  <a:pt x="7952937" y="1344333"/>
                  <a:pt x="7945122" y="1345477"/>
                </a:cubicBezTo>
                <a:lnTo>
                  <a:pt x="7922771" y="1346645"/>
                </a:lnTo>
                <a:lnTo>
                  <a:pt x="7915461" y="1342919"/>
                </a:lnTo>
                <a:lnTo>
                  <a:pt x="7902328" y="1345865"/>
                </a:lnTo>
                <a:lnTo>
                  <a:pt x="7898322" y="1345689"/>
                </a:lnTo>
                <a:lnTo>
                  <a:pt x="7875879" y="1345646"/>
                </a:lnTo>
                <a:cubicBezTo>
                  <a:pt x="7890672" y="1367295"/>
                  <a:pt x="7816428" y="1353520"/>
                  <a:pt x="7840612" y="1369373"/>
                </a:cubicBezTo>
                <a:cubicBezTo>
                  <a:pt x="7803208" y="1375918"/>
                  <a:pt x="7836041" y="1389289"/>
                  <a:pt x="7786819" y="1378970"/>
                </a:cubicBezTo>
                <a:cubicBezTo>
                  <a:pt x="7732613" y="1405648"/>
                  <a:pt x="7587405" y="1382806"/>
                  <a:pt x="7548172" y="1417460"/>
                </a:cubicBezTo>
                <a:cubicBezTo>
                  <a:pt x="7551327" y="1405830"/>
                  <a:pt x="7499280" y="1470447"/>
                  <a:pt x="7483437" y="1478152"/>
                </a:cubicBezTo>
                <a:cubicBezTo>
                  <a:pt x="7446517" y="1491067"/>
                  <a:pt x="7432754" y="1502351"/>
                  <a:pt x="7377870" y="1523319"/>
                </a:cubicBezTo>
                <a:cubicBezTo>
                  <a:pt x="7324166" y="1536168"/>
                  <a:pt x="7290459" y="1563749"/>
                  <a:pt x="7230737" y="1562633"/>
                </a:cubicBezTo>
                <a:cubicBezTo>
                  <a:pt x="7229794" y="1566487"/>
                  <a:pt x="7227568" y="1569908"/>
                  <a:pt x="7224458" y="1573008"/>
                </a:cubicBezTo>
                <a:lnTo>
                  <a:pt x="7213486" y="1580987"/>
                </a:lnTo>
                <a:lnTo>
                  <a:pt x="7210972" y="1580856"/>
                </a:lnTo>
                <a:lnTo>
                  <a:pt x="7183121" y="1595162"/>
                </a:lnTo>
                <a:lnTo>
                  <a:pt x="7164601" y="1606490"/>
                </a:lnTo>
                <a:lnTo>
                  <a:pt x="7159286" y="1606850"/>
                </a:lnTo>
                <a:cubicBezTo>
                  <a:pt x="7150961" y="1609262"/>
                  <a:pt x="7125743" y="1618162"/>
                  <a:pt x="7114651" y="1620959"/>
                </a:cubicBezTo>
                <a:cubicBezTo>
                  <a:pt x="7109310" y="1606138"/>
                  <a:pt x="7106695" y="1617324"/>
                  <a:pt x="7092727" y="1623628"/>
                </a:cubicBezTo>
                <a:cubicBezTo>
                  <a:pt x="7081313" y="1602012"/>
                  <a:pt x="7049394" y="1627301"/>
                  <a:pt x="7031309" y="1619451"/>
                </a:cubicBezTo>
                <a:cubicBezTo>
                  <a:pt x="7021305" y="1624569"/>
                  <a:pt x="7010515" y="1629587"/>
                  <a:pt x="6999084" y="1634317"/>
                </a:cubicBezTo>
                <a:lnTo>
                  <a:pt x="6992107" y="1636860"/>
                </a:lnTo>
                <a:lnTo>
                  <a:pt x="6991765" y="1636725"/>
                </a:lnTo>
                <a:cubicBezTo>
                  <a:pt x="6989813" y="1636884"/>
                  <a:pt x="6987353" y="1637572"/>
                  <a:pt x="6983996" y="1639040"/>
                </a:cubicBezTo>
                <a:lnTo>
                  <a:pt x="6979383" y="1641496"/>
                </a:lnTo>
                <a:lnTo>
                  <a:pt x="6900177" y="1636016"/>
                </a:lnTo>
                <a:cubicBezTo>
                  <a:pt x="6859708" y="1641136"/>
                  <a:pt x="6829973" y="1628753"/>
                  <a:pt x="6795372" y="1644845"/>
                </a:cubicBezTo>
                <a:cubicBezTo>
                  <a:pt x="6757466" y="1649571"/>
                  <a:pt x="6723150" y="1647290"/>
                  <a:pt x="6692251" y="1656357"/>
                </a:cubicBezTo>
                <a:cubicBezTo>
                  <a:pt x="6678032" y="1652894"/>
                  <a:pt x="6665282" y="1652445"/>
                  <a:pt x="6655235" y="1661869"/>
                </a:cubicBezTo>
                <a:cubicBezTo>
                  <a:pt x="6619334" y="1664040"/>
                  <a:pt x="6608179" y="1654034"/>
                  <a:pt x="6587857" y="1665769"/>
                </a:cubicBezTo>
                <a:lnTo>
                  <a:pt x="6554894" y="1664428"/>
                </a:lnTo>
                <a:lnTo>
                  <a:pt x="6551579" y="1662213"/>
                </a:lnTo>
                <a:lnTo>
                  <a:pt x="6545693" y="1661776"/>
                </a:lnTo>
                <a:lnTo>
                  <a:pt x="6530561" y="1664619"/>
                </a:lnTo>
                <a:lnTo>
                  <a:pt x="6525028" y="1666354"/>
                </a:lnTo>
                <a:cubicBezTo>
                  <a:pt x="6521154" y="1667301"/>
                  <a:pt x="6518510" y="1667613"/>
                  <a:pt x="6516595" y="1667475"/>
                </a:cubicBezTo>
                <a:lnTo>
                  <a:pt x="6516340" y="1667291"/>
                </a:lnTo>
                <a:lnTo>
                  <a:pt x="6508541" y="1668757"/>
                </a:lnTo>
                <a:cubicBezTo>
                  <a:pt x="6495493" y="1671715"/>
                  <a:pt x="6482908" y="1675051"/>
                  <a:pt x="6471012" y="1678604"/>
                </a:cubicBezTo>
                <a:cubicBezTo>
                  <a:pt x="6457809" y="1668164"/>
                  <a:pt x="6415506" y="1688334"/>
                  <a:pt x="6415265" y="1665317"/>
                </a:cubicBezTo>
                <a:cubicBezTo>
                  <a:pt x="6399063" y="1669446"/>
                  <a:pt x="6391173" y="1680085"/>
                  <a:pt x="6393343" y="1664672"/>
                </a:cubicBezTo>
                <a:lnTo>
                  <a:pt x="6380457" y="1662376"/>
                </a:lnTo>
                <a:lnTo>
                  <a:pt x="6280959" y="1689329"/>
                </a:lnTo>
                <a:lnTo>
                  <a:pt x="6266765" y="1695560"/>
                </a:lnTo>
                <a:cubicBezTo>
                  <a:pt x="6262331" y="1698152"/>
                  <a:pt x="6258580" y="1701192"/>
                  <a:pt x="6255823" y="1704850"/>
                </a:cubicBezTo>
                <a:cubicBezTo>
                  <a:pt x="6200184" y="1694834"/>
                  <a:pt x="6155082" y="1716996"/>
                  <a:pt x="6098321" y="1721646"/>
                </a:cubicBezTo>
                <a:cubicBezTo>
                  <a:pt x="6036511" y="1734126"/>
                  <a:pt x="5902526" y="1770074"/>
                  <a:pt x="5880652" y="1779643"/>
                </a:cubicBezTo>
                <a:cubicBezTo>
                  <a:pt x="5862008" y="1784877"/>
                  <a:pt x="5777344" y="1786304"/>
                  <a:pt x="5785959" y="1775307"/>
                </a:cubicBezTo>
                <a:cubicBezTo>
                  <a:pt x="5732223" y="1803618"/>
                  <a:pt x="5707481" y="1784706"/>
                  <a:pt x="5643534" y="1802919"/>
                </a:cubicBezTo>
                <a:lnTo>
                  <a:pt x="5518799" y="1818312"/>
                </a:lnTo>
                <a:lnTo>
                  <a:pt x="5505014" y="1819259"/>
                </a:lnTo>
                <a:lnTo>
                  <a:pt x="5499949" y="1814490"/>
                </a:lnTo>
                <a:lnTo>
                  <a:pt x="5453307" y="1815450"/>
                </a:lnTo>
                <a:cubicBezTo>
                  <a:pt x="5433075" y="1827706"/>
                  <a:pt x="5395563" y="1821122"/>
                  <a:pt x="5364192" y="1826074"/>
                </a:cubicBezTo>
                <a:lnTo>
                  <a:pt x="5350380" y="1830891"/>
                </a:lnTo>
                <a:lnTo>
                  <a:pt x="5259633" y="1837160"/>
                </a:lnTo>
                <a:lnTo>
                  <a:pt x="5197513" y="1844718"/>
                </a:lnTo>
                <a:lnTo>
                  <a:pt x="5184170" y="1849402"/>
                </a:lnTo>
                <a:lnTo>
                  <a:pt x="5168852" y="1844846"/>
                </a:lnTo>
                <a:cubicBezTo>
                  <a:pt x="5166986" y="1843561"/>
                  <a:pt x="5165478" y="1842127"/>
                  <a:pt x="5164370" y="1840597"/>
                </a:cubicBezTo>
                <a:lnTo>
                  <a:pt x="5114927" y="1847827"/>
                </a:lnTo>
                <a:lnTo>
                  <a:pt x="5108970" y="1847935"/>
                </a:lnTo>
                <a:lnTo>
                  <a:pt x="5067961" y="1845917"/>
                </a:lnTo>
                <a:lnTo>
                  <a:pt x="5007075" y="1838626"/>
                </a:lnTo>
                <a:cubicBezTo>
                  <a:pt x="4987003" y="1833546"/>
                  <a:pt x="4969259" y="1814096"/>
                  <a:pt x="4944087" y="1823332"/>
                </a:cubicBezTo>
                <a:cubicBezTo>
                  <a:pt x="4949882" y="1812650"/>
                  <a:pt x="4914396" y="1826154"/>
                  <a:pt x="4907662" y="1816900"/>
                </a:cubicBezTo>
                <a:cubicBezTo>
                  <a:pt x="4903760" y="1809237"/>
                  <a:pt x="4892087" y="1811549"/>
                  <a:pt x="4882386" y="1809844"/>
                </a:cubicBezTo>
                <a:cubicBezTo>
                  <a:pt x="4874062" y="1802609"/>
                  <a:pt x="4826962" y="1801349"/>
                  <a:pt x="4811440" y="1804655"/>
                </a:cubicBezTo>
                <a:cubicBezTo>
                  <a:pt x="4768806" y="1818748"/>
                  <a:pt x="4725356" y="1790961"/>
                  <a:pt x="4691075" y="1801389"/>
                </a:cubicBezTo>
                <a:cubicBezTo>
                  <a:pt x="4663743" y="1799478"/>
                  <a:pt x="4655044" y="1795479"/>
                  <a:pt x="4647449" y="1793181"/>
                </a:cubicBezTo>
                <a:lnTo>
                  <a:pt x="4645504" y="1787606"/>
                </a:lnTo>
                <a:lnTo>
                  <a:pt x="4632229" y="1785815"/>
                </a:lnTo>
                <a:lnTo>
                  <a:pt x="4629273" y="1784355"/>
                </a:lnTo>
                <a:cubicBezTo>
                  <a:pt x="4623639" y="1781544"/>
                  <a:pt x="4617950" y="1778917"/>
                  <a:pt x="4611738" y="1776964"/>
                </a:cubicBezTo>
                <a:cubicBezTo>
                  <a:pt x="4601379" y="1800272"/>
                  <a:pt x="4557197" y="1764196"/>
                  <a:pt x="4560070" y="1785640"/>
                </a:cubicBezTo>
                <a:lnTo>
                  <a:pt x="4536503" y="1785334"/>
                </a:lnTo>
                <a:lnTo>
                  <a:pt x="4513724" y="1791996"/>
                </a:lnTo>
                <a:lnTo>
                  <a:pt x="4501513" y="1799835"/>
                </a:lnTo>
                <a:lnTo>
                  <a:pt x="4459076" y="1813003"/>
                </a:lnTo>
                <a:lnTo>
                  <a:pt x="4459810" y="1797886"/>
                </a:lnTo>
                <a:lnTo>
                  <a:pt x="4379064" y="1817177"/>
                </a:lnTo>
                <a:lnTo>
                  <a:pt x="4319209" y="1834833"/>
                </a:lnTo>
                <a:lnTo>
                  <a:pt x="4306907" y="1841641"/>
                </a:lnTo>
                <a:lnTo>
                  <a:pt x="4290981" y="1839677"/>
                </a:lnTo>
                <a:cubicBezTo>
                  <a:pt x="4288909" y="1838717"/>
                  <a:pt x="4287163" y="1837555"/>
                  <a:pt x="4285792" y="1836231"/>
                </a:cubicBezTo>
                <a:lnTo>
                  <a:pt x="4238372" y="1851480"/>
                </a:lnTo>
                <a:lnTo>
                  <a:pt x="4232517" y="1852567"/>
                </a:lnTo>
                <a:lnTo>
                  <a:pt x="4191732" y="1857328"/>
                </a:lnTo>
                <a:lnTo>
                  <a:pt x="4065532" y="1855477"/>
                </a:lnTo>
                <a:cubicBezTo>
                  <a:pt x="4069305" y="1844009"/>
                  <a:pt x="4036780" y="1863138"/>
                  <a:pt x="4028460" y="1855137"/>
                </a:cubicBezTo>
                <a:cubicBezTo>
                  <a:pt x="4023224" y="1848238"/>
                  <a:pt x="4012138" y="1852433"/>
                  <a:pt x="4002267" y="1852352"/>
                </a:cubicBezTo>
                <a:cubicBezTo>
                  <a:pt x="3992749" y="1846600"/>
                  <a:pt x="3946095" y="1853107"/>
                  <a:pt x="3931396" y="1858915"/>
                </a:cubicBezTo>
                <a:cubicBezTo>
                  <a:pt x="3891932" y="1879798"/>
                  <a:pt x="3844059" y="1859600"/>
                  <a:pt x="3812162" y="1875501"/>
                </a:cubicBezTo>
                <a:cubicBezTo>
                  <a:pt x="3784875" y="1878116"/>
                  <a:pt x="3775574" y="1875612"/>
                  <a:pt x="3767672" y="1874600"/>
                </a:cubicBezTo>
                <a:lnTo>
                  <a:pt x="3764741" y="1869433"/>
                </a:lnTo>
                <a:lnTo>
                  <a:pt x="3751332" y="1869854"/>
                </a:lnTo>
                <a:lnTo>
                  <a:pt x="3748155" y="1868903"/>
                </a:lnTo>
                <a:cubicBezTo>
                  <a:pt x="3742091" y="1867062"/>
                  <a:pt x="3736007" y="1865414"/>
                  <a:pt x="3729530" y="1864513"/>
                </a:cubicBezTo>
                <a:cubicBezTo>
                  <a:pt x="3723549" y="1889158"/>
                  <a:pt x="3673453" y="1860919"/>
                  <a:pt x="3680177" y="1881552"/>
                </a:cubicBezTo>
                <a:cubicBezTo>
                  <a:pt x="3643549" y="1880892"/>
                  <a:pt x="3599470" y="1913398"/>
                  <a:pt x="3567259" y="1893482"/>
                </a:cubicBezTo>
                <a:cubicBezTo>
                  <a:pt x="3512865" y="1897927"/>
                  <a:pt x="3463644" y="1898121"/>
                  <a:pt x="3405770" y="1904591"/>
                </a:cubicBezTo>
                <a:cubicBezTo>
                  <a:pt x="3361027" y="1917619"/>
                  <a:pt x="3312439" y="1902759"/>
                  <a:pt x="3280097" y="1919610"/>
                </a:cubicBezTo>
                <a:cubicBezTo>
                  <a:pt x="3228353" y="1917339"/>
                  <a:pt x="3163854" y="1927961"/>
                  <a:pt x="3123424" y="1952930"/>
                </a:cubicBezTo>
                <a:cubicBezTo>
                  <a:pt x="3067921" y="1955455"/>
                  <a:pt x="3058626" y="1970554"/>
                  <a:pt x="3009910" y="1957866"/>
                </a:cubicBezTo>
                <a:cubicBezTo>
                  <a:pt x="3005875" y="1961558"/>
                  <a:pt x="3001138" y="1964570"/>
                  <a:pt x="2995934" y="1967085"/>
                </a:cubicBezTo>
                <a:lnTo>
                  <a:pt x="2980071" y="1972988"/>
                </a:lnTo>
                <a:lnTo>
                  <a:pt x="2978094" y="1972369"/>
                </a:lnTo>
                <a:lnTo>
                  <a:pt x="2942858" y="1981367"/>
                </a:lnTo>
                <a:lnTo>
                  <a:pt x="2875436" y="1996977"/>
                </a:lnTo>
                <a:lnTo>
                  <a:pt x="2874892" y="1996085"/>
                </a:lnTo>
                <a:cubicBezTo>
                  <a:pt x="2872808" y="1994277"/>
                  <a:pt x="2869648" y="1993306"/>
                  <a:pt x="2864145" y="1994061"/>
                </a:cubicBezTo>
                <a:cubicBezTo>
                  <a:pt x="2872218" y="1978115"/>
                  <a:pt x="2860603" y="1988862"/>
                  <a:pt x="2843662" y="1992498"/>
                </a:cubicBezTo>
                <a:cubicBezTo>
                  <a:pt x="2852423" y="1968542"/>
                  <a:pt x="2804535" y="1987804"/>
                  <a:pt x="2796128" y="1976403"/>
                </a:cubicBezTo>
                <a:cubicBezTo>
                  <a:pt x="2783487" y="1979614"/>
                  <a:pt x="2770278" y="1982573"/>
                  <a:pt x="2756784" y="1985116"/>
                </a:cubicBezTo>
                <a:lnTo>
                  <a:pt x="2748833" y="1986323"/>
                </a:lnTo>
                <a:cubicBezTo>
                  <a:pt x="2748775" y="1986256"/>
                  <a:pt x="2748719" y="1986188"/>
                  <a:pt x="2748661" y="1986122"/>
                </a:cubicBezTo>
                <a:cubicBezTo>
                  <a:pt x="2746906" y="1985902"/>
                  <a:pt x="2744280" y="1986117"/>
                  <a:pt x="2740251" y="1986946"/>
                </a:cubicBezTo>
                <a:lnTo>
                  <a:pt x="2718916" y="1990867"/>
                </a:lnTo>
                <a:lnTo>
                  <a:pt x="2713522" y="1990173"/>
                </a:lnTo>
                <a:lnTo>
                  <a:pt x="2680597" y="1984996"/>
                </a:lnTo>
                <a:cubicBezTo>
                  <a:pt x="2658416" y="1985461"/>
                  <a:pt x="2612251" y="1988312"/>
                  <a:pt x="2578178" y="1990531"/>
                </a:cubicBezTo>
                <a:cubicBezTo>
                  <a:pt x="2545413" y="1998704"/>
                  <a:pt x="2513846" y="1994934"/>
                  <a:pt x="2476147" y="1998305"/>
                </a:cubicBezTo>
                <a:cubicBezTo>
                  <a:pt x="2437134" y="2013637"/>
                  <a:pt x="2413847" y="1999542"/>
                  <a:pt x="2373568" y="2003219"/>
                </a:cubicBezTo>
                <a:cubicBezTo>
                  <a:pt x="2341422" y="2024631"/>
                  <a:pt x="2342856" y="1992997"/>
                  <a:pt x="2321399" y="1989467"/>
                </a:cubicBezTo>
                <a:lnTo>
                  <a:pt x="2315525" y="1989708"/>
                </a:lnTo>
                <a:lnTo>
                  <a:pt x="2300792" y="1994290"/>
                </a:lnTo>
                <a:lnTo>
                  <a:pt x="2295469" y="1996659"/>
                </a:lnTo>
                <a:cubicBezTo>
                  <a:pt x="2291722" y="1998049"/>
                  <a:pt x="2289127" y="1998665"/>
                  <a:pt x="2287219" y="1998750"/>
                </a:cubicBezTo>
                <a:lnTo>
                  <a:pt x="2286948" y="1998596"/>
                </a:lnTo>
                <a:lnTo>
                  <a:pt x="2243069" y="2015111"/>
                </a:lnTo>
                <a:cubicBezTo>
                  <a:pt x="2229030" y="2006206"/>
                  <a:pt x="2188966" y="2031217"/>
                  <a:pt x="2186609" y="2008263"/>
                </a:cubicBezTo>
                <a:cubicBezTo>
                  <a:pt x="2170936" y="2014251"/>
                  <a:pt x="2164097" y="2025782"/>
                  <a:pt x="2164831" y="2010143"/>
                </a:cubicBezTo>
                <a:cubicBezTo>
                  <a:pt x="2159536" y="2011705"/>
                  <a:pt x="2155830" y="2011340"/>
                  <a:pt x="2152836" y="2010048"/>
                </a:cubicBezTo>
                <a:lnTo>
                  <a:pt x="2117102" y="2023004"/>
                </a:lnTo>
                <a:lnTo>
                  <a:pt x="2111935" y="2023163"/>
                </a:lnTo>
                <a:lnTo>
                  <a:pt x="2089991" y="2034193"/>
                </a:lnTo>
                <a:lnTo>
                  <a:pt x="2058061" y="2047942"/>
                </a:lnTo>
                <a:lnTo>
                  <a:pt x="2055737" y="2047704"/>
                </a:lnTo>
                <a:lnTo>
                  <a:pt x="2042244" y="2055560"/>
                </a:lnTo>
                <a:cubicBezTo>
                  <a:pt x="2038090" y="2058656"/>
                  <a:pt x="1978623" y="2070285"/>
                  <a:pt x="1976224" y="2074257"/>
                </a:cubicBezTo>
                <a:cubicBezTo>
                  <a:pt x="1920172" y="2070662"/>
                  <a:pt x="1933546" y="2089824"/>
                  <a:pt x="1877728" y="2101004"/>
                </a:cubicBezTo>
                <a:cubicBezTo>
                  <a:pt x="1839146" y="2101989"/>
                  <a:pt x="1818769" y="2108983"/>
                  <a:pt x="1759056" y="2125608"/>
                </a:cubicBezTo>
                <a:cubicBezTo>
                  <a:pt x="1719091" y="2137539"/>
                  <a:pt x="1691494" y="2161097"/>
                  <a:pt x="1637948" y="2172597"/>
                </a:cubicBezTo>
                <a:cubicBezTo>
                  <a:pt x="1587306" y="2207053"/>
                  <a:pt x="1496241" y="2208973"/>
                  <a:pt x="1434549" y="2234522"/>
                </a:cubicBezTo>
                <a:cubicBezTo>
                  <a:pt x="1402655" y="2224964"/>
                  <a:pt x="1409212" y="2231152"/>
                  <a:pt x="1398481" y="2237074"/>
                </a:cubicBezTo>
                <a:cubicBezTo>
                  <a:pt x="1398456" y="2237082"/>
                  <a:pt x="1398432" y="2237089"/>
                  <a:pt x="1398407" y="2237095"/>
                </a:cubicBezTo>
                <a:lnTo>
                  <a:pt x="1370962" y="2237474"/>
                </a:lnTo>
                <a:lnTo>
                  <a:pt x="1356367" y="2235089"/>
                </a:lnTo>
                <a:cubicBezTo>
                  <a:pt x="1346056" y="2233320"/>
                  <a:pt x="1335986" y="2231930"/>
                  <a:pt x="1324828" y="2231968"/>
                </a:cubicBezTo>
                <a:lnTo>
                  <a:pt x="1297744" y="2235849"/>
                </a:lnTo>
                <a:lnTo>
                  <a:pt x="1286236" y="2233135"/>
                </a:lnTo>
                <a:lnTo>
                  <a:pt x="1283504" y="2233797"/>
                </a:lnTo>
                <a:lnTo>
                  <a:pt x="1279765" y="2229639"/>
                </a:lnTo>
                <a:cubicBezTo>
                  <a:pt x="1260110" y="2221111"/>
                  <a:pt x="1209850" y="2211602"/>
                  <a:pt x="1195347" y="2212354"/>
                </a:cubicBezTo>
                <a:cubicBezTo>
                  <a:pt x="1171903" y="2216875"/>
                  <a:pt x="1033292" y="2222456"/>
                  <a:pt x="970251" y="2221029"/>
                </a:cubicBezTo>
                <a:cubicBezTo>
                  <a:pt x="913858" y="2213074"/>
                  <a:pt x="864984" y="2224767"/>
                  <a:pt x="812914" y="2202752"/>
                </a:cubicBezTo>
                <a:cubicBezTo>
                  <a:pt x="809419" y="2205714"/>
                  <a:pt x="805091" y="2207855"/>
                  <a:pt x="800195" y="2209407"/>
                </a:cubicBezTo>
                <a:lnTo>
                  <a:pt x="784978" y="2212360"/>
                </a:lnTo>
                <a:lnTo>
                  <a:pt x="681987" y="2216757"/>
                </a:lnTo>
                <a:lnTo>
                  <a:pt x="669923" y="2211682"/>
                </a:lnTo>
                <a:cubicBezTo>
                  <a:pt x="675432" y="2197125"/>
                  <a:pt x="665394" y="2205767"/>
                  <a:pt x="648680" y="2206229"/>
                </a:cubicBezTo>
                <a:cubicBezTo>
                  <a:pt x="653511" y="2183723"/>
                  <a:pt x="607806" y="2194090"/>
                  <a:pt x="597225" y="2180999"/>
                </a:cubicBezTo>
                <a:cubicBezTo>
                  <a:pt x="584838" y="2181847"/>
                  <a:pt x="571827" y="2182333"/>
                  <a:pt x="558449" y="2182346"/>
                </a:cubicBezTo>
                <a:lnTo>
                  <a:pt x="550517" y="2182060"/>
                </a:lnTo>
                <a:lnTo>
                  <a:pt x="550309" y="2181825"/>
                </a:lnTo>
                <a:cubicBezTo>
                  <a:pt x="548471" y="2181269"/>
                  <a:pt x="545824" y="2180990"/>
                  <a:pt x="541836" y="2181063"/>
                </a:cubicBezTo>
                <a:lnTo>
                  <a:pt x="536057" y="2181537"/>
                </a:lnTo>
                <a:lnTo>
                  <a:pt x="520671" y="2180980"/>
                </a:lnTo>
                <a:lnTo>
                  <a:pt x="515024" y="2179258"/>
                </a:lnTo>
                <a:lnTo>
                  <a:pt x="512278" y="2176369"/>
                </a:lnTo>
                <a:lnTo>
                  <a:pt x="480419" y="2167807"/>
                </a:lnTo>
                <a:cubicBezTo>
                  <a:pt x="458012" y="2174781"/>
                  <a:pt x="449332" y="2162566"/>
                  <a:pt x="413835" y="2156783"/>
                </a:cubicBezTo>
                <a:cubicBezTo>
                  <a:pt x="401959" y="2163765"/>
                  <a:pt x="389622" y="2160522"/>
                  <a:pt x="376513" y="2154014"/>
                </a:cubicBezTo>
                <a:cubicBezTo>
                  <a:pt x="344376" y="2156059"/>
                  <a:pt x="311403" y="2146283"/>
                  <a:pt x="273386" y="2142551"/>
                </a:cubicBezTo>
                <a:cubicBezTo>
                  <a:pt x="236093" y="2150634"/>
                  <a:pt x="209811" y="2132011"/>
                  <a:pt x="169207" y="2128100"/>
                </a:cubicBezTo>
                <a:lnTo>
                  <a:pt x="93149" y="2105324"/>
                </a:lnTo>
                <a:lnTo>
                  <a:pt x="88109" y="2106704"/>
                </a:lnTo>
                <a:cubicBezTo>
                  <a:pt x="84511" y="2107398"/>
                  <a:pt x="81960" y="2107528"/>
                  <a:pt x="80022" y="2107254"/>
                </a:cubicBezTo>
                <a:lnTo>
                  <a:pt x="79717" y="2107046"/>
                </a:lnTo>
                <a:lnTo>
                  <a:pt x="72352" y="2107991"/>
                </a:lnTo>
                <a:cubicBezTo>
                  <a:pt x="60160" y="2110089"/>
                  <a:pt x="48530" y="2112610"/>
                  <a:pt x="37645" y="2115401"/>
                </a:cubicBezTo>
                <a:cubicBezTo>
                  <a:pt x="29688" y="2109582"/>
                  <a:pt x="16534" y="2111084"/>
                  <a:pt x="4572" y="2111091"/>
                </a:cubicBezTo>
                <a:lnTo>
                  <a:pt x="0" y="2110468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2FA5D-D758-C319-5E95-90F02A4E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en-US" dirty="0">
                <a:ea typeface="Batang"/>
              </a:rPr>
              <a:t>DATA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01A971-CEBD-4E4B-8529-3BB4F4100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0460" y="6189260"/>
            <a:ext cx="7831541" cy="668740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325A37-3748-3AFF-5FA7-34DC4E9978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239285"/>
              </p:ext>
            </p:extLst>
          </p:nvPr>
        </p:nvGraphicFramePr>
        <p:xfrm>
          <a:off x="1050925" y="1825625"/>
          <a:ext cx="9810750" cy="4429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408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1131-01A0-F68F-516D-A5C53EE98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Batang"/>
              </a:rPr>
              <a:t>The Result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3130E-57C4-958A-65A6-42FDE3B86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192" y="2607171"/>
            <a:ext cx="4602356" cy="27457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9600" b="1" dirty="0">
                <a:solidFill>
                  <a:schemeClr val="tx1"/>
                </a:solidFill>
                <a:ea typeface="+mn-lt"/>
                <a:cs typeface="+mn-lt"/>
              </a:rPr>
              <a:t>264 x 44</a:t>
            </a:r>
            <a:endParaRPr lang="en-US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  <a:ea typeface="+mn-lt"/>
                <a:cs typeface="+mn-lt"/>
              </a:rPr>
              <a:t>Final Data Frame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40052-B3DF-C012-342D-32A8374BAFE8}"/>
              </a:ext>
            </a:extLst>
          </p:cNvPr>
          <p:cNvSpPr txBox="1"/>
          <p:nvPr/>
        </p:nvSpPr>
        <p:spPr>
          <a:xfrm>
            <a:off x="7088785" y="2610375"/>
            <a:ext cx="3773078" cy="20774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b="1" dirty="0"/>
              <a:t>From 16 Files to One Focused Dataset</a:t>
            </a:r>
            <a:endParaRPr lang="en-US"/>
          </a:p>
          <a:p>
            <a:endParaRPr lang="en-US" sz="1500" dirty="0">
              <a:ea typeface="+mn-lt"/>
              <a:cs typeface="+mn-lt"/>
            </a:endParaRPr>
          </a:p>
          <a:p>
            <a:r>
              <a:rPr lang="en-US" sz="1500" dirty="0">
                <a:ea typeface="+mn-lt"/>
                <a:cs typeface="+mn-lt"/>
              </a:rPr>
              <a:t>The process successfully consolidated 16 separate files from 1,624 rows x 16 columns into a manageable 264 row by 44 column wide format data frame.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672902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CD13F-A2A3-A305-9E89-1C6D66D01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8E81931-EC11-4433-BB7B-ED42BAA24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Complex math formulas on a blackboard">
            <a:extLst>
              <a:ext uri="{FF2B5EF4-FFF2-40B4-BE49-F238E27FC236}">
                <a16:creationId xmlns:a16="http://schemas.microsoft.com/office/drawing/2014/main" id="{B809FBFB-9F68-627D-7FE2-23D347494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107" r="-2" b="573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EF693875-948C-4D9B-AE6F-8F6894277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V="1">
            <a:off x="8566205" y="0"/>
            <a:ext cx="3625795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290640 w 6884912"/>
              <a:gd name="connsiteY101" fmla="*/ 167441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290640 w 6884912"/>
              <a:gd name="connsiteY100" fmla="*/ 167441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134285 w 6884912"/>
              <a:gd name="connsiteY77" fmla="*/ 235592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290640 w 6884912"/>
              <a:gd name="connsiteY99" fmla="*/ 167441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134285 w 6884912"/>
              <a:gd name="connsiteY76" fmla="*/ 235592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785037 w 6884912"/>
              <a:gd name="connsiteY83" fmla="*/ 161964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290640 w 6884912"/>
              <a:gd name="connsiteY98" fmla="*/ 167441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4013061 w 6884912"/>
              <a:gd name="connsiteY74" fmla="*/ 224874 h 1161397"/>
              <a:gd name="connsiteX75" fmla="*/ 4134285 w 6884912"/>
              <a:gd name="connsiteY75" fmla="*/ 235592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785037 w 6884912"/>
              <a:gd name="connsiteY82" fmla="*/ 161964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290640 w 6884912"/>
              <a:gd name="connsiteY97" fmla="*/ 167441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4013061 w 6884912"/>
              <a:gd name="connsiteY73" fmla="*/ 224874 h 1161397"/>
              <a:gd name="connsiteX74" fmla="*/ 4134285 w 6884912"/>
              <a:gd name="connsiteY74" fmla="*/ 235592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785037 w 6884912"/>
              <a:gd name="connsiteY81" fmla="*/ 161964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290640 w 6884912"/>
              <a:gd name="connsiteY96" fmla="*/ 167441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4013061 w 6884912"/>
              <a:gd name="connsiteY72" fmla="*/ 224874 h 1161397"/>
              <a:gd name="connsiteX73" fmla="*/ 4134285 w 6884912"/>
              <a:gd name="connsiteY73" fmla="*/ 235592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785037 w 6884912"/>
              <a:gd name="connsiteY80" fmla="*/ 161964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290640 w 6884912"/>
              <a:gd name="connsiteY95" fmla="*/ 167441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907640 w 6884912"/>
              <a:gd name="connsiteY70" fmla="*/ 207568 h 1161397"/>
              <a:gd name="connsiteX71" fmla="*/ 4013061 w 6884912"/>
              <a:gd name="connsiteY71" fmla="*/ 224874 h 1161397"/>
              <a:gd name="connsiteX72" fmla="*/ 4134285 w 6884912"/>
              <a:gd name="connsiteY72" fmla="*/ 235592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785037 w 6884912"/>
              <a:gd name="connsiteY79" fmla="*/ 161964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290640 w 6884912"/>
              <a:gd name="connsiteY94" fmla="*/ 167441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907640 w 6884912"/>
              <a:gd name="connsiteY69" fmla="*/ 207568 h 1161397"/>
              <a:gd name="connsiteX70" fmla="*/ 4013061 w 6884912"/>
              <a:gd name="connsiteY70" fmla="*/ 224874 h 1161397"/>
              <a:gd name="connsiteX71" fmla="*/ 4134285 w 6884912"/>
              <a:gd name="connsiteY71" fmla="*/ 235592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785037 w 6884912"/>
              <a:gd name="connsiteY78" fmla="*/ 161964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290640 w 6884912"/>
              <a:gd name="connsiteY93" fmla="*/ 167441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907640 w 6884912"/>
              <a:gd name="connsiteY69" fmla="*/ 207568 h 1161397"/>
              <a:gd name="connsiteX70" fmla="*/ 4013061 w 6884912"/>
              <a:gd name="connsiteY70" fmla="*/ 224874 h 1161397"/>
              <a:gd name="connsiteX71" fmla="*/ 4134285 w 6884912"/>
              <a:gd name="connsiteY71" fmla="*/ 235592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424852 w 6884912"/>
              <a:gd name="connsiteY74" fmla="*/ 127591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785037 w 6884912"/>
              <a:gd name="connsiteY78" fmla="*/ 161964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290640 w 6884912"/>
              <a:gd name="connsiteY93" fmla="*/ 167441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907640 w 6884912"/>
              <a:gd name="connsiteY69" fmla="*/ 207568 h 1161397"/>
              <a:gd name="connsiteX70" fmla="*/ 4013061 w 6884912"/>
              <a:gd name="connsiteY70" fmla="*/ 224874 h 1161397"/>
              <a:gd name="connsiteX71" fmla="*/ 4134285 w 6884912"/>
              <a:gd name="connsiteY71" fmla="*/ 235592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424852 w 6884912"/>
              <a:gd name="connsiteY74" fmla="*/ 127591 h 1161397"/>
              <a:gd name="connsiteX75" fmla="*/ 4617330 w 6884912"/>
              <a:gd name="connsiteY75" fmla="*/ 111163 h 1161397"/>
              <a:gd name="connsiteX76" fmla="*/ 4730870 w 6884912"/>
              <a:gd name="connsiteY76" fmla="*/ 129432 h 1161397"/>
              <a:gd name="connsiteX77" fmla="*/ 4785037 w 6884912"/>
              <a:gd name="connsiteY77" fmla="*/ 161964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290640 w 6884912"/>
              <a:gd name="connsiteY92" fmla="*/ 167441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907640 w 6884912"/>
              <a:gd name="connsiteY68" fmla="*/ 207568 h 1161397"/>
              <a:gd name="connsiteX69" fmla="*/ 4013061 w 6884912"/>
              <a:gd name="connsiteY69" fmla="*/ 224874 h 1161397"/>
              <a:gd name="connsiteX70" fmla="*/ 4134285 w 6884912"/>
              <a:gd name="connsiteY70" fmla="*/ 235592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424852 w 6884912"/>
              <a:gd name="connsiteY73" fmla="*/ 127591 h 1161397"/>
              <a:gd name="connsiteX74" fmla="*/ 4617330 w 6884912"/>
              <a:gd name="connsiteY74" fmla="*/ 111163 h 1161397"/>
              <a:gd name="connsiteX75" fmla="*/ 4730870 w 6884912"/>
              <a:gd name="connsiteY75" fmla="*/ 129432 h 1161397"/>
              <a:gd name="connsiteX76" fmla="*/ 4785037 w 6884912"/>
              <a:gd name="connsiteY76" fmla="*/ 161964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290640 w 6884912"/>
              <a:gd name="connsiteY91" fmla="*/ 167441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907640 w 6884912"/>
              <a:gd name="connsiteY68" fmla="*/ 207568 h 1161397"/>
              <a:gd name="connsiteX69" fmla="*/ 4013061 w 6884912"/>
              <a:gd name="connsiteY69" fmla="*/ 224874 h 1161397"/>
              <a:gd name="connsiteX70" fmla="*/ 4134285 w 6884912"/>
              <a:gd name="connsiteY70" fmla="*/ 235592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424852 w 6884912"/>
              <a:gd name="connsiteY73" fmla="*/ 127591 h 1161397"/>
              <a:gd name="connsiteX74" fmla="*/ 4617330 w 6884912"/>
              <a:gd name="connsiteY74" fmla="*/ 111163 h 1161397"/>
              <a:gd name="connsiteX75" fmla="*/ 4730870 w 6884912"/>
              <a:gd name="connsiteY75" fmla="*/ 129432 h 1161397"/>
              <a:gd name="connsiteX76" fmla="*/ 4785037 w 6884912"/>
              <a:gd name="connsiteY76" fmla="*/ 161964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6029542 w 6884912"/>
              <a:gd name="connsiteY89" fmla="*/ 210339 h 1161397"/>
              <a:gd name="connsiteX90" fmla="*/ 6290640 w 6884912"/>
              <a:gd name="connsiteY90" fmla="*/ 167441 h 1161397"/>
              <a:gd name="connsiteX91" fmla="*/ 6380420 w 6884912"/>
              <a:gd name="connsiteY91" fmla="*/ 173195 h 1161397"/>
              <a:gd name="connsiteX92" fmla="*/ 6507891 w 6884912"/>
              <a:gd name="connsiteY92" fmla="*/ 118474 h 1161397"/>
              <a:gd name="connsiteX93" fmla="*/ 6571807 w 6884912"/>
              <a:gd name="connsiteY93" fmla="*/ 98636 h 1161397"/>
              <a:gd name="connsiteX94" fmla="*/ 6671880 w 6884912"/>
              <a:gd name="connsiteY94" fmla="*/ 82931 h 1161397"/>
              <a:gd name="connsiteX95" fmla="*/ 6702266 w 6884912"/>
              <a:gd name="connsiteY95" fmla="*/ 75470 h 1161397"/>
              <a:gd name="connsiteX96" fmla="*/ 6845802 w 6884912"/>
              <a:gd name="connsiteY96" fmla="*/ 24496 h 1161397"/>
              <a:gd name="connsiteX97" fmla="*/ 6884912 w 6884912"/>
              <a:gd name="connsiteY9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127968 w 6884912"/>
              <a:gd name="connsiteY56" fmla="*/ 287613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287859 w 6884912"/>
              <a:gd name="connsiteY59" fmla="*/ 287558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907640 w 6884912"/>
              <a:gd name="connsiteY67" fmla="*/ 207568 h 1161397"/>
              <a:gd name="connsiteX68" fmla="*/ 4013061 w 6884912"/>
              <a:gd name="connsiteY68" fmla="*/ 224874 h 1161397"/>
              <a:gd name="connsiteX69" fmla="*/ 4134285 w 6884912"/>
              <a:gd name="connsiteY69" fmla="*/ 235592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424852 w 6884912"/>
              <a:gd name="connsiteY72" fmla="*/ 127591 h 1161397"/>
              <a:gd name="connsiteX73" fmla="*/ 4617330 w 6884912"/>
              <a:gd name="connsiteY73" fmla="*/ 111163 h 1161397"/>
              <a:gd name="connsiteX74" fmla="*/ 4730870 w 6884912"/>
              <a:gd name="connsiteY74" fmla="*/ 129432 h 1161397"/>
              <a:gd name="connsiteX75" fmla="*/ 4785037 w 6884912"/>
              <a:gd name="connsiteY75" fmla="*/ 161964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6029542 w 6884912"/>
              <a:gd name="connsiteY88" fmla="*/ 210339 h 1161397"/>
              <a:gd name="connsiteX89" fmla="*/ 6290640 w 6884912"/>
              <a:gd name="connsiteY89" fmla="*/ 167441 h 1161397"/>
              <a:gd name="connsiteX90" fmla="*/ 6380420 w 6884912"/>
              <a:gd name="connsiteY90" fmla="*/ 173195 h 1161397"/>
              <a:gd name="connsiteX91" fmla="*/ 6507891 w 6884912"/>
              <a:gd name="connsiteY91" fmla="*/ 118474 h 1161397"/>
              <a:gd name="connsiteX92" fmla="*/ 6571807 w 6884912"/>
              <a:gd name="connsiteY92" fmla="*/ 98636 h 1161397"/>
              <a:gd name="connsiteX93" fmla="*/ 6671880 w 6884912"/>
              <a:gd name="connsiteY93" fmla="*/ 82931 h 1161397"/>
              <a:gd name="connsiteX94" fmla="*/ 6702266 w 6884912"/>
              <a:gd name="connsiteY94" fmla="*/ 75470 h 1161397"/>
              <a:gd name="connsiteX95" fmla="*/ 6845802 w 6884912"/>
              <a:gd name="connsiteY95" fmla="*/ 24496 h 1161397"/>
              <a:gd name="connsiteX96" fmla="*/ 6884912 w 6884912"/>
              <a:gd name="connsiteY9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127968 w 6884912"/>
              <a:gd name="connsiteY55" fmla="*/ 287613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287859 w 6884912"/>
              <a:gd name="connsiteY58" fmla="*/ 287558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907640 w 6884912"/>
              <a:gd name="connsiteY66" fmla="*/ 207568 h 1161397"/>
              <a:gd name="connsiteX67" fmla="*/ 4013061 w 6884912"/>
              <a:gd name="connsiteY67" fmla="*/ 224874 h 1161397"/>
              <a:gd name="connsiteX68" fmla="*/ 4134285 w 6884912"/>
              <a:gd name="connsiteY68" fmla="*/ 235592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424852 w 6884912"/>
              <a:gd name="connsiteY71" fmla="*/ 127591 h 1161397"/>
              <a:gd name="connsiteX72" fmla="*/ 4617330 w 6884912"/>
              <a:gd name="connsiteY72" fmla="*/ 111163 h 1161397"/>
              <a:gd name="connsiteX73" fmla="*/ 4730870 w 6884912"/>
              <a:gd name="connsiteY73" fmla="*/ 129432 h 1161397"/>
              <a:gd name="connsiteX74" fmla="*/ 4785037 w 6884912"/>
              <a:gd name="connsiteY74" fmla="*/ 161964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6029542 w 6884912"/>
              <a:gd name="connsiteY87" fmla="*/ 210339 h 1161397"/>
              <a:gd name="connsiteX88" fmla="*/ 6290640 w 6884912"/>
              <a:gd name="connsiteY88" fmla="*/ 167441 h 1161397"/>
              <a:gd name="connsiteX89" fmla="*/ 6380420 w 6884912"/>
              <a:gd name="connsiteY89" fmla="*/ 173195 h 1161397"/>
              <a:gd name="connsiteX90" fmla="*/ 6507891 w 6884912"/>
              <a:gd name="connsiteY90" fmla="*/ 118474 h 1161397"/>
              <a:gd name="connsiteX91" fmla="*/ 6571807 w 6884912"/>
              <a:gd name="connsiteY91" fmla="*/ 98636 h 1161397"/>
              <a:gd name="connsiteX92" fmla="*/ 6671880 w 6884912"/>
              <a:gd name="connsiteY92" fmla="*/ 82931 h 1161397"/>
              <a:gd name="connsiteX93" fmla="*/ 6702266 w 6884912"/>
              <a:gd name="connsiteY93" fmla="*/ 75470 h 1161397"/>
              <a:gd name="connsiteX94" fmla="*/ 6845802 w 6884912"/>
              <a:gd name="connsiteY94" fmla="*/ 24496 h 1161397"/>
              <a:gd name="connsiteX95" fmla="*/ 6884912 w 6884912"/>
              <a:gd name="connsiteY9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92172 w 6884912"/>
              <a:gd name="connsiteY38" fmla="*/ 629819 h 1161397"/>
              <a:gd name="connsiteX39" fmla="*/ 1731986 w 6884912"/>
              <a:gd name="connsiteY39" fmla="*/ 589682 h 1161397"/>
              <a:gd name="connsiteX40" fmla="*/ 1940326 w 6884912"/>
              <a:gd name="connsiteY40" fmla="*/ 582611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127968 w 6884912"/>
              <a:gd name="connsiteY54" fmla="*/ 287613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287859 w 6884912"/>
              <a:gd name="connsiteY57" fmla="*/ 287558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907640 w 6884912"/>
              <a:gd name="connsiteY65" fmla="*/ 207568 h 1161397"/>
              <a:gd name="connsiteX66" fmla="*/ 4013061 w 6884912"/>
              <a:gd name="connsiteY66" fmla="*/ 224874 h 1161397"/>
              <a:gd name="connsiteX67" fmla="*/ 4134285 w 6884912"/>
              <a:gd name="connsiteY67" fmla="*/ 235592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424852 w 6884912"/>
              <a:gd name="connsiteY70" fmla="*/ 127591 h 1161397"/>
              <a:gd name="connsiteX71" fmla="*/ 4617330 w 6884912"/>
              <a:gd name="connsiteY71" fmla="*/ 111163 h 1161397"/>
              <a:gd name="connsiteX72" fmla="*/ 4730870 w 6884912"/>
              <a:gd name="connsiteY72" fmla="*/ 129432 h 1161397"/>
              <a:gd name="connsiteX73" fmla="*/ 4785037 w 6884912"/>
              <a:gd name="connsiteY73" fmla="*/ 161964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467502 w 6884912"/>
              <a:gd name="connsiteY80" fmla="*/ 250963 h 1161397"/>
              <a:gd name="connsiteX81" fmla="*/ 5592395 w 6884912"/>
              <a:gd name="connsiteY81" fmla="*/ 265434 h 1161397"/>
              <a:gd name="connsiteX82" fmla="*/ 5613532 w 6884912"/>
              <a:gd name="connsiteY82" fmla="*/ 273379 h 1161397"/>
              <a:gd name="connsiteX83" fmla="*/ 5642173 w 6884912"/>
              <a:gd name="connsiteY83" fmla="*/ 266904 h 1161397"/>
              <a:gd name="connsiteX84" fmla="*/ 5756910 w 6884912"/>
              <a:gd name="connsiteY84" fmla="*/ 239211 h 1161397"/>
              <a:gd name="connsiteX85" fmla="*/ 5846667 w 6884912"/>
              <a:gd name="connsiteY85" fmla="*/ 201786 h 1161397"/>
              <a:gd name="connsiteX86" fmla="*/ 6029542 w 6884912"/>
              <a:gd name="connsiteY86" fmla="*/ 210339 h 1161397"/>
              <a:gd name="connsiteX87" fmla="*/ 6290640 w 6884912"/>
              <a:gd name="connsiteY87" fmla="*/ 167441 h 1161397"/>
              <a:gd name="connsiteX88" fmla="*/ 6380420 w 6884912"/>
              <a:gd name="connsiteY88" fmla="*/ 173195 h 1161397"/>
              <a:gd name="connsiteX89" fmla="*/ 6507891 w 6884912"/>
              <a:gd name="connsiteY89" fmla="*/ 118474 h 1161397"/>
              <a:gd name="connsiteX90" fmla="*/ 6571807 w 6884912"/>
              <a:gd name="connsiteY90" fmla="*/ 98636 h 1161397"/>
              <a:gd name="connsiteX91" fmla="*/ 6671880 w 6884912"/>
              <a:gd name="connsiteY91" fmla="*/ 82931 h 1161397"/>
              <a:gd name="connsiteX92" fmla="*/ 6702266 w 6884912"/>
              <a:gd name="connsiteY92" fmla="*/ 75470 h 1161397"/>
              <a:gd name="connsiteX93" fmla="*/ 6845802 w 6884912"/>
              <a:gd name="connsiteY93" fmla="*/ 24496 h 1161397"/>
              <a:gd name="connsiteX94" fmla="*/ 6884912 w 6884912"/>
              <a:gd name="connsiteY9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92172 w 6884912"/>
              <a:gd name="connsiteY37" fmla="*/ 629819 h 1161397"/>
              <a:gd name="connsiteX38" fmla="*/ 1731986 w 6884912"/>
              <a:gd name="connsiteY38" fmla="*/ 589682 h 1161397"/>
              <a:gd name="connsiteX39" fmla="*/ 1940326 w 6884912"/>
              <a:gd name="connsiteY39" fmla="*/ 582611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127968 w 6884912"/>
              <a:gd name="connsiteY53" fmla="*/ 287613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287859 w 6884912"/>
              <a:gd name="connsiteY56" fmla="*/ 287558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907640 w 6884912"/>
              <a:gd name="connsiteY64" fmla="*/ 207568 h 1161397"/>
              <a:gd name="connsiteX65" fmla="*/ 4013061 w 6884912"/>
              <a:gd name="connsiteY65" fmla="*/ 224874 h 1161397"/>
              <a:gd name="connsiteX66" fmla="*/ 4134285 w 6884912"/>
              <a:gd name="connsiteY66" fmla="*/ 235592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424852 w 6884912"/>
              <a:gd name="connsiteY69" fmla="*/ 127591 h 1161397"/>
              <a:gd name="connsiteX70" fmla="*/ 4617330 w 6884912"/>
              <a:gd name="connsiteY70" fmla="*/ 111163 h 1161397"/>
              <a:gd name="connsiteX71" fmla="*/ 4730870 w 6884912"/>
              <a:gd name="connsiteY71" fmla="*/ 129432 h 1161397"/>
              <a:gd name="connsiteX72" fmla="*/ 4785037 w 6884912"/>
              <a:gd name="connsiteY72" fmla="*/ 161964 h 1161397"/>
              <a:gd name="connsiteX73" fmla="*/ 4844073 w 6884912"/>
              <a:gd name="connsiteY73" fmla="*/ 161768 h 1161397"/>
              <a:gd name="connsiteX74" fmla="*/ 4856454 w 6884912"/>
              <a:gd name="connsiteY74" fmla="*/ 130488 h 1161397"/>
              <a:gd name="connsiteX75" fmla="*/ 4920038 w 6884912"/>
              <a:gd name="connsiteY75" fmla="*/ 140418 h 1161397"/>
              <a:gd name="connsiteX76" fmla="*/ 5016639 w 6884912"/>
              <a:gd name="connsiteY76" fmla="*/ 158905 h 1161397"/>
              <a:gd name="connsiteX77" fmla="*/ 5072009 w 6884912"/>
              <a:gd name="connsiteY77" fmla="*/ 161502 h 1161397"/>
              <a:gd name="connsiteX78" fmla="*/ 5223626 w 6884912"/>
              <a:gd name="connsiteY78" fmla="*/ 177356 h 1161397"/>
              <a:gd name="connsiteX79" fmla="*/ 5467502 w 6884912"/>
              <a:gd name="connsiteY79" fmla="*/ 250963 h 1161397"/>
              <a:gd name="connsiteX80" fmla="*/ 5592395 w 6884912"/>
              <a:gd name="connsiteY80" fmla="*/ 265434 h 1161397"/>
              <a:gd name="connsiteX81" fmla="*/ 5613532 w 6884912"/>
              <a:gd name="connsiteY81" fmla="*/ 273379 h 1161397"/>
              <a:gd name="connsiteX82" fmla="*/ 5642173 w 6884912"/>
              <a:gd name="connsiteY82" fmla="*/ 266904 h 1161397"/>
              <a:gd name="connsiteX83" fmla="*/ 5756910 w 6884912"/>
              <a:gd name="connsiteY83" fmla="*/ 239211 h 1161397"/>
              <a:gd name="connsiteX84" fmla="*/ 5846667 w 6884912"/>
              <a:gd name="connsiteY84" fmla="*/ 201786 h 1161397"/>
              <a:gd name="connsiteX85" fmla="*/ 6029542 w 6884912"/>
              <a:gd name="connsiteY85" fmla="*/ 210339 h 1161397"/>
              <a:gd name="connsiteX86" fmla="*/ 6290640 w 6884912"/>
              <a:gd name="connsiteY86" fmla="*/ 167441 h 1161397"/>
              <a:gd name="connsiteX87" fmla="*/ 6380420 w 6884912"/>
              <a:gd name="connsiteY87" fmla="*/ 173195 h 1161397"/>
              <a:gd name="connsiteX88" fmla="*/ 6507891 w 6884912"/>
              <a:gd name="connsiteY88" fmla="*/ 118474 h 1161397"/>
              <a:gd name="connsiteX89" fmla="*/ 6571807 w 6884912"/>
              <a:gd name="connsiteY89" fmla="*/ 98636 h 1161397"/>
              <a:gd name="connsiteX90" fmla="*/ 6671880 w 6884912"/>
              <a:gd name="connsiteY90" fmla="*/ 82931 h 1161397"/>
              <a:gd name="connsiteX91" fmla="*/ 6702266 w 6884912"/>
              <a:gd name="connsiteY91" fmla="*/ 75470 h 1161397"/>
              <a:gd name="connsiteX92" fmla="*/ 6845802 w 6884912"/>
              <a:gd name="connsiteY92" fmla="*/ 24496 h 1161397"/>
              <a:gd name="connsiteX93" fmla="*/ 6884912 w 6884912"/>
              <a:gd name="connsiteY9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92172 w 6884912"/>
              <a:gd name="connsiteY36" fmla="*/ 629819 h 1161397"/>
              <a:gd name="connsiteX37" fmla="*/ 1731986 w 6884912"/>
              <a:gd name="connsiteY37" fmla="*/ 589682 h 1161397"/>
              <a:gd name="connsiteX38" fmla="*/ 1940326 w 6884912"/>
              <a:gd name="connsiteY38" fmla="*/ 582611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127968 w 6884912"/>
              <a:gd name="connsiteY52" fmla="*/ 287613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287859 w 6884912"/>
              <a:gd name="connsiteY55" fmla="*/ 287558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907640 w 6884912"/>
              <a:gd name="connsiteY63" fmla="*/ 207568 h 1161397"/>
              <a:gd name="connsiteX64" fmla="*/ 4013061 w 6884912"/>
              <a:gd name="connsiteY64" fmla="*/ 224874 h 1161397"/>
              <a:gd name="connsiteX65" fmla="*/ 4134285 w 6884912"/>
              <a:gd name="connsiteY65" fmla="*/ 235592 h 1161397"/>
              <a:gd name="connsiteX66" fmla="*/ 4220717 w 6884912"/>
              <a:gd name="connsiteY66" fmla="*/ 192946 h 1161397"/>
              <a:gd name="connsiteX67" fmla="*/ 4228802 w 6884912"/>
              <a:gd name="connsiteY67" fmla="*/ 201468 h 1161397"/>
              <a:gd name="connsiteX68" fmla="*/ 4424852 w 6884912"/>
              <a:gd name="connsiteY68" fmla="*/ 127591 h 1161397"/>
              <a:gd name="connsiteX69" fmla="*/ 4617330 w 6884912"/>
              <a:gd name="connsiteY69" fmla="*/ 111163 h 1161397"/>
              <a:gd name="connsiteX70" fmla="*/ 4730870 w 6884912"/>
              <a:gd name="connsiteY70" fmla="*/ 129432 h 1161397"/>
              <a:gd name="connsiteX71" fmla="*/ 4785037 w 6884912"/>
              <a:gd name="connsiteY71" fmla="*/ 161964 h 1161397"/>
              <a:gd name="connsiteX72" fmla="*/ 4844073 w 6884912"/>
              <a:gd name="connsiteY72" fmla="*/ 161768 h 1161397"/>
              <a:gd name="connsiteX73" fmla="*/ 4856454 w 6884912"/>
              <a:gd name="connsiteY73" fmla="*/ 130488 h 1161397"/>
              <a:gd name="connsiteX74" fmla="*/ 4920038 w 6884912"/>
              <a:gd name="connsiteY74" fmla="*/ 140418 h 1161397"/>
              <a:gd name="connsiteX75" fmla="*/ 5016639 w 6884912"/>
              <a:gd name="connsiteY75" fmla="*/ 158905 h 1161397"/>
              <a:gd name="connsiteX76" fmla="*/ 5072009 w 6884912"/>
              <a:gd name="connsiteY76" fmla="*/ 161502 h 1161397"/>
              <a:gd name="connsiteX77" fmla="*/ 5223626 w 6884912"/>
              <a:gd name="connsiteY77" fmla="*/ 177356 h 1161397"/>
              <a:gd name="connsiteX78" fmla="*/ 5467502 w 6884912"/>
              <a:gd name="connsiteY78" fmla="*/ 250963 h 1161397"/>
              <a:gd name="connsiteX79" fmla="*/ 5592395 w 6884912"/>
              <a:gd name="connsiteY79" fmla="*/ 265434 h 1161397"/>
              <a:gd name="connsiteX80" fmla="*/ 5613532 w 6884912"/>
              <a:gd name="connsiteY80" fmla="*/ 273379 h 1161397"/>
              <a:gd name="connsiteX81" fmla="*/ 5642173 w 6884912"/>
              <a:gd name="connsiteY81" fmla="*/ 266904 h 1161397"/>
              <a:gd name="connsiteX82" fmla="*/ 5756910 w 6884912"/>
              <a:gd name="connsiteY82" fmla="*/ 239211 h 1161397"/>
              <a:gd name="connsiteX83" fmla="*/ 5846667 w 6884912"/>
              <a:gd name="connsiteY83" fmla="*/ 201786 h 1161397"/>
              <a:gd name="connsiteX84" fmla="*/ 6029542 w 6884912"/>
              <a:gd name="connsiteY84" fmla="*/ 210339 h 1161397"/>
              <a:gd name="connsiteX85" fmla="*/ 6290640 w 6884912"/>
              <a:gd name="connsiteY85" fmla="*/ 167441 h 1161397"/>
              <a:gd name="connsiteX86" fmla="*/ 6380420 w 6884912"/>
              <a:gd name="connsiteY86" fmla="*/ 173195 h 1161397"/>
              <a:gd name="connsiteX87" fmla="*/ 6507891 w 6884912"/>
              <a:gd name="connsiteY87" fmla="*/ 118474 h 1161397"/>
              <a:gd name="connsiteX88" fmla="*/ 6571807 w 6884912"/>
              <a:gd name="connsiteY88" fmla="*/ 98636 h 1161397"/>
              <a:gd name="connsiteX89" fmla="*/ 6671880 w 6884912"/>
              <a:gd name="connsiteY89" fmla="*/ 82931 h 1161397"/>
              <a:gd name="connsiteX90" fmla="*/ 6702266 w 6884912"/>
              <a:gd name="connsiteY90" fmla="*/ 75470 h 1161397"/>
              <a:gd name="connsiteX91" fmla="*/ 6845802 w 6884912"/>
              <a:gd name="connsiteY91" fmla="*/ 24496 h 1161397"/>
              <a:gd name="connsiteX92" fmla="*/ 6884912 w 6884912"/>
              <a:gd name="connsiteY9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92172 w 6884912"/>
              <a:gd name="connsiteY36" fmla="*/ 629819 h 1161397"/>
              <a:gd name="connsiteX37" fmla="*/ 1731986 w 6884912"/>
              <a:gd name="connsiteY37" fmla="*/ 589682 h 1161397"/>
              <a:gd name="connsiteX38" fmla="*/ 1940326 w 6884912"/>
              <a:gd name="connsiteY38" fmla="*/ 582611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127968 w 6884912"/>
              <a:gd name="connsiteY52" fmla="*/ 287613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287859 w 6884912"/>
              <a:gd name="connsiteY55" fmla="*/ 287558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907640 w 6884912"/>
              <a:gd name="connsiteY63" fmla="*/ 207568 h 1161397"/>
              <a:gd name="connsiteX64" fmla="*/ 4013061 w 6884912"/>
              <a:gd name="connsiteY64" fmla="*/ 224874 h 1161397"/>
              <a:gd name="connsiteX65" fmla="*/ 4134285 w 6884912"/>
              <a:gd name="connsiteY65" fmla="*/ 235592 h 1161397"/>
              <a:gd name="connsiteX66" fmla="*/ 4220717 w 6884912"/>
              <a:gd name="connsiteY66" fmla="*/ 192946 h 1161397"/>
              <a:gd name="connsiteX67" fmla="*/ 4228802 w 6884912"/>
              <a:gd name="connsiteY67" fmla="*/ 201468 h 1161397"/>
              <a:gd name="connsiteX68" fmla="*/ 4424852 w 6884912"/>
              <a:gd name="connsiteY68" fmla="*/ 127591 h 1161397"/>
              <a:gd name="connsiteX69" fmla="*/ 4617330 w 6884912"/>
              <a:gd name="connsiteY69" fmla="*/ 111163 h 1161397"/>
              <a:gd name="connsiteX70" fmla="*/ 4730870 w 6884912"/>
              <a:gd name="connsiteY70" fmla="*/ 129432 h 1161397"/>
              <a:gd name="connsiteX71" fmla="*/ 4785037 w 6884912"/>
              <a:gd name="connsiteY71" fmla="*/ 161964 h 1161397"/>
              <a:gd name="connsiteX72" fmla="*/ 4844073 w 6884912"/>
              <a:gd name="connsiteY72" fmla="*/ 161768 h 1161397"/>
              <a:gd name="connsiteX73" fmla="*/ 4856454 w 6884912"/>
              <a:gd name="connsiteY73" fmla="*/ 130488 h 1161397"/>
              <a:gd name="connsiteX74" fmla="*/ 4920038 w 6884912"/>
              <a:gd name="connsiteY74" fmla="*/ 140418 h 1161397"/>
              <a:gd name="connsiteX75" fmla="*/ 5016639 w 6884912"/>
              <a:gd name="connsiteY75" fmla="*/ 158905 h 1161397"/>
              <a:gd name="connsiteX76" fmla="*/ 5072009 w 6884912"/>
              <a:gd name="connsiteY76" fmla="*/ 161502 h 1161397"/>
              <a:gd name="connsiteX77" fmla="*/ 5223626 w 6884912"/>
              <a:gd name="connsiteY77" fmla="*/ 177356 h 1161397"/>
              <a:gd name="connsiteX78" fmla="*/ 5467502 w 6884912"/>
              <a:gd name="connsiteY78" fmla="*/ 250963 h 1161397"/>
              <a:gd name="connsiteX79" fmla="*/ 5592395 w 6884912"/>
              <a:gd name="connsiteY79" fmla="*/ 265434 h 1161397"/>
              <a:gd name="connsiteX80" fmla="*/ 5613532 w 6884912"/>
              <a:gd name="connsiteY80" fmla="*/ 273379 h 1161397"/>
              <a:gd name="connsiteX81" fmla="*/ 5642173 w 6884912"/>
              <a:gd name="connsiteY81" fmla="*/ 266904 h 1161397"/>
              <a:gd name="connsiteX82" fmla="*/ 5756910 w 6884912"/>
              <a:gd name="connsiteY82" fmla="*/ 239211 h 1161397"/>
              <a:gd name="connsiteX83" fmla="*/ 5846667 w 6884912"/>
              <a:gd name="connsiteY83" fmla="*/ 201786 h 1161397"/>
              <a:gd name="connsiteX84" fmla="*/ 6029542 w 6884912"/>
              <a:gd name="connsiteY84" fmla="*/ 210339 h 1161397"/>
              <a:gd name="connsiteX85" fmla="*/ 6290640 w 6884912"/>
              <a:gd name="connsiteY85" fmla="*/ 167441 h 1161397"/>
              <a:gd name="connsiteX86" fmla="*/ 6380420 w 6884912"/>
              <a:gd name="connsiteY86" fmla="*/ 173195 h 1161397"/>
              <a:gd name="connsiteX87" fmla="*/ 6507891 w 6884912"/>
              <a:gd name="connsiteY87" fmla="*/ 118474 h 1161397"/>
              <a:gd name="connsiteX88" fmla="*/ 6571807 w 6884912"/>
              <a:gd name="connsiteY88" fmla="*/ 98636 h 1161397"/>
              <a:gd name="connsiteX89" fmla="*/ 6671880 w 6884912"/>
              <a:gd name="connsiteY89" fmla="*/ 82931 h 1161397"/>
              <a:gd name="connsiteX90" fmla="*/ 6702266 w 6884912"/>
              <a:gd name="connsiteY90" fmla="*/ 75470 h 1161397"/>
              <a:gd name="connsiteX91" fmla="*/ 6845802 w 6884912"/>
              <a:gd name="connsiteY91" fmla="*/ 24496 h 1161397"/>
              <a:gd name="connsiteX92" fmla="*/ 6884912 w 6884912"/>
              <a:gd name="connsiteY9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601644 w 6884912"/>
              <a:gd name="connsiteY8" fmla="*/ 1003997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92172 w 6884912"/>
              <a:gd name="connsiteY35" fmla="*/ 629819 h 1161397"/>
              <a:gd name="connsiteX36" fmla="*/ 1731986 w 6884912"/>
              <a:gd name="connsiteY36" fmla="*/ 589682 h 1161397"/>
              <a:gd name="connsiteX37" fmla="*/ 1940326 w 6884912"/>
              <a:gd name="connsiteY37" fmla="*/ 582611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127968 w 6884912"/>
              <a:gd name="connsiteY51" fmla="*/ 287613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287859 w 6884912"/>
              <a:gd name="connsiteY54" fmla="*/ 287558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907640 w 6884912"/>
              <a:gd name="connsiteY62" fmla="*/ 207568 h 1161397"/>
              <a:gd name="connsiteX63" fmla="*/ 4013061 w 6884912"/>
              <a:gd name="connsiteY63" fmla="*/ 224874 h 1161397"/>
              <a:gd name="connsiteX64" fmla="*/ 4134285 w 6884912"/>
              <a:gd name="connsiteY64" fmla="*/ 235592 h 1161397"/>
              <a:gd name="connsiteX65" fmla="*/ 4220717 w 6884912"/>
              <a:gd name="connsiteY65" fmla="*/ 192946 h 1161397"/>
              <a:gd name="connsiteX66" fmla="*/ 4228802 w 6884912"/>
              <a:gd name="connsiteY66" fmla="*/ 201468 h 1161397"/>
              <a:gd name="connsiteX67" fmla="*/ 4424852 w 6884912"/>
              <a:gd name="connsiteY67" fmla="*/ 127591 h 1161397"/>
              <a:gd name="connsiteX68" fmla="*/ 4617330 w 6884912"/>
              <a:gd name="connsiteY68" fmla="*/ 111163 h 1161397"/>
              <a:gd name="connsiteX69" fmla="*/ 4730870 w 6884912"/>
              <a:gd name="connsiteY69" fmla="*/ 129432 h 1161397"/>
              <a:gd name="connsiteX70" fmla="*/ 4785037 w 6884912"/>
              <a:gd name="connsiteY70" fmla="*/ 161964 h 1161397"/>
              <a:gd name="connsiteX71" fmla="*/ 4844073 w 6884912"/>
              <a:gd name="connsiteY71" fmla="*/ 161768 h 1161397"/>
              <a:gd name="connsiteX72" fmla="*/ 4856454 w 6884912"/>
              <a:gd name="connsiteY72" fmla="*/ 130488 h 1161397"/>
              <a:gd name="connsiteX73" fmla="*/ 4920038 w 6884912"/>
              <a:gd name="connsiteY73" fmla="*/ 140418 h 1161397"/>
              <a:gd name="connsiteX74" fmla="*/ 5016639 w 6884912"/>
              <a:gd name="connsiteY74" fmla="*/ 158905 h 1161397"/>
              <a:gd name="connsiteX75" fmla="*/ 5072009 w 6884912"/>
              <a:gd name="connsiteY75" fmla="*/ 161502 h 1161397"/>
              <a:gd name="connsiteX76" fmla="*/ 5223626 w 6884912"/>
              <a:gd name="connsiteY76" fmla="*/ 177356 h 1161397"/>
              <a:gd name="connsiteX77" fmla="*/ 5467502 w 6884912"/>
              <a:gd name="connsiteY77" fmla="*/ 250963 h 1161397"/>
              <a:gd name="connsiteX78" fmla="*/ 5592395 w 6884912"/>
              <a:gd name="connsiteY78" fmla="*/ 265434 h 1161397"/>
              <a:gd name="connsiteX79" fmla="*/ 5613532 w 6884912"/>
              <a:gd name="connsiteY79" fmla="*/ 273379 h 1161397"/>
              <a:gd name="connsiteX80" fmla="*/ 5642173 w 6884912"/>
              <a:gd name="connsiteY80" fmla="*/ 266904 h 1161397"/>
              <a:gd name="connsiteX81" fmla="*/ 5756910 w 6884912"/>
              <a:gd name="connsiteY81" fmla="*/ 239211 h 1161397"/>
              <a:gd name="connsiteX82" fmla="*/ 5846667 w 6884912"/>
              <a:gd name="connsiteY82" fmla="*/ 201786 h 1161397"/>
              <a:gd name="connsiteX83" fmla="*/ 6029542 w 6884912"/>
              <a:gd name="connsiteY83" fmla="*/ 210339 h 1161397"/>
              <a:gd name="connsiteX84" fmla="*/ 6290640 w 6884912"/>
              <a:gd name="connsiteY84" fmla="*/ 167441 h 1161397"/>
              <a:gd name="connsiteX85" fmla="*/ 6380420 w 6884912"/>
              <a:gd name="connsiteY85" fmla="*/ 173195 h 1161397"/>
              <a:gd name="connsiteX86" fmla="*/ 6507891 w 6884912"/>
              <a:gd name="connsiteY86" fmla="*/ 118474 h 1161397"/>
              <a:gd name="connsiteX87" fmla="*/ 6571807 w 6884912"/>
              <a:gd name="connsiteY87" fmla="*/ 98636 h 1161397"/>
              <a:gd name="connsiteX88" fmla="*/ 6671880 w 6884912"/>
              <a:gd name="connsiteY88" fmla="*/ 82931 h 1161397"/>
              <a:gd name="connsiteX89" fmla="*/ 6702266 w 6884912"/>
              <a:gd name="connsiteY89" fmla="*/ 75470 h 1161397"/>
              <a:gd name="connsiteX90" fmla="*/ 6845802 w 6884912"/>
              <a:gd name="connsiteY90" fmla="*/ 24496 h 1161397"/>
              <a:gd name="connsiteX91" fmla="*/ 6884912 w 6884912"/>
              <a:gd name="connsiteY9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92172 w 6884912"/>
              <a:gd name="connsiteY35" fmla="*/ 629819 h 1161397"/>
              <a:gd name="connsiteX36" fmla="*/ 1731986 w 6884912"/>
              <a:gd name="connsiteY36" fmla="*/ 589682 h 1161397"/>
              <a:gd name="connsiteX37" fmla="*/ 1940326 w 6884912"/>
              <a:gd name="connsiteY37" fmla="*/ 582611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127968 w 6884912"/>
              <a:gd name="connsiteY51" fmla="*/ 287613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287859 w 6884912"/>
              <a:gd name="connsiteY54" fmla="*/ 287558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907640 w 6884912"/>
              <a:gd name="connsiteY62" fmla="*/ 207568 h 1161397"/>
              <a:gd name="connsiteX63" fmla="*/ 4013061 w 6884912"/>
              <a:gd name="connsiteY63" fmla="*/ 224874 h 1161397"/>
              <a:gd name="connsiteX64" fmla="*/ 4134285 w 6884912"/>
              <a:gd name="connsiteY64" fmla="*/ 235592 h 1161397"/>
              <a:gd name="connsiteX65" fmla="*/ 4220717 w 6884912"/>
              <a:gd name="connsiteY65" fmla="*/ 192946 h 1161397"/>
              <a:gd name="connsiteX66" fmla="*/ 4228802 w 6884912"/>
              <a:gd name="connsiteY66" fmla="*/ 201468 h 1161397"/>
              <a:gd name="connsiteX67" fmla="*/ 4424852 w 6884912"/>
              <a:gd name="connsiteY67" fmla="*/ 127591 h 1161397"/>
              <a:gd name="connsiteX68" fmla="*/ 4617330 w 6884912"/>
              <a:gd name="connsiteY68" fmla="*/ 111163 h 1161397"/>
              <a:gd name="connsiteX69" fmla="*/ 4730870 w 6884912"/>
              <a:gd name="connsiteY69" fmla="*/ 129432 h 1161397"/>
              <a:gd name="connsiteX70" fmla="*/ 4785037 w 6884912"/>
              <a:gd name="connsiteY70" fmla="*/ 161964 h 1161397"/>
              <a:gd name="connsiteX71" fmla="*/ 4844073 w 6884912"/>
              <a:gd name="connsiteY71" fmla="*/ 161768 h 1161397"/>
              <a:gd name="connsiteX72" fmla="*/ 4856454 w 6884912"/>
              <a:gd name="connsiteY72" fmla="*/ 130488 h 1161397"/>
              <a:gd name="connsiteX73" fmla="*/ 4920038 w 6884912"/>
              <a:gd name="connsiteY73" fmla="*/ 140418 h 1161397"/>
              <a:gd name="connsiteX74" fmla="*/ 5016639 w 6884912"/>
              <a:gd name="connsiteY74" fmla="*/ 158905 h 1161397"/>
              <a:gd name="connsiteX75" fmla="*/ 5072009 w 6884912"/>
              <a:gd name="connsiteY75" fmla="*/ 161502 h 1161397"/>
              <a:gd name="connsiteX76" fmla="*/ 5223626 w 6884912"/>
              <a:gd name="connsiteY76" fmla="*/ 177356 h 1161397"/>
              <a:gd name="connsiteX77" fmla="*/ 5467502 w 6884912"/>
              <a:gd name="connsiteY77" fmla="*/ 250963 h 1161397"/>
              <a:gd name="connsiteX78" fmla="*/ 5592395 w 6884912"/>
              <a:gd name="connsiteY78" fmla="*/ 265434 h 1161397"/>
              <a:gd name="connsiteX79" fmla="*/ 5613532 w 6884912"/>
              <a:gd name="connsiteY79" fmla="*/ 273379 h 1161397"/>
              <a:gd name="connsiteX80" fmla="*/ 5642173 w 6884912"/>
              <a:gd name="connsiteY80" fmla="*/ 266904 h 1161397"/>
              <a:gd name="connsiteX81" fmla="*/ 5756910 w 6884912"/>
              <a:gd name="connsiteY81" fmla="*/ 239211 h 1161397"/>
              <a:gd name="connsiteX82" fmla="*/ 5846667 w 6884912"/>
              <a:gd name="connsiteY82" fmla="*/ 201786 h 1161397"/>
              <a:gd name="connsiteX83" fmla="*/ 6029542 w 6884912"/>
              <a:gd name="connsiteY83" fmla="*/ 210339 h 1161397"/>
              <a:gd name="connsiteX84" fmla="*/ 6290640 w 6884912"/>
              <a:gd name="connsiteY84" fmla="*/ 167441 h 1161397"/>
              <a:gd name="connsiteX85" fmla="*/ 6380420 w 6884912"/>
              <a:gd name="connsiteY85" fmla="*/ 173195 h 1161397"/>
              <a:gd name="connsiteX86" fmla="*/ 6507891 w 6884912"/>
              <a:gd name="connsiteY86" fmla="*/ 118474 h 1161397"/>
              <a:gd name="connsiteX87" fmla="*/ 6571807 w 6884912"/>
              <a:gd name="connsiteY87" fmla="*/ 98636 h 1161397"/>
              <a:gd name="connsiteX88" fmla="*/ 6671880 w 6884912"/>
              <a:gd name="connsiteY88" fmla="*/ 82931 h 1161397"/>
              <a:gd name="connsiteX89" fmla="*/ 6702266 w 6884912"/>
              <a:gd name="connsiteY89" fmla="*/ 75470 h 1161397"/>
              <a:gd name="connsiteX90" fmla="*/ 6845802 w 6884912"/>
              <a:gd name="connsiteY90" fmla="*/ 24496 h 1161397"/>
              <a:gd name="connsiteX91" fmla="*/ 6884912 w 6884912"/>
              <a:gd name="connsiteY9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92172 w 6884912"/>
              <a:gd name="connsiteY34" fmla="*/ 629819 h 1161397"/>
              <a:gd name="connsiteX35" fmla="*/ 1731986 w 6884912"/>
              <a:gd name="connsiteY35" fmla="*/ 589682 h 1161397"/>
              <a:gd name="connsiteX36" fmla="*/ 1940326 w 6884912"/>
              <a:gd name="connsiteY36" fmla="*/ 582611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127968 w 6884912"/>
              <a:gd name="connsiteY50" fmla="*/ 287613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287859 w 6884912"/>
              <a:gd name="connsiteY53" fmla="*/ 287558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907640 w 6884912"/>
              <a:gd name="connsiteY61" fmla="*/ 207568 h 1161397"/>
              <a:gd name="connsiteX62" fmla="*/ 4013061 w 6884912"/>
              <a:gd name="connsiteY62" fmla="*/ 224874 h 1161397"/>
              <a:gd name="connsiteX63" fmla="*/ 4134285 w 6884912"/>
              <a:gd name="connsiteY63" fmla="*/ 235592 h 1161397"/>
              <a:gd name="connsiteX64" fmla="*/ 4220717 w 6884912"/>
              <a:gd name="connsiteY64" fmla="*/ 192946 h 1161397"/>
              <a:gd name="connsiteX65" fmla="*/ 4228802 w 6884912"/>
              <a:gd name="connsiteY65" fmla="*/ 201468 h 1161397"/>
              <a:gd name="connsiteX66" fmla="*/ 4424852 w 6884912"/>
              <a:gd name="connsiteY66" fmla="*/ 127591 h 1161397"/>
              <a:gd name="connsiteX67" fmla="*/ 4617330 w 6884912"/>
              <a:gd name="connsiteY67" fmla="*/ 111163 h 1161397"/>
              <a:gd name="connsiteX68" fmla="*/ 4730870 w 6884912"/>
              <a:gd name="connsiteY68" fmla="*/ 129432 h 1161397"/>
              <a:gd name="connsiteX69" fmla="*/ 4785037 w 6884912"/>
              <a:gd name="connsiteY69" fmla="*/ 161964 h 1161397"/>
              <a:gd name="connsiteX70" fmla="*/ 4844073 w 6884912"/>
              <a:gd name="connsiteY70" fmla="*/ 161768 h 1161397"/>
              <a:gd name="connsiteX71" fmla="*/ 4856454 w 6884912"/>
              <a:gd name="connsiteY71" fmla="*/ 130488 h 1161397"/>
              <a:gd name="connsiteX72" fmla="*/ 4920038 w 6884912"/>
              <a:gd name="connsiteY72" fmla="*/ 140418 h 1161397"/>
              <a:gd name="connsiteX73" fmla="*/ 5016639 w 6884912"/>
              <a:gd name="connsiteY73" fmla="*/ 158905 h 1161397"/>
              <a:gd name="connsiteX74" fmla="*/ 5072009 w 6884912"/>
              <a:gd name="connsiteY74" fmla="*/ 161502 h 1161397"/>
              <a:gd name="connsiteX75" fmla="*/ 5223626 w 6884912"/>
              <a:gd name="connsiteY75" fmla="*/ 177356 h 1161397"/>
              <a:gd name="connsiteX76" fmla="*/ 5467502 w 6884912"/>
              <a:gd name="connsiteY76" fmla="*/ 250963 h 1161397"/>
              <a:gd name="connsiteX77" fmla="*/ 5592395 w 6884912"/>
              <a:gd name="connsiteY77" fmla="*/ 265434 h 1161397"/>
              <a:gd name="connsiteX78" fmla="*/ 5613532 w 6884912"/>
              <a:gd name="connsiteY78" fmla="*/ 273379 h 1161397"/>
              <a:gd name="connsiteX79" fmla="*/ 5642173 w 6884912"/>
              <a:gd name="connsiteY79" fmla="*/ 266904 h 1161397"/>
              <a:gd name="connsiteX80" fmla="*/ 5756910 w 6884912"/>
              <a:gd name="connsiteY80" fmla="*/ 239211 h 1161397"/>
              <a:gd name="connsiteX81" fmla="*/ 5846667 w 6884912"/>
              <a:gd name="connsiteY81" fmla="*/ 201786 h 1161397"/>
              <a:gd name="connsiteX82" fmla="*/ 6029542 w 6884912"/>
              <a:gd name="connsiteY82" fmla="*/ 210339 h 1161397"/>
              <a:gd name="connsiteX83" fmla="*/ 6290640 w 6884912"/>
              <a:gd name="connsiteY83" fmla="*/ 167441 h 1161397"/>
              <a:gd name="connsiteX84" fmla="*/ 6380420 w 6884912"/>
              <a:gd name="connsiteY84" fmla="*/ 173195 h 1161397"/>
              <a:gd name="connsiteX85" fmla="*/ 6507891 w 6884912"/>
              <a:gd name="connsiteY85" fmla="*/ 118474 h 1161397"/>
              <a:gd name="connsiteX86" fmla="*/ 6571807 w 6884912"/>
              <a:gd name="connsiteY86" fmla="*/ 98636 h 1161397"/>
              <a:gd name="connsiteX87" fmla="*/ 6671880 w 6884912"/>
              <a:gd name="connsiteY87" fmla="*/ 82931 h 1161397"/>
              <a:gd name="connsiteX88" fmla="*/ 6702266 w 6884912"/>
              <a:gd name="connsiteY88" fmla="*/ 75470 h 1161397"/>
              <a:gd name="connsiteX89" fmla="*/ 6845802 w 6884912"/>
              <a:gd name="connsiteY89" fmla="*/ 24496 h 1161397"/>
              <a:gd name="connsiteX90" fmla="*/ 6884912 w 6884912"/>
              <a:gd name="connsiteY9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88995 w 6884912"/>
              <a:gd name="connsiteY19" fmla="*/ 697048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92172 w 6884912"/>
              <a:gd name="connsiteY33" fmla="*/ 629819 h 1161397"/>
              <a:gd name="connsiteX34" fmla="*/ 1731986 w 6884912"/>
              <a:gd name="connsiteY34" fmla="*/ 589682 h 1161397"/>
              <a:gd name="connsiteX35" fmla="*/ 1940326 w 6884912"/>
              <a:gd name="connsiteY35" fmla="*/ 582611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127968 w 6884912"/>
              <a:gd name="connsiteY49" fmla="*/ 287613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287859 w 6884912"/>
              <a:gd name="connsiteY52" fmla="*/ 287558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907640 w 6884912"/>
              <a:gd name="connsiteY60" fmla="*/ 207568 h 1161397"/>
              <a:gd name="connsiteX61" fmla="*/ 4013061 w 6884912"/>
              <a:gd name="connsiteY61" fmla="*/ 224874 h 1161397"/>
              <a:gd name="connsiteX62" fmla="*/ 4134285 w 6884912"/>
              <a:gd name="connsiteY62" fmla="*/ 235592 h 1161397"/>
              <a:gd name="connsiteX63" fmla="*/ 4220717 w 6884912"/>
              <a:gd name="connsiteY63" fmla="*/ 192946 h 1161397"/>
              <a:gd name="connsiteX64" fmla="*/ 4228802 w 6884912"/>
              <a:gd name="connsiteY64" fmla="*/ 201468 h 1161397"/>
              <a:gd name="connsiteX65" fmla="*/ 4424852 w 6884912"/>
              <a:gd name="connsiteY65" fmla="*/ 127591 h 1161397"/>
              <a:gd name="connsiteX66" fmla="*/ 4617330 w 6884912"/>
              <a:gd name="connsiteY66" fmla="*/ 111163 h 1161397"/>
              <a:gd name="connsiteX67" fmla="*/ 4730870 w 6884912"/>
              <a:gd name="connsiteY67" fmla="*/ 129432 h 1161397"/>
              <a:gd name="connsiteX68" fmla="*/ 4785037 w 6884912"/>
              <a:gd name="connsiteY68" fmla="*/ 161964 h 1161397"/>
              <a:gd name="connsiteX69" fmla="*/ 4844073 w 6884912"/>
              <a:gd name="connsiteY69" fmla="*/ 161768 h 1161397"/>
              <a:gd name="connsiteX70" fmla="*/ 4856454 w 6884912"/>
              <a:gd name="connsiteY70" fmla="*/ 130488 h 1161397"/>
              <a:gd name="connsiteX71" fmla="*/ 4920038 w 6884912"/>
              <a:gd name="connsiteY71" fmla="*/ 140418 h 1161397"/>
              <a:gd name="connsiteX72" fmla="*/ 5016639 w 6884912"/>
              <a:gd name="connsiteY72" fmla="*/ 158905 h 1161397"/>
              <a:gd name="connsiteX73" fmla="*/ 5072009 w 6884912"/>
              <a:gd name="connsiteY73" fmla="*/ 161502 h 1161397"/>
              <a:gd name="connsiteX74" fmla="*/ 5223626 w 6884912"/>
              <a:gd name="connsiteY74" fmla="*/ 177356 h 1161397"/>
              <a:gd name="connsiteX75" fmla="*/ 5467502 w 6884912"/>
              <a:gd name="connsiteY75" fmla="*/ 250963 h 1161397"/>
              <a:gd name="connsiteX76" fmla="*/ 5592395 w 6884912"/>
              <a:gd name="connsiteY76" fmla="*/ 265434 h 1161397"/>
              <a:gd name="connsiteX77" fmla="*/ 5613532 w 6884912"/>
              <a:gd name="connsiteY77" fmla="*/ 273379 h 1161397"/>
              <a:gd name="connsiteX78" fmla="*/ 5642173 w 6884912"/>
              <a:gd name="connsiteY78" fmla="*/ 266904 h 1161397"/>
              <a:gd name="connsiteX79" fmla="*/ 5756910 w 6884912"/>
              <a:gd name="connsiteY79" fmla="*/ 239211 h 1161397"/>
              <a:gd name="connsiteX80" fmla="*/ 5846667 w 6884912"/>
              <a:gd name="connsiteY80" fmla="*/ 201786 h 1161397"/>
              <a:gd name="connsiteX81" fmla="*/ 6029542 w 6884912"/>
              <a:gd name="connsiteY81" fmla="*/ 210339 h 1161397"/>
              <a:gd name="connsiteX82" fmla="*/ 6290640 w 6884912"/>
              <a:gd name="connsiteY82" fmla="*/ 167441 h 1161397"/>
              <a:gd name="connsiteX83" fmla="*/ 6380420 w 6884912"/>
              <a:gd name="connsiteY83" fmla="*/ 173195 h 1161397"/>
              <a:gd name="connsiteX84" fmla="*/ 6507891 w 6884912"/>
              <a:gd name="connsiteY84" fmla="*/ 118474 h 1161397"/>
              <a:gd name="connsiteX85" fmla="*/ 6571807 w 6884912"/>
              <a:gd name="connsiteY85" fmla="*/ 98636 h 1161397"/>
              <a:gd name="connsiteX86" fmla="*/ 6671880 w 6884912"/>
              <a:gd name="connsiteY86" fmla="*/ 82931 h 1161397"/>
              <a:gd name="connsiteX87" fmla="*/ 6702266 w 6884912"/>
              <a:gd name="connsiteY87" fmla="*/ 75470 h 1161397"/>
              <a:gd name="connsiteX88" fmla="*/ 6845802 w 6884912"/>
              <a:gd name="connsiteY88" fmla="*/ 24496 h 1161397"/>
              <a:gd name="connsiteX89" fmla="*/ 6884912 w 6884912"/>
              <a:gd name="connsiteY8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88995 w 6884912"/>
              <a:gd name="connsiteY19" fmla="*/ 697048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92172 w 6884912"/>
              <a:gd name="connsiteY32" fmla="*/ 629819 h 1161397"/>
              <a:gd name="connsiteX33" fmla="*/ 1731986 w 6884912"/>
              <a:gd name="connsiteY33" fmla="*/ 589682 h 1161397"/>
              <a:gd name="connsiteX34" fmla="*/ 1940326 w 6884912"/>
              <a:gd name="connsiteY34" fmla="*/ 582611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127968 w 6884912"/>
              <a:gd name="connsiteY48" fmla="*/ 287613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287859 w 6884912"/>
              <a:gd name="connsiteY51" fmla="*/ 287558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907640 w 6884912"/>
              <a:gd name="connsiteY59" fmla="*/ 207568 h 1161397"/>
              <a:gd name="connsiteX60" fmla="*/ 4013061 w 6884912"/>
              <a:gd name="connsiteY60" fmla="*/ 224874 h 1161397"/>
              <a:gd name="connsiteX61" fmla="*/ 4134285 w 6884912"/>
              <a:gd name="connsiteY61" fmla="*/ 235592 h 1161397"/>
              <a:gd name="connsiteX62" fmla="*/ 4220717 w 6884912"/>
              <a:gd name="connsiteY62" fmla="*/ 192946 h 1161397"/>
              <a:gd name="connsiteX63" fmla="*/ 4228802 w 6884912"/>
              <a:gd name="connsiteY63" fmla="*/ 201468 h 1161397"/>
              <a:gd name="connsiteX64" fmla="*/ 4424852 w 6884912"/>
              <a:gd name="connsiteY64" fmla="*/ 127591 h 1161397"/>
              <a:gd name="connsiteX65" fmla="*/ 4617330 w 6884912"/>
              <a:gd name="connsiteY65" fmla="*/ 111163 h 1161397"/>
              <a:gd name="connsiteX66" fmla="*/ 4730870 w 6884912"/>
              <a:gd name="connsiteY66" fmla="*/ 129432 h 1161397"/>
              <a:gd name="connsiteX67" fmla="*/ 4785037 w 6884912"/>
              <a:gd name="connsiteY67" fmla="*/ 161964 h 1161397"/>
              <a:gd name="connsiteX68" fmla="*/ 4844073 w 6884912"/>
              <a:gd name="connsiteY68" fmla="*/ 161768 h 1161397"/>
              <a:gd name="connsiteX69" fmla="*/ 4856454 w 6884912"/>
              <a:gd name="connsiteY69" fmla="*/ 130488 h 1161397"/>
              <a:gd name="connsiteX70" fmla="*/ 4920038 w 6884912"/>
              <a:gd name="connsiteY70" fmla="*/ 140418 h 1161397"/>
              <a:gd name="connsiteX71" fmla="*/ 5016639 w 6884912"/>
              <a:gd name="connsiteY71" fmla="*/ 158905 h 1161397"/>
              <a:gd name="connsiteX72" fmla="*/ 5072009 w 6884912"/>
              <a:gd name="connsiteY72" fmla="*/ 161502 h 1161397"/>
              <a:gd name="connsiteX73" fmla="*/ 5223626 w 6884912"/>
              <a:gd name="connsiteY73" fmla="*/ 177356 h 1161397"/>
              <a:gd name="connsiteX74" fmla="*/ 5467502 w 6884912"/>
              <a:gd name="connsiteY74" fmla="*/ 250963 h 1161397"/>
              <a:gd name="connsiteX75" fmla="*/ 5592395 w 6884912"/>
              <a:gd name="connsiteY75" fmla="*/ 265434 h 1161397"/>
              <a:gd name="connsiteX76" fmla="*/ 5613532 w 6884912"/>
              <a:gd name="connsiteY76" fmla="*/ 273379 h 1161397"/>
              <a:gd name="connsiteX77" fmla="*/ 5642173 w 6884912"/>
              <a:gd name="connsiteY77" fmla="*/ 266904 h 1161397"/>
              <a:gd name="connsiteX78" fmla="*/ 5756910 w 6884912"/>
              <a:gd name="connsiteY78" fmla="*/ 239211 h 1161397"/>
              <a:gd name="connsiteX79" fmla="*/ 5846667 w 6884912"/>
              <a:gd name="connsiteY79" fmla="*/ 201786 h 1161397"/>
              <a:gd name="connsiteX80" fmla="*/ 6029542 w 6884912"/>
              <a:gd name="connsiteY80" fmla="*/ 210339 h 1161397"/>
              <a:gd name="connsiteX81" fmla="*/ 6290640 w 6884912"/>
              <a:gd name="connsiteY81" fmla="*/ 167441 h 1161397"/>
              <a:gd name="connsiteX82" fmla="*/ 6380420 w 6884912"/>
              <a:gd name="connsiteY82" fmla="*/ 173195 h 1161397"/>
              <a:gd name="connsiteX83" fmla="*/ 6507891 w 6884912"/>
              <a:gd name="connsiteY83" fmla="*/ 118474 h 1161397"/>
              <a:gd name="connsiteX84" fmla="*/ 6571807 w 6884912"/>
              <a:gd name="connsiteY84" fmla="*/ 98636 h 1161397"/>
              <a:gd name="connsiteX85" fmla="*/ 6671880 w 6884912"/>
              <a:gd name="connsiteY85" fmla="*/ 82931 h 1161397"/>
              <a:gd name="connsiteX86" fmla="*/ 6702266 w 6884912"/>
              <a:gd name="connsiteY86" fmla="*/ 75470 h 1161397"/>
              <a:gd name="connsiteX87" fmla="*/ 6845802 w 6884912"/>
              <a:gd name="connsiteY87" fmla="*/ 24496 h 1161397"/>
              <a:gd name="connsiteX88" fmla="*/ 6884912 w 6884912"/>
              <a:gd name="connsiteY8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88995 w 6884912"/>
              <a:gd name="connsiteY19" fmla="*/ 697048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92172 w 6884912"/>
              <a:gd name="connsiteY31" fmla="*/ 629819 h 1161397"/>
              <a:gd name="connsiteX32" fmla="*/ 1731986 w 6884912"/>
              <a:gd name="connsiteY32" fmla="*/ 589682 h 1161397"/>
              <a:gd name="connsiteX33" fmla="*/ 1940326 w 6884912"/>
              <a:gd name="connsiteY33" fmla="*/ 582611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754324 w 6884912"/>
              <a:gd name="connsiteY42" fmla="*/ 424766 h 1161397"/>
              <a:gd name="connsiteX43" fmla="*/ 2848470 w 6884912"/>
              <a:gd name="connsiteY43" fmla="*/ 405966 h 1161397"/>
              <a:gd name="connsiteX44" fmla="*/ 2881772 w 6884912"/>
              <a:gd name="connsiteY44" fmla="*/ 387260 h 1161397"/>
              <a:gd name="connsiteX45" fmla="*/ 2929932 w 6884912"/>
              <a:gd name="connsiteY45" fmla="*/ 368912 h 1161397"/>
              <a:gd name="connsiteX46" fmla="*/ 3013020 w 6884912"/>
              <a:gd name="connsiteY46" fmla="*/ 327578 h 1161397"/>
              <a:gd name="connsiteX47" fmla="*/ 3127968 w 6884912"/>
              <a:gd name="connsiteY47" fmla="*/ 287613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287859 w 6884912"/>
              <a:gd name="connsiteY50" fmla="*/ 287558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907640 w 6884912"/>
              <a:gd name="connsiteY58" fmla="*/ 207568 h 1161397"/>
              <a:gd name="connsiteX59" fmla="*/ 4013061 w 6884912"/>
              <a:gd name="connsiteY59" fmla="*/ 224874 h 1161397"/>
              <a:gd name="connsiteX60" fmla="*/ 4134285 w 6884912"/>
              <a:gd name="connsiteY60" fmla="*/ 235592 h 1161397"/>
              <a:gd name="connsiteX61" fmla="*/ 4220717 w 6884912"/>
              <a:gd name="connsiteY61" fmla="*/ 192946 h 1161397"/>
              <a:gd name="connsiteX62" fmla="*/ 4228802 w 6884912"/>
              <a:gd name="connsiteY62" fmla="*/ 201468 h 1161397"/>
              <a:gd name="connsiteX63" fmla="*/ 4424852 w 6884912"/>
              <a:gd name="connsiteY63" fmla="*/ 127591 h 1161397"/>
              <a:gd name="connsiteX64" fmla="*/ 4617330 w 6884912"/>
              <a:gd name="connsiteY64" fmla="*/ 111163 h 1161397"/>
              <a:gd name="connsiteX65" fmla="*/ 4730870 w 6884912"/>
              <a:gd name="connsiteY65" fmla="*/ 129432 h 1161397"/>
              <a:gd name="connsiteX66" fmla="*/ 4785037 w 6884912"/>
              <a:gd name="connsiteY66" fmla="*/ 161964 h 1161397"/>
              <a:gd name="connsiteX67" fmla="*/ 4844073 w 6884912"/>
              <a:gd name="connsiteY67" fmla="*/ 161768 h 1161397"/>
              <a:gd name="connsiteX68" fmla="*/ 4856454 w 6884912"/>
              <a:gd name="connsiteY68" fmla="*/ 130488 h 1161397"/>
              <a:gd name="connsiteX69" fmla="*/ 4920038 w 6884912"/>
              <a:gd name="connsiteY69" fmla="*/ 140418 h 1161397"/>
              <a:gd name="connsiteX70" fmla="*/ 5016639 w 6884912"/>
              <a:gd name="connsiteY70" fmla="*/ 158905 h 1161397"/>
              <a:gd name="connsiteX71" fmla="*/ 5072009 w 6884912"/>
              <a:gd name="connsiteY71" fmla="*/ 161502 h 1161397"/>
              <a:gd name="connsiteX72" fmla="*/ 5223626 w 6884912"/>
              <a:gd name="connsiteY72" fmla="*/ 177356 h 1161397"/>
              <a:gd name="connsiteX73" fmla="*/ 5467502 w 6884912"/>
              <a:gd name="connsiteY73" fmla="*/ 250963 h 1161397"/>
              <a:gd name="connsiteX74" fmla="*/ 5592395 w 6884912"/>
              <a:gd name="connsiteY74" fmla="*/ 265434 h 1161397"/>
              <a:gd name="connsiteX75" fmla="*/ 5613532 w 6884912"/>
              <a:gd name="connsiteY75" fmla="*/ 273379 h 1161397"/>
              <a:gd name="connsiteX76" fmla="*/ 5642173 w 6884912"/>
              <a:gd name="connsiteY76" fmla="*/ 266904 h 1161397"/>
              <a:gd name="connsiteX77" fmla="*/ 5756910 w 6884912"/>
              <a:gd name="connsiteY77" fmla="*/ 239211 h 1161397"/>
              <a:gd name="connsiteX78" fmla="*/ 5846667 w 6884912"/>
              <a:gd name="connsiteY78" fmla="*/ 201786 h 1161397"/>
              <a:gd name="connsiteX79" fmla="*/ 6029542 w 6884912"/>
              <a:gd name="connsiteY79" fmla="*/ 210339 h 1161397"/>
              <a:gd name="connsiteX80" fmla="*/ 6290640 w 6884912"/>
              <a:gd name="connsiteY80" fmla="*/ 167441 h 1161397"/>
              <a:gd name="connsiteX81" fmla="*/ 6380420 w 6884912"/>
              <a:gd name="connsiteY81" fmla="*/ 173195 h 1161397"/>
              <a:gd name="connsiteX82" fmla="*/ 6507891 w 6884912"/>
              <a:gd name="connsiteY82" fmla="*/ 118474 h 1161397"/>
              <a:gd name="connsiteX83" fmla="*/ 6571807 w 6884912"/>
              <a:gd name="connsiteY83" fmla="*/ 98636 h 1161397"/>
              <a:gd name="connsiteX84" fmla="*/ 6671880 w 6884912"/>
              <a:gd name="connsiteY84" fmla="*/ 82931 h 1161397"/>
              <a:gd name="connsiteX85" fmla="*/ 6702266 w 6884912"/>
              <a:gd name="connsiteY85" fmla="*/ 75470 h 1161397"/>
              <a:gd name="connsiteX86" fmla="*/ 6845802 w 6884912"/>
              <a:gd name="connsiteY86" fmla="*/ 24496 h 1161397"/>
              <a:gd name="connsiteX87" fmla="*/ 6884912 w 6884912"/>
              <a:gd name="connsiteY8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907640 w 6884912"/>
              <a:gd name="connsiteY57" fmla="*/ 207568 h 1161397"/>
              <a:gd name="connsiteX58" fmla="*/ 4013061 w 6884912"/>
              <a:gd name="connsiteY58" fmla="*/ 224874 h 1161397"/>
              <a:gd name="connsiteX59" fmla="*/ 4134285 w 6884912"/>
              <a:gd name="connsiteY59" fmla="*/ 235592 h 1161397"/>
              <a:gd name="connsiteX60" fmla="*/ 4220717 w 6884912"/>
              <a:gd name="connsiteY60" fmla="*/ 192946 h 1161397"/>
              <a:gd name="connsiteX61" fmla="*/ 4228802 w 6884912"/>
              <a:gd name="connsiteY61" fmla="*/ 201468 h 1161397"/>
              <a:gd name="connsiteX62" fmla="*/ 4424852 w 6884912"/>
              <a:gd name="connsiteY62" fmla="*/ 127591 h 1161397"/>
              <a:gd name="connsiteX63" fmla="*/ 4617330 w 6884912"/>
              <a:gd name="connsiteY63" fmla="*/ 111163 h 1161397"/>
              <a:gd name="connsiteX64" fmla="*/ 4730870 w 6884912"/>
              <a:gd name="connsiteY64" fmla="*/ 129432 h 1161397"/>
              <a:gd name="connsiteX65" fmla="*/ 4785037 w 6884912"/>
              <a:gd name="connsiteY65" fmla="*/ 161964 h 1161397"/>
              <a:gd name="connsiteX66" fmla="*/ 4844073 w 6884912"/>
              <a:gd name="connsiteY66" fmla="*/ 161768 h 1161397"/>
              <a:gd name="connsiteX67" fmla="*/ 4856454 w 6884912"/>
              <a:gd name="connsiteY67" fmla="*/ 130488 h 1161397"/>
              <a:gd name="connsiteX68" fmla="*/ 4920038 w 6884912"/>
              <a:gd name="connsiteY68" fmla="*/ 140418 h 1161397"/>
              <a:gd name="connsiteX69" fmla="*/ 5016639 w 6884912"/>
              <a:gd name="connsiteY69" fmla="*/ 158905 h 1161397"/>
              <a:gd name="connsiteX70" fmla="*/ 5072009 w 6884912"/>
              <a:gd name="connsiteY70" fmla="*/ 161502 h 1161397"/>
              <a:gd name="connsiteX71" fmla="*/ 5223626 w 6884912"/>
              <a:gd name="connsiteY71" fmla="*/ 177356 h 1161397"/>
              <a:gd name="connsiteX72" fmla="*/ 5467502 w 6884912"/>
              <a:gd name="connsiteY72" fmla="*/ 250963 h 1161397"/>
              <a:gd name="connsiteX73" fmla="*/ 5592395 w 6884912"/>
              <a:gd name="connsiteY73" fmla="*/ 265434 h 1161397"/>
              <a:gd name="connsiteX74" fmla="*/ 5613532 w 6884912"/>
              <a:gd name="connsiteY74" fmla="*/ 273379 h 1161397"/>
              <a:gd name="connsiteX75" fmla="*/ 5642173 w 6884912"/>
              <a:gd name="connsiteY75" fmla="*/ 266904 h 1161397"/>
              <a:gd name="connsiteX76" fmla="*/ 5756910 w 6884912"/>
              <a:gd name="connsiteY76" fmla="*/ 239211 h 1161397"/>
              <a:gd name="connsiteX77" fmla="*/ 5846667 w 6884912"/>
              <a:gd name="connsiteY77" fmla="*/ 201786 h 1161397"/>
              <a:gd name="connsiteX78" fmla="*/ 6029542 w 6884912"/>
              <a:gd name="connsiteY78" fmla="*/ 210339 h 1161397"/>
              <a:gd name="connsiteX79" fmla="*/ 6290640 w 6884912"/>
              <a:gd name="connsiteY79" fmla="*/ 167441 h 1161397"/>
              <a:gd name="connsiteX80" fmla="*/ 6380420 w 6884912"/>
              <a:gd name="connsiteY80" fmla="*/ 173195 h 1161397"/>
              <a:gd name="connsiteX81" fmla="*/ 6507891 w 6884912"/>
              <a:gd name="connsiteY81" fmla="*/ 118474 h 1161397"/>
              <a:gd name="connsiteX82" fmla="*/ 6571807 w 6884912"/>
              <a:gd name="connsiteY82" fmla="*/ 98636 h 1161397"/>
              <a:gd name="connsiteX83" fmla="*/ 6671880 w 6884912"/>
              <a:gd name="connsiteY83" fmla="*/ 82931 h 1161397"/>
              <a:gd name="connsiteX84" fmla="*/ 6702266 w 6884912"/>
              <a:gd name="connsiteY84" fmla="*/ 75470 h 1161397"/>
              <a:gd name="connsiteX85" fmla="*/ 6845802 w 6884912"/>
              <a:gd name="connsiteY85" fmla="*/ 24496 h 1161397"/>
              <a:gd name="connsiteX86" fmla="*/ 6884912 w 6884912"/>
              <a:gd name="connsiteY8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907640 w 6884912"/>
              <a:gd name="connsiteY57" fmla="*/ 207568 h 1161397"/>
              <a:gd name="connsiteX58" fmla="*/ 4013061 w 6884912"/>
              <a:gd name="connsiteY58" fmla="*/ 224874 h 1161397"/>
              <a:gd name="connsiteX59" fmla="*/ 4134285 w 6884912"/>
              <a:gd name="connsiteY59" fmla="*/ 235592 h 1161397"/>
              <a:gd name="connsiteX60" fmla="*/ 4220717 w 6884912"/>
              <a:gd name="connsiteY60" fmla="*/ 192946 h 1161397"/>
              <a:gd name="connsiteX61" fmla="*/ 4228802 w 6884912"/>
              <a:gd name="connsiteY61" fmla="*/ 201468 h 1161397"/>
              <a:gd name="connsiteX62" fmla="*/ 4424852 w 6884912"/>
              <a:gd name="connsiteY62" fmla="*/ 127591 h 1161397"/>
              <a:gd name="connsiteX63" fmla="*/ 4617330 w 6884912"/>
              <a:gd name="connsiteY63" fmla="*/ 111163 h 1161397"/>
              <a:gd name="connsiteX64" fmla="*/ 4730870 w 6884912"/>
              <a:gd name="connsiteY64" fmla="*/ 129432 h 1161397"/>
              <a:gd name="connsiteX65" fmla="*/ 4785037 w 6884912"/>
              <a:gd name="connsiteY65" fmla="*/ 161964 h 1161397"/>
              <a:gd name="connsiteX66" fmla="*/ 4844073 w 6884912"/>
              <a:gd name="connsiteY66" fmla="*/ 161768 h 1161397"/>
              <a:gd name="connsiteX67" fmla="*/ 4856454 w 6884912"/>
              <a:gd name="connsiteY67" fmla="*/ 130488 h 1161397"/>
              <a:gd name="connsiteX68" fmla="*/ 4920038 w 6884912"/>
              <a:gd name="connsiteY68" fmla="*/ 140418 h 1161397"/>
              <a:gd name="connsiteX69" fmla="*/ 5016639 w 6884912"/>
              <a:gd name="connsiteY69" fmla="*/ 158905 h 1161397"/>
              <a:gd name="connsiteX70" fmla="*/ 5072009 w 6884912"/>
              <a:gd name="connsiteY70" fmla="*/ 161502 h 1161397"/>
              <a:gd name="connsiteX71" fmla="*/ 5223626 w 6884912"/>
              <a:gd name="connsiteY71" fmla="*/ 177356 h 1161397"/>
              <a:gd name="connsiteX72" fmla="*/ 5467502 w 6884912"/>
              <a:gd name="connsiteY72" fmla="*/ 250963 h 1161397"/>
              <a:gd name="connsiteX73" fmla="*/ 5592395 w 6884912"/>
              <a:gd name="connsiteY73" fmla="*/ 265434 h 1161397"/>
              <a:gd name="connsiteX74" fmla="*/ 5613532 w 6884912"/>
              <a:gd name="connsiteY74" fmla="*/ 273379 h 1161397"/>
              <a:gd name="connsiteX75" fmla="*/ 5642173 w 6884912"/>
              <a:gd name="connsiteY75" fmla="*/ 266904 h 1161397"/>
              <a:gd name="connsiteX76" fmla="*/ 5756910 w 6884912"/>
              <a:gd name="connsiteY76" fmla="*/ 239211 h 1161397"/>
              <a:gd name="connsiteX77" fmla="*/ 5846667 w 6884912"/>
              <a:gd name="connsiteY77" fmla="*/ 201786 h 1161397"/>
              <a:gd name="connsiteX78" fmla="*/ 6029542 w 6884912"/>
              <a:gd name="connsiteY78" fmla="*/ 210339 h 1161397"/>
              <a:gd name="connsiteX79" fmla="*/ 6290640 w 6884912"/>
              <a:gd name="connsiteY79" fmla="*/ 167441 h 1161397"/>
              <a:gd name="connsiteX80" fmla="*/ 6380420 w 6884912"/>
              <a:gd name="connsiteY80" fmla="*/ 173195 h 1161397"/>
              <a:gd name="connsiteX81" fmla="*/ 6507891 w 6884912"/>
              <a:gd name="connsiteY81" fmla="*/ 118474 h 1161397"/>
              <a:gd name="connsiteX82" fmla="*/ 6571807 w 6884912"/>
              <a:gd name="connsiteY82" fmla="*/ 98636 h 1161397"/>
              <a:gd name="connsiteX83" fmla="*/ 6671880 w 6884912"/>
              <a:gd name="connsiteY83" fmla="*/ 82931 h 1161397"/>
              <a:gd name="connsiteX84" fmla="*/ 6702266 w 6884912"/>
              <a:gd name="connsiteY84" fmla="*/ 75470 h 1161397"/>
              <a:gd name="connsiteX85" fmla="*/ 6845802 w 6884912"/>
              <a:gd name="connsiteY85" fmla="*/ 24496 h 1161397"/>
              <a:gd name="connsiteX86" fmla="*/ 6884912 w 6884912"/>
              <a:gd name="connsiteY8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907640 w 6884912"/>
              <a:gd name="connsiteY56" fmla="*/ 207568 h 1161397"/>
              <a:gd name="connsiteX57" fmla="*/ 4013061 w 6884912"/>
              <a:gd name="connsiteY57" fmla="*/ 224874 h 1161397"/>
              <a:gd name="connsiteX58" fmla="*/ 4134285 w 6884912"/>
              <a:gd name="connsiteY58" fmla="*/ 235592 h 1161397"/>
              <a:gd name="connsiteX59" fmla="*/ 4220717 w 6884912"/>
              <a:gd name="connsiteY59" fmla="*/ 192946 h 1161397"/>
              <a:gd name="connsiteX60" fmla="*/ 4228802 w 6884912"/>
              <a:gd name="connsiteY60" fmla="*/ 201468 h 1161397"/>
              <a:gd name="connsiteX61" fmla="*/ 4424852 w 6884912"/>
              <a:gd name="connsiteY61" fmla="*/ 127591 h 1161397"/>
              <a:gd name="connsiteX62" fmla="*/ 4617330 w 6884912"/>
              <a:gd name="connsiteY62" fmla="*/ 111163 h 1161397"/>
              <a:gd name="connsiteX63" fmla="*/ 4730870 w 6884912"/>
              <a:gd name="connsiteY63" fmla="*/ 129432 h 1161397"/>
              <a:gd name="connsiteX64" fmla="*/ 4785037 w 6884912"/>
              <a:gd name="connsiteY64" fmla="*/ 161964 h 1161397"/>
              <a:gd name="connsiteX65" fmla="*/ 4844073 w 6884912"/>
              <a:gd name="connsiteY65" fmla="*/ 161768 h 1161397"/>
              <a:gd name="connsiteX66" fmla="*/ 4856454 w 6884912"/>
              <a:gd name="connsiteY66" fmla="*/ 130488 h 1161397"/>
              <a:gd name="connsiteX67" fmla="*/ 4920038 w 6884912"/>
              <a:gd name="connsiteY67" fmla="*/ 140418 h 1161397"/>
              <a:gd name="connsiteX68" fmla="*/ 5016639 w 6884912"/>
              <a:gd name="connsiteY68" fmla="*/ 158905 h 1161397"/>
              <a:gd name="connsiteX69" fmla="*/ 5072009 w 6884912"/>
              <a:gd name="connsiteY69" fmla="*/ 161502 h 1161397"/>
              <a:gd name="connsiteX70" fmla="*/ 5223626 w 6884912"/>
              <a:gd name="connsiteY70" fmla="*/ 177356 h 1161397"/>
              <a:gd name="connsiteX71" fmla="*/ 5467502 w 6884912"/>
              <a:gd name="connsiteY71" fmla="*/ 250963 h 1161397"/>
              <a:gd name="connsiteX72" fmla="*/ 5592395 w 6884912"/>
              <a:gd name="connsiteY72" fmla="*/ 265434 h 1161397"/>
              <a:gd name="connsiteX73" fmla="*/ 5613532 w 6884912"/>
              <a:gd name="connsiteY73" fmla="*/ 273379 h 1161397"/>
              <a:gd name="connsiteX74" fmla="*/ 5642173 w 6884912"/>
              <a:gd name="connsiteY74" fmla="*/ 266904 h 1161397"/>
              <a:gd name="connsiteX75" fmla="*/ 5756910 w 6884912"/>
              <a:gd name="connsiteY75" fmla="*/ 239211 h 1161397"/>
              <a:gd name="connsiteX76" fmla="*/ 5846667 w 6884912"/>
              <a:gd name="connsiteY76" fmla="*/ 201786 h 1161397"/>
              <a:gd name="connsiteX77" fmla="*/ 6029542 w 6884912"/>
              <a:gd name="connsiteY77" fmla="*/ 210339 h 1161397"/>
              <a:gd name="connsiteX78" fmla="*/ 6290640 w 6884912"/>
              <a:gd name="connsiteY78" fmla="*/ 167441 h 1161397"/>
              <a:gd name="connsiteX79" fmla="*/ 6380420 w 6884912"/>
              <a:gd name="connsiteY79" fmla="*/ 173195 h 1161397"/>
              <a:gd name="connsiteX80" fmla="*/ 6507891 w 6884912"/>
              <a:gd name="connsiteY80" fmla="*/ 118474 h 1161397"/>
              <a:gd name="connsiteX81" fmla="*/ 6571807 w 6884912"/>
              <a:gd name="connsiteY81" fmla="*/ 98636 h 1161397"/>
              <a:gd name="connsiteX82" fmla="*/ 6671880 w 6884912"/>
              <a:gd name="connsiteY82" fmla="*/ 82931 h 1161397"/>
              <a:gd name="connsiteX83" fmla="*/ 6702266 w 6884912"/>
              <a:gd name="connsiteY83" fmla="*/ 75470 h 1161397"/>
              <a:gd name="connsiteX84" fmla="*/ 6845802 w 6884912"/>
              <a:gd name="connsiteY84" fmla="*/ 24496 h 1161397"/>
              <a:gd name="connsiteX85" fmla="*/ 6884912 w 6884912"/>
              <a:gd name="connsiteY8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907640 w 6884912"/>
              <a:gd name="connsiteY55" fmla="*/ 207568 h 1161397"/>
              <a:gd name="connsiteX56" fmla="*/ 4013061 w 6884912"/>
              <a:gd name="connsiteY56" fmla="*/ 224874 h 1161397"/>
              <a:gd name="connsiteX57" fmla="*/ 4134285 w 6884912"/>
              <a:gd name="connsiteY57" fmla="*/ 235592 h 1161397"/>
              <a:gd name="connsiteX58" fmla="*/ 4220717 w 6884912"/>
              <a:gd name="connsiteY58" fmla="*/ 192946 h 1161397"/>
              <a:gd name="connsiteX59" fmla="*/ 4228802 w 6884912"/>
              <a:gd name="connsiteY59" fmla="*/ 201468 h 1161397"/>
              <a:gd name="connsiteX60" fmla="*/ 4424852 w 6884912"/>
              <a:gd name="connsiteY60" fmla="*/ 127591 h 1161397"/>
              <a:gd name="connsiteX61" fmla="*/ 4617330 w 6884912"/>
              <a:gd name="connsiteY61" fmla="*/ 111163 h 1161397"/>
              <a:gd name="connsiteX62" fmla="*/ 4730870 w 6884912"/>
              <a:gd name="connsiteY62" fmla="*/ 129432 h 1161397"/>
              <a:gd name="connsiteX63" fmla="*/ 4785037 w 6884912"/>
              <a:gd name="connsiteY63" fmla="*/ 161964 h 1161397"/>
              <a:gd name="connsiteX64" fmla="*/ 4844073 w 6884912"/>
              <a:gd name="connsiteY64" fmla="*/ 161768 h 1161397"/>
              <a:gd name="connsiteX65" fmla="*/ 4856454 w 6884912"/>
              <a:gd name="connsiteY65" fmla="*/ 130488 h 1161397"/>
              <a:gd name="connsiteX66" fmla="*/ 4920038 w 6884912"/>
              <a:gd name="connsiteY66" fmla="*/ 140418 h 1161397"/>
              <a:gd name="connsiteX67" fmla="*/ 5016639 w 6884912"/>
              <a:gd name="connsiteY67" fmla="*/ 158905 h 1161397"/>
              <a:gd name="connsiteX68" fmla="*/ 5072009 w 6884912"/>
              <a:gd name="connsiteY68" fmla="*/ 161502 h 1161397"/>
              <a:gd name="connsiteX69" fmla="*/ 5223626 w 6884912"/>
              <a:gd name="connsiteY69" fmla="*/ 177356 h 1161397"/>
              <a:gd name="connsiteX70" fmla="*/ 5467502 w 6884912"/>
              <a:gd name="connsiteY70" fmla="*/ 250963 h 1161397"/>
              <a:gd name="connsiteX71" fmla="*/ 5592395 w 6884912"/>
              <a:gd name="connsiteY71" fmla="*/ 265434 h 1161397"/>
              <a:gd name="connsiteX72" fmla="*/ 5613532 w 6884912"/>
              <a:gd name="connsiteY72" fmla="*/ 273379 h 1161397"/>
              <a:gd name="connsiteX73" fmla="*/ 5642173 w 6884912"/>
              <a:gd name="connsiteY73" fmla="*/ 266904 h 1161397"/>
              <a:gd name="connsiteX74" fmla="*/ 5756910 w 6884912"/>
              <a:gd name="connsiteY74" fmla="*/ 239211 h 1161397"/>
              <a:gd name="connsiteX75" fmla="*/ 5846667 w 6884912"/>
              <a:gd name="connsiteY75" fmla="*/ 201786 h 1161397"/>
              <a:gd name="connsiteX76" fmla="*/ 6029542 w 6884912"/>
              <a:gd name="connsiteY76" fmla="*/ 210339 h 1161397"/>
              <a:gd name="connsiteX77" fmla="*/ 6290640 w 6884912"/>
              <a:gd name="connsiteY77" fmla="*/ 167441 h 1161397"/>
              <a:gd name="connsiteX78" fmla="*/ 6380420 w 6884912"/>
              <a:gd name="connsiteY78" fmla="*/ 173195 h 1161397"/>
              <a:gd name="connsiteX79" fmla="*/ 6507891 w 6884912"/>
              <a:gd name="connsiteY79" fmla="*/ 118474 h 1161397"/>
              <a:gd name="connsiteX80" fmla="*/ 6571807 w 6884912"/>
              <a:gd name="connsiteY80" fmla="*/ 98636 h 1161397"/>
              <a:gd name="connsiteX81" fmla="*/ 6671880 w 6884912"/>
              <a:gd name="connsiteY81" fmla="*/ 82931 h 1161397"/>
              <a:gd name="connsiteX82" fmla="*/ 6702266 w 6884912"/>
              <a:gd name="connsiteY82" fmla="*/ 75470 h 1161397"/>
              <a:gd name="connsiteX83" fmla="*/ 6845802 w 6884912"/>
              <a:gd name="connsiteY83" fmla="*/ 24496 h 1161397"/>
              <a:gd name="connsiteX84" fmla="*/ 6884912 w 6884912"/>
              <a:gd name="connsiteY8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24852 w 6884912"/>
              <a:gd name="connsiteY59" fmla="*/ 127591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4856454 w 6884912"/>
              <a:gd name="connsiteY64" fmla="*/ 130488 h 1161397"/>
              <a:gd name="connsiteX65" fmla="*/ 4920038 w 6884912"/>
              <a:gd name="connsiteY65" fmla="*/ 140418 h 1161397"/>
              <a:gd name="connsiteX66" fmla="*/ 5016639 w 6884912"/>
              <a:gd name="connsiteY66" fmla="*/ 158905 h 1161397"/>
              <a:gd name="connsiteX67" fmla="*/ 5072009 w 6884912"/>
              <a:gd name="connsiteY67" fmla="*/ 161502 h 1161397"/>
              <a:gd name="connsiteX68" fmla="*/ 5223626 w 6884912"/>
              <a:gd name="connsiteY68" fmla="*/ 177356 h 1161397"/>
              <a:gd name="connsiteX69" fmla="*/ 5467502 w 6884912"/>
              <a:gd name="connsiteY69" fmla="*/ 250963 h 1161397"/>
              <a:gd name="connsiteX70" fmla="*/ 5592395 w 6884912"/>
              <a:gd name="connsiteY70" fmla="*/ 265434 h 1161397"/>
              <a:gd name="connsiteX71" fmla="*/ 5613532 w 6884912"/>
              <a:gd name="connsiteY71" fmla="*/ 273379 h 1161397"/>
              <a:gd name="connsiteX72" fmla="*/ 5642173 w 6884912"/>
              <a:gd name="connsiteY72" fmla="*/ 266904 h 1161397"/>
              <a:gd name="connsiteX73" fmla="*/ 5756910 w 6884912"/>
              <a:gd name="connsiteY73" fmla="*/ 239211 h 1161397"/>
              <a:gd name="connsiteX74" fmla="*/ 5846667 w 6884912"/>
              <a:gd name="connsiteY74" fmla="*/ 201786 h 1161397"/>
              <a:gd name="connsiteX75" fmla="*/ 6029542 w 6884912"/>
              <a:gd name="connsiteY75" fmla="*/ 210339 h 1161397"/>
              <a:gd name="connsiteX76" fmla="*/ 6290640 w 6884912"/>
              <a:gd name="connsiteY76" fmla="*/ 167441 h 1161397"/>
              <a:gd name="connsiteX77" fmla="*/ 6380420 w 6884912"/>
              <a:gd name="connsiteY77" fmla="*/ 173195 h 1161397"/>
              <a:gd name="connsiteX78" fmla="*/ 6507891 w 6884912"/>
              <a:gd name="connsiteY78" fmla="*/ 118474 h 1161397"/>
              <a:gd name="connsiteX79" fmla="*/ 6571807 w 6884912"/>
              <a:gd name="connsiteY79" fmla="*/ 98636 h 1161397"/>
              <a:gd name="connsiteX80" fmla="*/ 6671880 w 6884912"/>
              <a:gd name="connsiteY80" fmla="*/ 82931 h 1161397"/>
              <a:gd name="connsiteX81" fmla="*/ 6702266 w 6884912"/>
              <a:gd name="connsiteY81" fmla="*/ 75470 h 1161397"/>
              <a:gd name="connsiteX82" fmla="*/ 6845802 w 6884912"/>
              <a:gd name="connsiteY82" fmla="*/ 24496 h 1161397"/>
              <a:gd name="connsiteX83" fmla="*/ 6884912 w 6884912"/>
              <a:gd name="connsiteY8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16623 w 6884912"/>
              <a:gd name="connsiteY59" fmla="*/ 153623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4856454 w 6884912"/>
              <a:gd name="connsiteY64" fmla="*/ 130488 h 1161397"/>
              <a:gd name="connsiteX65" fmla="*/ 4920038 w 6884912"/>
              <a:gd name="connsiteY65" fmla="*/ 140418 h 1161397"/>
              <a:gd name="connsiteX66" fmla="*/ 5016639 w 6884912"/>
              <a:gd name="connsiteY66" fmla="*/ 158905 h 1161397"/>
              <a:gd name="connsiteX67" fmla="*/ 5072009 w 6884912"/>
              <a:gd name="connsiteY67" fmla="*/ 161502 h 1161397"/>
              <a:gd name="connsiteX68" fmla="*/ 5223626 w 6884912"/>
              <a:gd name="connsiteY68" fmla="*/ 177356 h 1161397"/>
              <a:gd name="connsiteX69" fmla="*/ 5467502 w 6884912"/>
              <a:gd name="connsiteY69" fmla="*/ 250963 h 1161397"/>
              <a:gd name="connsiteX70" fmla="*/ 5592395 w 6884912"/>
              <a:gd name="connsiteY70" fmla="*/ 265434 h 1161397"/>
              <a:gd name="connsiteX71" fmla="*/ 5613532 w 6884912"/>
              <a:gd name="connsiteY71" fmla="*/ 273379 h 1161397"/>
              <a:gd name="connsiteX72" fmla="*/ 5642173 w 6884912"/>
              <a:gd name="connsiteY72" fmla="*/ 266904 h 1161397"/>
              <a:gd name="connsiteX73" fmla="*/ 5756910 w 6884912"/>
              <a:gd name="connsiteY73" fmla="*/ 239211 h 1161397"/>
              <a:gd name="connsiteX74" fmla="*/ 5846667 w 6884912"/>
              <a:gd name="connsiteY74" fmla="*/ 201786 h 1161397"/>
              <a:gd name="connsiteX75" fmla="*/ 6029542 w 6884912"/>
              <a:gd name="connsiteY75" fmla="*/ 210339 h 1161397"/>
              <a:gd name="connsiteX76" fmla="*/ 6290640 w 6884912"/>
              <a:gd name="connsiteY76" fmla="*/ 167441 h 1161397"/>
              <a:gd name="connsiteX77" fmla="*/ 6380420 w 6884912"/>
              <a:gd name="connsiteY77" fmla="*/ 173195 h 1161397"/>
              <a:gd name="connsiteX78" fmla="*/ 6507891 w 6884912"/>
              <a:gd name="connsiteY78" fmla="*/ 118474 h 1161397"/>
              <a:gd name="connsiteX79" fmla="*/ 6571807 w 6884912"/>
              <a:gd name="connsiteY79" fmla="*/ 98636 h 1161397"/>
              <a:gd name="connsiteX80" fmla="*/ 6671880 w 6884912"/>
              <a:gd name="connsiteY80" fmla="*/ 82931 h 1161397"/>
              <a:gd name="connsiteX81" fmla="*/ 6702266 w 6884912"/>
              <a:gd name="connsiteY81" fmla="*/ 75470 h 1161397"/>
              <a:gd name="connsiteX82" fmla="*/ 6845802 w 6884912"/>
              <a:gd name="connsiteY82" fmla="*/ 24496 h 1161397"/>
              <a:gd name="connsiteX83" fmla="*/ 6884912 w 6884912"/>
              <a:gd name="connsiteY8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16623 w 6884912"/>
              <a:gd name="connsiteY59" fmla="*/ 153623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4856454 w 6884912"/>
              <a:gd name="connsiteY64" fmla="*/ 130488 h 1161397"/>
              <a:gd name="connsiteX65" fmla="*/ 5016639 w 6884912"/>
              <a:gd name="connsiteY65" fmla="*/ 158905 h 1161397"/>
              <a:gd name="connsiteX66" fmla="*/ 5072009 w 6884912"/>
              <a:gd name="connsiteY66" fmla="*/ 161502 h 1161397"/>
              <a:gd name="connsiteX67" fmla="*/ 5223626 w 6884912"/>
              <a:gd name="connsiteY67" fmla="*/ 177356 h 1161397"/>
              <a:gd name="connsiteX68" fmla="*/ 5467502 w 6884912"/>
              <a:gd name="connsiteY68" fmla="*/ 250963 h 1161397"/>
              <a:gd name="connsiteX69" fmla="*/ 5592395 w 6884912"/>
              <a:gd name="connsiteY69" fmla="*/ 265434 h 1161397"/>
              <a:gd name="connsiteX70" fmla="*/ 5613532 w 6884912"/>
              <a:gd name="connsiteY70" fmla="*/ 273379 h 1161397"/>
              <a:gd name="connsiteX71" fmla="*/ 5642173 w 6884912"/>
              <a:gd name="connsiteY71" fmla="*/ 266904 h 1161397"/>
              <a:gd name="connsiteX72" fmla="*/ 5756910 w 6884912"/>
              <a:gd name="connsiteY72" fmla="*/ 239211 h 1161397"/>
              <a:gd name="connsiteX73" fmla="*/ 5846667 w 6884912"/>
              <a:gd name="connsiteY73" fmla="*/ 201786 h 1161397"/>
              <a:gd name="connsiteX74" fmla="*/ 6029542 w 6884912"/>
              <a:gd name="connsiteY74" fmla="*/ 210339 h 1161397"/>
              <a:gd name="connsiteX75" fmla="*/ 6290640 w 6884912"/>
              <a:gd name="connsiteY75" fmla="*/ 167441 h 1161397"/>
              <a:gd name="connsiteX76" fmla="*/ 6380420 w 6884912"/>
              <a:gd name="connsiteY76" fmla="*/ 173195 h 1161397"/>
              <a:gd name="connsiteX77" fmla="*/ 6507891 w 6884912"/>
              <a:gd name="connsiteY77" fmla="*/ 118474 h 1161397"/>
              <a:gd name="connsiteX78" fmla="*/ 6571807 w 6884912"/>
              <a:gd name="connsiteY78" fmla="*/ 98636 h 1161397"/>
              <a:gd name="connsiteX79" fmla="*/ 6671880 w 6884912"/>
              <a:gd name="connsiteY79" fmla="*/ 82931 h 1161397"/>
              <a:gd name="connsiteX80" fmla="*/ 6702266 w 6884912"/>
              <a:gd name="connsiteY80" fmla="*/ 75470 h 1161397"/>
              <a:gd name="connsiteX81" fmla="*/ 6845802 w 6884912"/>
              <a:gd name="connsiteY81" fmla="*/ 24496 h 1161397"/>
              <a:gd name="connsiteX82" fmla="*/ 6884912 w 6884912"/>
              <a:gd name="connsiteY8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16623 w 6884912"/>
              <a:gd name="connsiteY59" fmla="*/ 153623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5016639 w 6884912"/>
              <a:gd name="connsiteY64" fmla="*/ 158905 h 1161397"/>
              <a:gd name="connsiteX65" fmla="*/ 5072009 w 6884912"/>
              <a:gd name="connsiteY65" fmla="*/ 161502 h 1161397"/>
              <a:gd name="connsiteX66" fmla="*/ 5223626 w 6884912"/>
              <a:gd name="connsiteY66" fmla="*/ 177356 h 1161397"/>
              <a:gd name="connsiteX67" fmla="*/ 5467502 w 6884912"/>
              <a:gd name="connsiteY67" fmla="*/ 250963 h 1161397"/>
              <a:gd name="connsiteX68" fmla="*/ 5592395 w 6884912"/>
              <a:gd name="connsiteY68" fmla="*/ 265434 h 1161397"/>
              <a:gd name="connsiteX69" fmla="*/ 5613532 w 6884912"/>
              <a:gd name="connsiteY69" fmla="*/ 273379 h 1161397"/>
              <a:gd name="connsiteX70" fmla="*/ 5642173 w 6884912"/>
              <a:gd name="connsiteY70" fmla="*/ 266904 h 1161397"/>
              <a:gd name="connsiteX71" fmla="*/ 5756910 w 6884912"/>
              <a:gd name="connsiteY71" fmla="*/ 239211 h 1161397"/>
              <a:gd name="connsiteX72" fmla="*/ 5846667 w 6884912"/>
              <a:gd name="connsiteY72" fmla="*/ 201786 h 1161397"/>
              <a:gd name="connsiteX73" fmla="*/ 6029542 w 6884912"/>
              <a:gd name="connsiteY73" fmla="*/ 210339 h 1161397"/>
              <a:gd name="connsiteX74" fmla="*/ 6290640 w 6884912"/>
              <a:gd name="connsiteY74" fmla="*/ 167441 h 1161397"/>
              <a:gd name="connsiteX75" fmla="*/ 6380420 w 6884912"/>
              <a:gd name="connsiteY75" fmla="*/ 173195 h 1161397"/>
              <a:gd name="connsiteX76" fmla="*/ 6507891 w 6884912"/>
              <a:gd name="connsiteY76" fmla="*/ 118474 h 1161397"/>
              <a:gd name="connsiteX77" fmla="*/ 6571807 w 6884912"/>
              <a:gd name="connsiteY77" fmla="*/ 98636 h 1161397"/>
              <a:gd name="connsiteX78" fmla="*/ 6671880 w 6884912"/>
              <a:gd name="connsiteY78" fmla="*/ 82931 h 1161397"/>
              <a:gd name="connsiteX79" fmla="*/ 6702266 w 6884912"/>
              <a:gd name="connsiteY79" fmla="*/ 75470 h 1161397"/>
              <a:gd name="connsiteX80" fmla="*/ 6845802 w 6884912"/>
              <a:gd name="connsiteY80" fmla="*/ 24496 h 1161397"/>
              <a:gd name="connsiteX81" fmla="*/ 6884912 w 6884912"/>
              <a:gd name="connsiteY81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31799" y="1126149"/>
                  <a:pt x="298798" y="1044531"/>
                  <a:pt x="355512" y="1036593"/>
                </a:cubicBezTo>
                <a:cubicBezTo>
                  <a:pt x="427149" y="1015055"/>
                  <a:pt x="466407" y="1043128"/>
                  <a:pt x="519354" y="1038706"/>
                </a:cubicBezTo>
                <a:cubicBezTo>
                  <a:pt x="536908" y="1031720"/>
                  <a:pt x="669410" y="970661"/>
                  <a:pt x="689654" y="966675"/>
                </a:cubicBezTo>
                <a:cubicBezTo>
                  <a:pt x="736045" y="948784"/>
                  <a:pt x="769339" y="947890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cubicBezTo>
                  <a:pt x="1200307" y="688370"/>
                  <a:pt x="1275301" y="651309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50503" y="614507"/>
                  <a:pt x="1381945" y="616030"/>
                  <a:pt x="1391606" y="615229"/>
                </a:cubicBez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85857" y="623401"/>
                  <a:pt x="1592172" y="629819"/>
                </a:cubicBezTo>
                <a:cubicBezTo>
                  <a:pt x="1651945" y="578091"/>
                  <a:pt x="1659006" y="610309"/>
                  <a:pt x="1731986" y="589682"/>
                </a:cubicBezTo>
                <a:cubicBezTo>
                  <a:pt x="1817442" y="583260"/>
                  <a:pt x="1884494" y="589156"/>
                  <a:pt x="1940326" y="582611"/>
                </a:cubicBezTo>
                <a:cubicBezTo>
                  <a:pt x="1967287" y="583845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754324" y="424766"/>
                </a:ln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72664" y="234091"/>
                  <a:pt x="3860868" y="210929"/>
                  <a:pt x="3907640" y="207568"/>
                </a:cubicBezTo>
                <a:lnTo>
                  <a:pt x="4013061" y="224874"/>
                </a:ln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196151" y="208022"/>
                  <a:pt x="4228802" y="201468"/>
                </a:cubicBezTo>
                <a:cubicBezTo>
                  <a:pt x="4261453" y="194914"/>
                  <a:pt x="4351868" y="168674"/>
                  <a:pt x="4416623" y="153623"/>
                </a:cubicBezTo>
                <a:cubicBezTo>
                  <a:pt x="4490845" y="140294"/>
                  <a:pt x="4527062" y="166416"/>
                  <a:pt x="4617330" y="111163"/>
                </a:cubicBezTo>
                <a:cubicBezTo>
                  <a:pt x="4668333" y="111470"/>
                  <a:pt x="4702919" y="120965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lnTo>
                  <a:pt x="5016639" y="158905"/>
                </a:ln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9541" y="192266"/>
                  <a:pt x="5406040" y="236283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106" y="196974"/>
                  <a:pt x="5955547" y="216063"/>
                  <a:pt x="6029542" y="210339"/>
                </a:cubicBezTo>
                <a:cubicBezTo>
                  <a:pt x="6084527" y="201461"/>
                  <a:pt x="6232160" y="173632"/>
                  <a:pt x="6290640" y="167441"/>
                </a:cubicBezTo>
                <a:cubicBezTo>
                  <a:pt x="6330523" y="169653"/>
                  <a:pt x="6344211" y="181356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0FBE8EC-1812-4EE8-AE95-F57CA25AA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V="1">
            <a:off x="8566205" y="0"/>
            <a:ext cx="3625795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290640 w 6884912"/>
              <a:gd name="connsiteY101" fmla="*/ 167441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290640 w 6884912"/>
              <a:gd name="connsiteY100" fmla="*/ 167441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134285 w 6884912"/>
              <a:gd name="connsiteY77" fmla="*/ 235592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290640 w 6884912"/>
              <a:gd name="connsiteY99" fmla="*/ 167441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134285 w 6884912"/>
              <a:gd name="connsiteY76" fmla="*/ 235592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785037 w 6884912"/>
              <a:gd name="connsiteY83" fmla="*/ 161964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290640 w 6884912"/>
              <a:gd name="connsiteY98" fmla="*/ 167441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4013061 w 6884912"/>
              <a:gd name="connsiteY74" fmla="*/ 224874 h 1161397"/>
              <a:gd name="connsiteX75" fmla="*/ 4134285 w 6884912"/>
              <a:gd name="connsiteY75" fmla="*/ 235592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785037 w 6884912"/>
              <a:gd name="connsiteY82" fmla="*/ 161964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290640 w 6884912"/>
              <a:gd name="connsiteY97" fmla="*/ 167441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4013061 w 6884912"/>
              <a:gd name="connsiteY73" fmla="*/ 224874 h 1161397"/>
              <a:gd name="connsiteX74" fmla="*/ 4134285 w 6884912"/>
              <a:gd name="connsiteY74" fmla="*/ 235592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785037 w 6884912"/>
              <a:gd name="connsiteY81" fmla="*/ 161964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290640 w 6884912"/>
              <a:gd name="connsiteY96" fmla="*/ 167441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4013061 w 6884912"/>
              <a:gd name="connsiteY72" fmla="*/ 224874 h 1161397"/>
              <a:gd name="connsiteX73" fmla="*/ 4134285 w 6884912"/>
              <a:gd name="connsiteY73" fmla="*/ 235592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785037 w 6884912"/>
              <a:gd name="connsiteY80" fmla="*/ 161964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290640 w 6884912"/>
              <a:gd name="connsiteY95" fmla="*/ 167441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907640 w 6884912"/>
              <a:gd name="connsiteY70" fmla="*/ 207568 h 1161397"/>
              <a:gd name="connsiteX71" fmla="*/ 4013061 w 6884912"/>
              <a:gd name="connsiteY71" fmla="*/ 224874 h 1161397"/>
              <a:gd name="connsiteX72" fmla="*/ 4134285 w 6884912"/>
              <a:gd name="connsiteY72" fmla="*/ 235592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785037 w 6884912"/>
              <a:gd name="connsiteY79" fmla="*/ 161964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290640 w 6884912"/>
              <a:gd name="connsiteY94" fmla="*/ 167441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907640 w 6884912"/>
              <a:gd name="connsiteY69" fmla="*/ 207568 h 1161397"/>
              <a:gd name="connsiteX70" fmla="*/ 4013061 w 6884912"/>
              <a:gd name="connsiteY70" fmla="*/ 224874 h 1161397"/>
              <a:gd name="connsiteX71" fmla="*/ 4134285 w 6884912"/>
              <a:gd name="connsiteY71" fmla="*/ 235592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785037 w 6884912"/>
              <a:gd name="connsiteY78" fmla="*/ 161964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290640 w 6884912"/>
              <a:gd name="connsiteY93" fmla="*/ 167441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907640 w 6884912"/>
              <a:gd name="connsiteY69" fmla="*/ 207568 h 1161397"/>
              <a:gd name="connsiteX70" fmla="*/ 4013061 w 6884912"/>
              <a:gd name="connsiteY70" fmla="*/ 224874 h 1161397"/>
              <a:gd name="connsiteX71" fmla="*/ 4134285 w 6884912"/>
              <a:gd name="connsiteY71" fmla="*/ 235592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424852 w 6884912"/>
              <a:gd name="connsiteY74" fmla="*/ 127591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785037 w 6884912"/>
              <a:gd name="connsiteY78" fmla="*/ 161964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290640 w 6884912"/>
              <a:gd name="connsiteY93" fmla="*/ 167441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907640 w 6884912"/>
              <a:gd name="connsiteY69" fmla="*/ 207568 h 1161397"/>
              <a:gd name="connsiteX70" fmla="*/ 4013061 w 6884912"/>
              <a:gd name="connsiteY70" fmla="*/ 224874 h 1161397"/>
              <a:gd name="connsiteX71" fmla="*/ 4134285 w 6884912"/>
              <a:gd name="connsiteY71" fmla="*/ 235592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424852 w 6884912"/>
              <a:gd name="connsiteY74" fmla="*/ 127591 h 1161397"/>
              <a:gd name="connsiteX75" fmla="*/ 4617330 w 6884912"/>
              <a:gd name="connsiteY75" fmla="*/ 111163 h 1161397"/>
              <a:gd name="connsiteX76" fmla="*/ 4730870 w 6884912"/>
              <a:gd name="connsiteY76" fmla="*/ 129432 h 1161397"/>
              <a:gd name="connsiteX77" fmla="*/ 4785037 w 6884912"/>
              <a:gd name="connsiteY77" fmla="*/ 161964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290640 w 6884912"/>
              <a:gd name="connsiteY92" fmla="*/ 167441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907640 w 6884912"/>
              <a:gd name="connsiteY68" fmla="*/ 207568 h 1161397"/>
              <a:gd name="connsiteX69" fmla="*/ 4013061 w 6884912"/>
              <a:gd name="connsiteY69" fmla="*/ 224874 h 1161397"/>
              <a:gd name="connsiteX70" fmla="*/ 4134285 w 6884912"/>
              <a:gd name="connsiteY70" fmla="*/ 235592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424852 w 6884912"/>
              <a:gd name="connsiteY73" fmla="*/ 127591 h 1161397"/>
              <a:gd name="connsiteX74" fmla="*/ 4617330 w 6884912"/>
              <a:gd name="connsiteY74" fmla="*/ 111163 h 1161397"/>
              <a:gd name="connsiteX75" fmla="*/ 4730870 w 6884912"/>
              <a:gd name="connsiteY75" fmla="*/ 129432 h 1161397"/>
              <a:gd name="connsiteX76" fmla="*/ 4785037 w 6884912"/>
              <a:gd name="connsiteY76" fmla="*/ 161964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290640 w 6884912"/>
              <a:gd name="connsiteY91" fmla="*/ 167441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907640 w 6884912"/>
              <a:gd name="connsiteY68" fmla="*/ 207568 h 1161397"/>
              <a:gd name="connsiteX69" fmla="*/ 4013061 w 6884912"/>
              <a:gd name="connsiteY69" fmla="*/ 224874 h 1161397"/>
              <a:gd name="connsiteX70" fmla="*/ 4134285 w 6884912"/>
              <a:gd name="connsiteY70" fmla="*/ 235592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424852 w 6884912"/>
              <a:gd name="connsiteY73" fmla="*/ 127591 h 1161397"/>
              <a:gd name="connsiteX74" fmla="*/ 4617330 w 6884912"/>
              <a:gd name="connsiteY74" fmla="*/ 111163 h 1161397"/>
              <a:gd name="connsiteX75" fmla="*/ 4730870 w 6884912"/>
              <a:gd name="connsiteY75" fmla="*/ 129432 h 1161397"/>
              <a:gd name="connsiteX76" fmla="*/ 4785037 w 6884912"/>
              <a:gd name="connsiteY76" fmla="*/ 161964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6029542 w 6884912"/>
              <a:gd name="connsiteY89" fmla="*/ 210339 h 1161397"/>
              <a:gd name="connsiteX90" fmla="*/ 6290640 w 6884912"/>
              <a:gd name="connsiteY90" fmla="*/ 167441 h 1161397"/>
              <a:gd name="connsiteX91" fmla="*/ 6380420 w 6884912"/>
              <a:gd name="connsiteY91" fmla="*/ 173195 h 1161397"/>
              <a:gd name="connsiteX92" fmla="*/ 6507891 w 6884912"/>
              <a:gd name="connsiteY92" fmla="*/ 118474 h 1161397"/>
              <a:gd name="connsiteX93" fmla="*/ 6571807 w 6884912"/>
              <a:gd name="connsiteY93" fmla="*/ 98636 h 1161397"/>
              <a:gd name="connsiteX94" fmla="*/ 6671880 w 6884912"/>
              <a:gd name="connsiteY94" fmla="*/ 82931 h 1161397"/>
              <a:gd name="connsiteX95" fmla="*/ 6702266 w 6884912"/>
              <a:gd name="connsiteY95" fmla="*/ 75470 h 1161397"/>
              <a:gd name="connsiteX96" fmla="*/ 6845802 w 6884912"/>
              <a:gd name="connsiteY96" fmla="*/ 24496 h 1161397"/>
              <a:gd name="connsiteX97" fmla="*/ 6884912 w 6884912"/>
              <a:gd name="connsiteY9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127968 w 6884912"/>
              <a:gd name="connsiteY56" fmla="*/ 287613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287859 w 6884912"/>
              <a:gd name="connsiteY59" fmla="*/ 287558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907640 w 6884912"/>
              <a:gd name="connsiteY67" fmla="*/ 207568 h 1161397"/>
              <a:gd name="connsiteX68" fmla="*/ 4013061 w 6884912"/>
              <a:gd name="connsiteY68" fmla="*/ 224874 h 1161397"/>
              <a:gd name="connsiteX69" fmla="*/ 4134285 w 6884912"/>
              <a:gd name="connsiteY69" fmla="*/ 235592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424852 w 6884912"/>
              <a:gd name="connsiteY72" fmla="*/ 127591 h 1161397"/>
              <a:gd name="connsiteX73" fmla="*/ 4617330 w 6884912"/>
              <a:gd name="connsiteY73" fmla="*/ 111163 h 1161397"/>
              <a:gd name="connsiteX74" fmla="*/ 4730870 w 6884912"/>
              <a:gd name="connsiteY74" fmla="*/ 129432 h 1161397"/>
              <a:gd name="connsiteX75" fmla="*/ 4785037 w 6884912"/>
              <a:gd name="connsiteY75" fmla="*/ 161964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6029542 w 6884912"/>
              <a:gd name="connsiteY88" fmla="*/ 210339 h 1161397"/>
              <a:gd name="connsiteX89" fmla="*/ 6290640 w 6884912"/>
              <a:gd name="connsiteY89" fmla="*/ 167441 h 1161397"/>
              <a:gd name="connsiteX90" fmla="*/ 6380420 w 6884912"/>
              <a:gd name="connsiteY90" fmla="*/ 173195 h 1161397"/>
              <a:gd name="connsiteX91" fmla="*/ 6507891 w 6884912"/>
              <a:gd name="connsiteY91" fmla="*/ 118474 h 1161397"/>
              <a:gd name="connsiteX92" fmla="*/ 6571807 w 6884912"/>
              <a:gd name="connsiteY92" fmla="*/ 98636 h 1161397"/>
              <a:gd name="connsiteX93" fmla="*/ 6671880 w 6884912"/>
              <a:gd name="connsiteY93" fmla="*/ 82931 h 1161397"/>
              <a:gd name="connsiteX94" fmla="*/ 6702266 w 6884912"/>
              <a:gd name="connsiteY94" fmla="*/ 75470 h 1161397"/>
              <a:gd name="connsiteX95" fmla="*/ 6845802 w 6884912"/>
              <a:gd name="connsiteY95" fmla="*/ 24496 h 1161397"/>
              <a:gd name="connsiteX96" fmla="*/ 6884912 w 6884912"/>
              <a:gd name="connsiteY9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127968 w 6884912"/>
              <a:gd name="connsiteY55" fmla="*/ 287613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287859 w 6884912"/>
              <a:gd name="connsiteY58" fmla="*/ 287558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907640 w 6884912"/>
              <a:gd name="connsiteY66" fmla="*/ 207568 h 1161397"/>
              <a:gd name="connsiteX67" fmla="*/ 4013061 w 6884912"/>
              <a:gd name="connsiteY67" fmla="*/ 224874 h 1161397"/>
              <a:gd name="connsiteX68" fmla="*/ 4134285 w 6884912"/>
              <a:gd name="connsiteY68" fmla="*/ 235592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424852 w 6884912"/>
              <a:gd name="connsiteY71" fmla="*/ 127591 h 1161397"/>
              <a:gd name="connsiteX72" fmla="*/ 4617330 w 6884912"/>
              <a:gd name="connsiteY72" fmla="*/ 111163 h 1161397"/>
              <a:gd name="connsiteX73" fmla="*/ 4730870 w 6884912"/>
              <a:gd name="connsiteY73" fmla="*/ 129432 h 1161397"/>
              <a:gd name="connsiteX74" fmla="*/ 4785037 w 6884912"/>
              <a:gd name="connsiteY74" fmla="*/ 161964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6029542 w 6884912"/>
              <a:gd name="connsiteY87" fmla="*/ 210339 h 1161397"/>
              <a:gd name="connsiteX88" fmla="*/ 6290640 w 6884912"/>
              <a:gd name="connsiteY88" fmla="*/ 167441 h 1161397"/>
              <a:gd name="connsiteX89" fmla="*/ 6380420 w 6884912"/>
              <a:gd name="connsiteY89" fmla="*/ 173195 h 1161397"/>
              <a:gd name="connsiteX90" fmla="*/ 6507891 w 6884912"/>
              <a:gd name="connsiteY90" fmla="*/ 118474 h 1161397"/>
              <a:gd name="connsiteX91" fmla="*/ 6571807 w 6884912"/>
              <a:gd name="connsiteY91" fmla="*/ 98636 h 1161397"/>
              <a:gd name="connsiteX92" fmla="*/ 6671880 w 6884912"/>
              <a:gd name="connsiteY92" fmla="*/ 82931 h 1161397"/>
              <a:gd name="connsiteX93" fmla="*/ 6702266 w 6884912"/>
              <a:gd name="connsiteY93" fmla="*/ 75470 h 1161397"/>
              <a:gd name="connsiteX94" fmla="*/ 6845802 w 6884912"/>
              <a:gd name="connsiteY94" fmla="*/ 24496 h 1161397"/>
              <a:gd name="connsiteX95" fmla="*/ 6884912 w 6884912"/>
              <a:gd name="connsiteY9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92172 w 6884912"/>
              <a:gd name="connsiteY38" fmla="*/ 629819 h 1161397"/>
              <a:gd name="connsiteX39" fmla="*/ 1731986 w 6884912"/>
              <a:gd name="connsiteY39" fmla="*/ 589682 h 1161397"/>
              <a:gd name="connsiteX40" fmla="*/ 1940326 w 6884912"/>
              <a:gd name="connsiteY40" fmla="*/ 582611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127968 w 6884912"/>
              <a:gd name="connsiteY54" fmla="*/ 287613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287859 w 6884912"/>
              <a:gd name="connsiteY57" fmla="*/ 287558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907640 w 6884912"/>
              <a:gd name="connsiteY65" fmla="*/ 207568 h 1161397"/>
              <a:gd name="connsiteX66" fmla="*/ 4013061 w 6884912"/>
              <a:gd name="connsiteY66" fmla="*/ 224874 h 1161397"/>
              <a:gd name="connsiteX67" fmla="*/ 4134285 w 6884912"/>
              <a:gd name="connsiteY67" fmla="*/ 235592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424852 w 6884912"/>
              <a:gd name="connsiteY70" fmla="*/ 127591 h 1161397"/>
              <a:gd name="connsiteX71" fmla="*/ 4617330 w 6884912"/>
              <a:gd name="connsiteY71" fmla="*/ 111163 h 1161397"/>
              <a:gd name="connsiteX72" fmla="*/ 4730870 w 6884912"/>
              <a:gd name="connsiteY72" fmla="*/ 129432 h 1161397"/>
              <a:gd name="connsiteX73" fmla="*/ 4785037 w 6884912"/>
              <a:gd name="connsiteY73" fmla="*/ 161964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467502 w 6884912"/>
              <a:gd name="connsiteY80" fmla="*/ 250963 h 1161397"/>
              <a:gd name="connsiteX81" fmla="*/ 5592395 w 6884912"/>
              <a:gd name="connsiteY81" fmla="*/ 265434 h 1161397"/>
              <a:gd name="connsiteX82" fmla="*/ 5613532 w 6884912"/>
              <a:gd name="connsiteY82" fmla="*/ 273379 h 1161397"/>
              <a:gd name="connsiteX83" fmla="*/ 5642173 w 6884912"/>
              <a:gd name="connsiteY83" fmla="*/ 266904 h 1161397"/>
              <a:gd name="connsiteX84" fmla="*/ 5756910 w 6884912"/>
              <a:gd name="connsiteY84" fmla="*/ 239211 h 1161397"/>
              <a:gd name="connsiteX85" fmla="*/ 5846667 w 6884912"/>
              <a:gd name="connsiteY85" fmla="*/ 201786 h 1161397"/>
              <a:gd name="connsiteX86" fmla="*/ 6029542 w 6884912"/>
              <a:gd name="connsiteY86" fmla="*/ 210339 h 1161397"/>
              <a:gd name="connsiteX87" fmla="*/ 6290640 w 6884912"/>
              <a:gd name="connsiteY87" fmla="*/ 167441 h 1161397"/>
              <a:gd name="connsiteX88" fmla="*/ 6380420 w 6884912"/>
              <a:gd name="connsiteY88" fmla="*/ 173195 h 1161397"/>
              <a:gd name="connsiteX89" fmla="*/ 6507891 w 6884912"/>
              <a:gd name="connsiteY89" fmla="*/ 118474 h 1161397"/>
              <a:gd name="connsiteX90" fmla="*/ 6571807 w 6884912"/>
              <a:gd name="connsiteY90" fmla="*/ 98636 h 1161397"/>
              <a:gd name="connsiteX91" fmla="*/ 6671880 w 6884912"/>
              <a:gd name="connsiteY91" fmla="*/ 82931 h 1161397"/>
              <a:gd name="connsiteX92" fmla="*/ 6702266 w 6884912"/>
              <a:gd name="connsiteY92" fmla="*/ 75470 h 1161397"/>
              <a:gd name="connsiteX93" fmla="*/ 6845802 w 6884912"/>
              <a:gd name="connsiteY93" fmla="*/ 24496 h 1161397"/>
              <a:gd name="connsiteX94" fmla="*/ 6884912 w 6884912"/>
              <a:gd name="connsiteY9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92172 w 6884912"/>
              <a:gd name="connsiteY37" fmla="*/ 629819 h 1161397"/>
              <a:gd name="connsiteX38" fmla="*/ 1731986 w 6884912"/>
              <a:gd name="connsiteY38" fmla="*/ 589682 h 1161397"/>
              <a:gd name="connsiteX39" fmla="*/ 1940326 w 6884912"/>
              <a:gd name="connsiteY39" fmla="*/ 582611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127968 w 6884912"/>
              <a:gd name="connsiteY53" fmla="*/ 287613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287859 w 6884912"/>
              <a:gd name="connsiteY56" fmla="*/ 287558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907640 w 6884912"/>
              <a:gd name="connsiteY64" fmla="*/ 207568 h 1161397"/>
              <a:gd name="connsiteX65" fmla="*/ 4013061 w 6884912"/>
              <a:gd name="connsiteY65" fmla="*/ 224874 h 1161397"/>
              <a:gd name="connsiteX66" fmla="*/ 4134285 w 6884912"/>
              <a:gd name="connsiteY66" fmla="*/ 235592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424852 w 6884912"/>
              <a:gd name="connsiteY69" fmla="*/ 127591 h 1161397"/>
              <a:gd name="connsiteX70" fmla="*/ 4617330 w 6884912"/>
              <a:gd name="connsiteY70" fmla="*/ 111163 h 1161397"/>
              <a:gd name="connsiteX71" fmla="*/ 4730870 w 6884912"/>
              <a:gd name="connsiteY71" fmla="*/ 129432 h 1161397"/>
              <a:gd name="connsiteX72" fmla="*/ 4785037 w 6884912"/>
              <a:gd name="connsiteY72" fmla="*/ 161964 h 1161397"/>
              <a:gd name="connsiteX73" fmla="*/ 4844073 w 6884912"/>
              <a:gd name="connsiteY73" fmla="*/ 161768 h 1161397"/>
              <a:gd name="connsiteX74" fmla="*/ 4856454 w 6884912"/>
              <a:gd name="connsiteY74" fmla="*/ 130488 h 1161397"/>
              <a:gd name="connsiteX75" fmla="*/ 4920038 w 6884912"/>
              <a:gd name="connsiteY75" fmla="*/ 140418 h 1161397"/>
              <a:gd name="connsiteX76" fmla="*/ 5016639 w 6884912"/>
              <a:gd name="connsiteY76" fmla="*/ 158905 h 1161397"/>
              <a:gd name="connsiteX77" fmla="*/ 5072009 w 6884912"/>
              <a:gd name="connsiteY77" fmla="*/ 161502 h 1161397"/>
              <a:gd name="connsiteX78" fmla="*/ 5223626 w 6884912"/>
              <a:gd name="connsiteY78" fmla="*/ 177356 h 1161397"/>
              <a:gd name="connsiteX79" fmla="*/ 5467502 w 6884912"/>
              <a:gd name="connsiteY79" fmla="*/ 250963 h 1161397"/>
              <a:gd name="connsiteX80" fmla="*/ 5592395 w 6884912"/>
              <a:gd name="connsiteY80" fmla="*/ 265434 h 1161397"/>
              <a:gd name="connsiteX81" fmla="*/ 5613532 w 6884912"/>
              <a:gd name="connsiteY81" fmla="*/ 273379 h 1161397"/>
              <a:gd name="connsiteX82" fmla="*/ 5642173 w 6884912"/>
              <a:gd name="connsiteY82" fmla="*/ 266904 h 1161397"/>
              <a:gd name="connsiteX83" fmla="*/ 5756910 w 6884912"/>
              <a:gd name="connsiteY83" fmla="*/ 239211 h 1161397"/>
              <a:gd name="connsiteX84" fmla="*/ 5846667 w 6884912"/>
              <a:gd name="connsiteY84" fmla="*/ 201786 h 1161397"/>
              <a:gd name="connsiteX85" fmla="*/ 6029542 w 6884912"/>
              <a:gd name="connsiteY85" fmla="*/ 210339 h 1161397"/>
              <a:gd name="connsiteX86" fmla="*/ 6290640 w 6884912"/>
              <a:gd name="connsiteY86" fmla="*/ 167441 h 1161397"/>
              <a:gd name="connsiteX87" fmla="*/ 6380420 w 6884912"/>
              <a:gd name="connsiteY87" fmla="*/ 173195 h 1161397"/>
              <a:gd name="connsiteX88" fmla="*/ 6507891 w 6884912"/>
              <a:gd name="connsiteY88" fmla="*/ 118474 h 1161397"/>
              <a:gd name="connsiteX89" fmla="*/ 6571807 w 6884912"/>
              <a:gd name="connsiteY89" fmla="*/ 98636 h 1161397"/>
              <a:gd name="connsiteX90" fmla="*/ 6671880 w 6884912"/>
              <a:gd name="connsiteY90" fmla="*/ 82931 h 1161397"/>
              <a:gd name="connsiteX91" fmla="*/ 6702266 w 6884912"/>
              <a:gd name="connsiteY91" fmla="*/ 75470 h 1161397"/>
              <a:gd name="connsiteX92" fmla="*/ 6845802 w 6884912"/>
              <a:gd name="connsiteY92" fmla="*/ 24496 h 1161397"/>
              <a:gd name="connsiteX93" fmla="*/ 6884912 w 6884912"/>
              <a:gd name="connsiteY9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92172 w 6884912"/>
              <a:gd name="connsiteY36" fmla="*/ 629819 h 1161397"/>
              <a:gd name="connsiteX37" fmla="*/ 1731986 w 6884912"/>
              <a:gd name="connsiteY37" fmla="*/ 589682 h 1161397"/>
              <a:gd name="connsiteX38" fmla="*/ 1940326 w 6884912"/>
              <a:gd name="connsiteY38" fmla="*/ 582611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127968 w 6884912"/>
              <a:gd name="connsiteY52" fmla="*/ 287613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287859 w 6884912"/>
              <a:gd name="connsiteY55" fmla="*/ 287558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907640 w 6884912"/>
              <a:gd name="connsiteY63" fmla="*/ 207568 h 1161397"/>
              <a:gd name="connsiteX64" fmla="*/ 4013061 w 6884912"/>
              <a:gd name="connsiteY64" fmla="*/ 224874 h 1161397"/>
              <a:gd name="connsiteX65" fmla="*/ 4134285 w 6884912"/>
              <a:gd name="connsiteY65" fmla="*/ 235592 h 1161397"/>
              <a:gd name="connsiteX66" fmla="*/ 4220717 w 6884912"/>
              <a:gd name="connsiteY66" fmla="*/ 192946 h 1161397"/>
              <a:gd name="connsiteX67" fmla="*/ 4228802 w 6884912"/>
              <a:gd name="connsiteY67" fmla="*/ 201468 h 1161397"/>
              <a:gd name="connsiteX68" fmla="*/ 4424852 w 6884912"/>
              <a:gd name="connsiteY68" fmla="*/ 127591 h 1161397"/>
              <a:gd name="connsiteX69" fmla="*/ 4617330 w 6884912"/>
              <a:gd name="connsiteY69" fmla="*/ 111163 h 1161397"/>
              <a:gd name="connsiteX70" fmla="*/ 4730870 w 6884912"/>
              <a:gd name="connsiteY70" fmla="*/ 129432 h 1161397"/>
              <a:gd name="connsiteX71" fmla="*/ 4785037 w 6884912"/>
              <a:gd name="connsiteY71" fmla="*/ 161964 h 1161397"/>
              <a:gd name="connsiteX72" fmla="*/ 4844073 w 6884912"/>
              <a:gd name="connsiteY72" fmla="*/ 161768 h 1161397"/>
              <a:gd name="connsiteX73" fmla="*/ 4856454 w 6884912"/>
              <a:gd name="connsiteY73" fmla="*/ 130488 h 1161397"/>
              <a:gd name="connsiteX74" fmla="*/ 4920038 w 6884912"/>
              <a:gd name="connsiteY74" fmla="*/ 140418 h 1161397"/>
              <a:gd name="connsiteX75" fmla="*/ 5016639 w 6884912"/>
              <a:gd name="connsiteY75" fmla="*/ 158905 h 1161397"/>
              <a:gd name="connsiteX76" fmla="*/ 5072009 w 6884912"/>
              <a:gd name="connsiteY76" fmla="*/ 161502 h 1161397"/>
              <a:gd name="connsiteX77" fmla="*/ 5223626 w 6884912"/>
              <a:gd name="connsiteY77" fmla="*/ 177356 h 1161397"/>
              <a:gd name="connsiteX78" fmla="*/ 5467502 w 6884912"/>
              <a:gd name="connsiteY78" fmla="*/ 250963 h 1161397"/>
              <a:gd name="connsiteX79" fmla="*/ 5592395 w 6884912"/>
              <a:gd name="connsiteY79" fmla="*/ 265434 h 1161397"/>
              <a:gd name="connsiteX80" fmla="*/ 5613532 w 6884912"/>
              <a:gd name="connsiteY80" fmla="*/ 273379 h 1161397"/>
              <a:gd name="connsiteX81" fmla="*/ 5642173 w 6884912"/>
              <a:gd name="connsiteY81" fmla="*/ 266904 h 1161397"/>
              <a:gd name="connsiteX82" fmla="*/ 5756910 w 6884912"/>
              <a:gd name="connsiteY82" fmla="*/ 239211 h 1161397"/>
              <a:gd name="connsiteX83" fmla="*/ 5846667 w 6884912"/>
              <a:gd name="connsiteY83" fmla="*/ 201786 h 1161397"/>
              <a:gd name="connsiteX84" fmla="*/ 6029542 w 6884912"/>
              <a:gd name="connsiteY84" fmla="*/ 210339 h 1161397"/>
              <a:gd name="connsiteX85" fmla="*/ 6290640 w 6884912"/>
              <a:gd name="connsiteY85" fmla="*/ 167441 h 1161397"/>
              <a:gd name="connsiteX86" fmla="*/ 6380420 w 6884912"/>
              <a:gd name="connsiteY86" fmla="*/ 173195 h 1161397"/>
              <a:gd name="connsiteX87" fmla="*/ 6507891 w 6884912"/>
              <a:gd name="connsiteY87" fmla="*/ 118474 h 1161397"/>
              <a:gd name="connsiteX88" fmla="*/ 6571807 w 6884912"/>
              <a:gd name="connsiteY88" fmla="*/ 98636 h 1161397"/>
              <a:gd name="connsiteX89" fmla="*/ 6671880 w 6884912"/>
              <a:gd name="connsiteY89" fmla="*/ 82931 h 1161397"/>
              <a:gd name="connsiteX90" fmla="*/ 6702266 w 6884912"/>
              <a:gd name="connsiteY90" fmla="*/ 75470 h 1161397"/>
              <a:gd name="connsiteX91" fmla="*/ 6845802 w 6884912"/>
              <a:gd name="connsiteY91" fmla="*/ 24496 h 1161397"/>
              <a:gd name="connsiteX92" fmla="*/ 6884912 w 6884912"/>
              <a:gd name="connsiteY9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92172 w 6884912"/>
              <a:gd name="connsiteY36" fmla="*/ 629819 h 1161397"/>
              <a:gd name="connsiteX37" fmla="*/ 1731986 w 6884912"/>
              <a:gd name="connsiteY37" fmla="*/ 589682 h 1161397"/>
              <a:gd name="connsiteX38" fmla="*/ 1940326 w 6884912"/>
              <a:gd name="connsiteY38" fmla="*/ 582611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127968 w 6884912"/>
              <a:gd name="connsiteY52" fmla="*/ 287613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287859 w 6884912"/>
              <a:gd name="connsiteY55" fmla="*/ 287558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907640 w 6884912"/>
              <a:gd name="connsiteY63" fmla="*/ 207568 h 1161397"/>
              <a:gd name="connsiteX64" fmla="*/ 4013061 w 6884912"/>
              <a:gd name="connsiteY64" fmla="*/ 224874 h 1161397"/>
              <a:gd name="connsiteX65" fmla="*/ 4134285 w 6884912"/>
              <a:gd name="connsiteY65" fmla="*/ 235592 h 1161397"/>
              <a:gd name="connsiteX66" fmla="*/ 4220717 w 6884912"/>
              <a:gd name="connsiteY66" fmla="*/ 192946 h 1161397"/>
              <a:gd name="connsiteX67" fmla="*/ 4228802 w 6884912"/>
              <a:gd name="connsiteY67" fmla="*/ 201468 h 1161397"/>
              <a:gd name="connsiteX68" fmla="*/ 4424852 w 6884912"/>
              <a:gd name="connsiteY68" fmla="*/ 127591 h 1161397"/>
              <a:gd name="connsiteX69" fmla="*/ 4617330 w 6884912"/>
              <a:gd name="connsiteY69" fmla="*/ 111163 h 1161397"/>
              <a:gd name="connsiteX70" fmla="*/ 4730870 w 6884912"/>
              <a:gd name="connsiteY70" fmla="*/ 129432 h 1161397"/>
              <a:gd name="connsiteX71" fmla="*/ 4785037 w 6884912"/>
              <a:gd name="connsiteY71" fmla="*/ 161964 h 1161397"/>
              <a:gd name="connsiteX72" fmla="*/ 4844073 w 6884912"/>
              <a:gd name="connsiteY72" fmla="*/ 161768 h 1161397"/>
              <a:gd name="connsiteX73" fmla="*/ 4856454 w 6884912"/>
              <a:gd name="connsiteY73" fmla="*/ 130488 h 1161397"/>
              <a:gd name="connsiteX74" fmla="*/ 4920038 w 6884912"/>
              <a:gd name="connsiteY74" fmla="*/ 140418 h 1161397"/>
              <a:gd name="connsiteX75" fmla="*/ 5016639 w 6884912"/>
              <a:gd name="connsiteY75" fmla="*/ 158905 h 1161397"/>
              <a:gd name="connsiteX76" fmla="*/ 5072009 w 6884912"/>
              <a:gd name="connsiteY76" fmla="*/ 161502 h 1161397"/>
              <a:gd name="connsiteX77" fmla="*/ 5223626 w 6884912"/>
              <a:gd name="connsiteY77" fmla="*/ 177356 h 1161397"/>
              <a:gd name="connsiteX78" fmla="*/ 5467502 w 6884912"/>
              <a:gd name="connsiteY78" fmla="*/ 250963 h 1161397"/>
              <a:gd name="connsiteX79" fmla="*/ 5592395 w 6884912"/>
              <a:gd name="connsiteY79" fmla="*/ 265434 h 1161397"/>
              <a:gd name="connsiteX80" fmla="*/ 5613532 w 6884912"/>
              <a:gd name="connsiteY80" fmla="*/ 273379 h 1161397"/>
              <a:gd name="connsiteX81" fmla="*/ 5642173 w 6884912"/>
              <a:gd name="connsiteY81" fmla="*/ 266904 h 1161397"/>
              <a:gd name="connsiteX82" fmla="*/ 5756910 w 6884912"/>
              <a:gd name="connsiteY82" fmla="*/ 239211 h 1161397"/>
              <a:gd name="connsiteX83" fmla="*/ 5846667 w 6884912"/>
              <a:gd name="connsiteY83" fmla="*/ 201786 h 1161397"/>
              <a:gd name="connsiteX84" fmla="*/ 6029542 w 6884912"/>
              <a:gd name="connsiteY84" fmla="*/ 210339 h 1161397"/>
              <a:gd name="connsiteX85" fmla="*/ 6290640 w 6884912"/>
              <a:gd name="connsiteY85" fmla="*/ 167441 h 1161397"/>
              <a:gd name="connsiteX86" fmla="*/ 6380420 w 6884912"/>
              <a:gd name="connsiteY86" fmla="*/ 173195 h 1161397"/>
              <a:gd name="connsiteX87" fmla="*/ 6507891 w 6884912"/>
              <a:gd name="connsiteY87" fmla="*/ 118474 h 1161397"/>
              <a:gd name="connsiteX88" fmla="*/ 6571807 w 6884912"/>
              <a:gd name="connsiteY88" fmla="*/ 98636 h 1161397"/>
              <a:gd name="connsiteX89" fmla="*/ 6671880 w 6884912"/>
              <a:gd name="connsiteY89" fmla="*/ 82931 h 1161397"/>
              <a:gd name="connsiteX90" fmla="*/ 6702266 w 6884912"/>
              <a:gd name="connsiteY90" fmla="*/ 75470 h 1161397"/>
              <a:gd name="connsiteX91" fmla="*/ 6845802 w 6884912"/>
              <a:gd name="connsiteY91" fmla="*/ 24496 h 1161397"/>
              <a:gd name="connsiteX92" fmla="*/ 6884912 w 6884912"/>
              <a:gd name="connsiteY9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601644 w 6884912"/>
              <a:gd name="connsiteY8" fmla="*/ 1003997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92172 w 6884912"/>
              <a:gd name="connsiteY35" fmla="*/ 629819 h 1161397"/>
              <a:gd name="connsiteX36" fmla="*/ 1731986 w 6884912"/>
              <a:gd name="connsiteY36" fmla="*/ 589682 h 1161397"/>
              <a:gd name="connsiteX37" fmla="*/ 1940326 w 6884912"/>
              <a:gd name="connsiteY37" fmla="*/ 582611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127968 w 6884912"/>
              <a:gd name="connsiteY51" fmla="*/ 287613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287859 w 6884912"/>
              <a:gd name="connsiteY54" fmla="*/ 287558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907640 w 6884912"/>
              <a:gd name="connsiteY62" fmla="*/ 207568 h 1161397"/>
              <a:gd name="connsiteX63" fmla="*/ 4013061 w 6884912"/>
              <a:gd name="connsiteY63" fmla="*/ 224874 h 1161397"/>
              <a:gd name="connsiteX64" fmla="*/ 4134285 w 6884912"/>
              <a:gd name="connsiteY64" fmla="*/ 235592 h 1161397"/>
              <a:gd name="connsiteX65" fmla="*/ 4220717 w 6884912"/>
              <a:gd name="connsiteY65" fmla="*/ 192946 h 1161397"/>
              <a:gd name="connsiteX66" fmla="*/ 4228802 w 6884912"/>
              <a:gd name="connsiteY66" fmla="*/ 201468 h 1161397"/>
              <a:gd name="connsiteX67" fmla="*/ 4424852 w 6884912"/>
              <a:gd name="connsiteY67" fmla="*/ 127591 h 1161397"/>
              <a:gd name="connsiteX68" fmla="*/ 4617330 w 6884912"/>
              <a:gd name="connsiteY68" fmla="*/ 111163 h 1161397"/>
              <a:gd name="connsiteX69" fmla="*/ 4730870 w 6884912"/>
              <a:gd name="connsiteY69" fmla="*/ 129432 h 1161397"/>
              <a:gd name="connsiteX70" fmla="*/ 4785037 w 6884912"/>
              <a:gd name="connsiteY70" fmla="*/ 161964 h 1161397"/>
              <a:gd name="connsiteX71" fmla="*/ 4844073 w 6884912"/>
              <a:gd name="connsiteY71" fmla="*/ 161768 h 1161397"/>
              <a:gd name="connsiteX72" fmla="*/ 4856454 w 6884912"/>
              <a:gd name="connsiteY72" fmla="*/ 130488 h 1161397"/>
              <a:gd name="connsiteX73" fmla="*/ 4920038 w 6884912"/>
              <a:gd name="connsiteY73" fmla="*/ 140418 h 1161397"/>
              <a:gd name="connsiteX74" fmla="*/ 5016639 w 6884912"/>
              <a:gd name="connsiteY74" fmla="*/ 158905 h 1161397"/>
              <a:gd name="connsiteX75" fmla="*/ 5072009 w 6884912"/>
              <a:gd name="connsiteY75" fmla="*/ 161502 h 1161397"/>
              <a:gd name="connsiteX76" fmla="*/ 5223626 w 6884912"/>
              <a:gd name="connsiteY76" fmla="*/ 177356 h 1161397"/>
              <a:gd name="connsiteX77" fmla="*/ 5467502 w 6884912"/>
              <a:gd name="connsiteY77" fmla="*/ 250963 h 1161397"/>
              <a:gd name="connsiteX78" fmla="*/ 5592395 w 6884912"/>
              <a:gd name="connsiteY78" fmla="*/ 265434 h 1161397"/>
              <a:gd name="connsiteX79" fmla="*/ 5613532 w 6884912"/>
              <a:gd name="connsiteY79" fmla="*/ 273379 h 1161397"/>
              <a:gd name="connsiteX80" fmla="*/ 5642173 w 6884912"/>
              <a:gd name="connsiteY80" fmla="*/ 266904 h 1161397"/>
              <a:gd name="connsiteX81" fmla="*/ 5756910 w 6884912"/>
              <a:gd name="connsiteY81" fmla="*/ 239211 h 1161397"/>
              <a:gd name="connsiteX82" fmla="*/ 5846667 w 6884912"/>
              <a:gd name="connsiteY82" fmla="*/ 201786 h 1161397"/>
              <a:gd name="connsiteX83" fmla="*/ 6029542 w 6884912"/>
              <a:gd name="connsiteY83" fmla="*/ 210339 h 1161397"/>
              <a:gd name="connsiteX84" fmla="*/ 6290640 w 6884912"/>
              <a:gd name="connsiteY84" fmla="*/ 167441 h 1161397"/>
              <a:gd name="connsiteX85" fmla="*/ 6380420 w 6884912"/>
              <a:gd name="connsiteY85" fmla="*/ 173195 h 1161397"/>
              <a:gd name="connsiteX86" fmla="*/ 6507891 w 6884912"/>
              <a:gd name="connsiteY86" fmla="*/ 118474 h 1161397"/>
              <a:gd name="connsiteX87" fmla="*/ 6571807 w 6884912"/>
              <a:gd name="connsiteY87" fmla="*/ 98636 h 1161397"/>
              <a:gd name="connsiteX88" fmla="*/ 6671880 w 6884912"/>
              <a:gd name="connsiteY88" fmla="*/ 82931 h 1161397"/>
              <a:gd name="connsiteX89" fmla="*/ 6702266 w 6884912"/>
              <a:gd name="connsiteY89" fmla="*/ 75470 h 1161397"/>
              <a:gd name="connsiteX90" fmla="*/ 6845802 w 6884912"/>
              <a:gd name="connsiteY90" fmla="*/ 24496 h 1161397"/>
              <a:gd name="connsiteX91" fmla="*/ 6884912 w 6884912"/>
              <a:gd name="connsiteY9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92172 w 6884912"/>
              <a:gd name="connsiteY35" fmla="*/ 629819 h 1161397"/>
              <a:gd name="connsiteX36" fmla="*/ 1731986 w 6884912"/>
              <a:gd name="connsiteY36" fmla="*/ 589682 h 1161397"/>
              <a:gd name="connsiteX37" fmla="*/ 1940326 w 6884912"/>
              <a:gd name="connsiteY37" fmla="*/ 582611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127968 w 6884912"/>
              <a:gd name="connsiteY51" fmla="*/ 287613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287859 w 6884912"/>
              <a:gd name="connsiteY54" fmla="*/ 287558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907640 w 6884912"/>
              <a:gd name="connsiteY62" fmla="*/ 207568 h 1161397"/>
              <a:gd name="connsiteX63" fmla="*/ 4013061 w 6884912"/>
              <a:gd name="connsiteY63" fmla="*/ 224874 h 1161397"/>
              <a:gd name="connsiteX64" fmla="*/ 4134285 w 6884912"/>
              <a:gd name="connsiteY64" fmla="*/ 235592 h 1161397"/>
              <a:gd name="connsiteX65" fmla="*/ 4220717 w 6884912"/>
              <a:gd name="connsiteY65" fmla="*/ 192946 h 1161397"/>
              <a:gd name="connsiteX66" fmla="*/ 4228802 w 6884912"/>
              <a:gd name="connsiteY66" fmla="*/ 201468 h 1161397"/>
              <a:gd name="connsiteX67" fmla="*/ 4424852 w 6884912"/>
              <a:gd name="connsiteY67" fmla="*/ 127591 h 1161397"/>
              <a:gd name="connsiteX68" fmla="*/ 4617330 w 6884912"/>
              <a:gd name="connsiteY68" fmla="*/ 111163 h 1161397"/>
              <a:gd name="connsiteX69" fmla="*/ 4730870 w 6884912"/>
              <a:gd name="connsiteY69" fmla="*/ 129432 h 1161397"/>
              <a:gd name="connsiteX70" fmla="*/ 4785037 w 6884912"/>
              <a:gd name="connsiteY70" fmla="*/ 161964 h 1161397"/>
              <a:gd name="connsiteX71" fmla="*/ 4844073 w 6884912"/>
              <a:gd name="connsiteY71" fmla="*/ 161768 h 1161397"/>
              <a:gd name="connsiteX72" fmla="*/ 4856454 w 6884912"/>
              <a:gd name="connsiteY72" fmla="*/ 130488 h 1161397"/>
              <a:gd name="connsiteX73" fmla="*/ 4920038 w 6884912"/>
              <a:gd name="connsiteY73" fmla="*/ 140418 h 1161397"/>
              <a:gd name="connsiteX74" fmla="*/ 5016639 w 6884912"/>
              <a:gd name="connsiteY74" fmla="*/ 158905 h 1161397"/>
              <a:gd name="connsiteX75" fmla="*/ 5072009 w 6884912"/>
              <a:gd name="connsiteY75" fmla="*/ 161502 h 1161397"/>
              <a:gd name="connsiteX76" fmla="*/ 5223626 w 6884912"/>
              <a:gd name="connsiteY76" fmla="*/ 177356 h 1161397"/>
              <a:gd name="connsiteX77" fmla="*/ 5467502 w 6884912"/>
              <a:gd name="connsiteY77" fmla="*/ 250963 h 1161397"/>
              <a:gd name="connsiteX78" fmla="*/ 5592395 w 6884912"/>
              <a:gd name="connsiteY78" fmla="*/ 265434 h 1161397"/>
              <a:gd name="connsiteX79" fmla="*/ 5613532 w 6884912"/>
              <a:gd name="connsiteY79" fmla="*/ 273379 h 1161397"/>
              <a:gd name="connsiteX80" fmla="*/ 5642173 w 6884912"/>
              <a:gd name="connsiteY80" fmla="*/ 266904 h 1161397"/>
              <a:gd name="connsiteX81" fmla="*/ 5756910 w 6884912"/>
              <a:gd name="connsiteY81" fmla="*/ 239211 h 1161397"/>
              <a:gd name="connsiteX82" fmla="*/ 5846667 w 6884912"/>
              <a:gd name="connsiteY82" fmla="*/ 201786 h 1161397"/>
              <a:gd name="connsiteX83" fmla="*/ 6029542 w 6884912"/>
              <a:gd name="connsiteY83" fmla="*/ 210339 h 1161397"/>
              <a:gd name="connsiteX84" fmla="*/ 6290640 w 6884912"/>
              <a:gd name="connsiteY84" fmla="*/ 167441 h 1161397"/>
              <a:gd name="connsiteX85" fmla="*/ 6380420 w 6884912"/>
              <a:gd name="connsiteY85" fmla="*/ 173195 h 1161397"/>
              <a:gd name="connsiteX86" fmla="*/ 6507891 w 6884912"/>
              <a:gd name="connsiteY86" fmla="*/ 118474 h 1161397"/>
              <a:gd name="connsiteX87" fmla="*/ 6571807 w 6884912"/>
              <a:gd name="connsiteY87" fmla="*/ 98636 h 1161397"/>
              <a:gd name="connsiteX88" fmla="*/ 6671880 w 6884912"/>
              <a:gd name="connsiteY88" fmla="*/ 82931 h 1161397"/>
              <a:gd name="connsiteX89" fmla="*/ 6702266 w 6884912"/>
              <a:gd name="connsiteY89" fmla="*/ 75470 h 1161397"/>
              <a:gd name="connsiteX90" fmla="*/ 6845802 w 6884912"/>
              <a:gd name="connsiteY90" fmla="*/ 24496 h 1161397"/>
              <a:gd name="connsiteX91" fmla="*/ 6884912 w 6884912"/>
              <a:gd name="connsiteY9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92172 w 6884912"/>
              <a:gd name="connsiteY34" fmla="*/ 629819 h 1161397"/>
              <a:gd name="connsiteX35" fmla="*/ 1731986 w 6884912"/>
              <a:gd name="connsiteY35" fmla="*/ 589682 h 1161397"/>
              <a:gd name="connsiteX36" fmla="*/ 1940326 w 6884912"/>
              <a:gd name="connsiteY36" fmla="*/ 582611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127968 w 6884912"/>
              <a:gd name="connsiteY50" fmla="*/ 287613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287859 w 6884912"/>
              <a:gd name="connsiteY53" fmla="*/ 287558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907640 w 6884912"/>
              <a:gd name="connsiteY61" fmla="*/ 207568 h 1161397"/>
              <a:gd name="connsiteX62" fmla="*/ 4013061 w 6884912"/>
              <a:gd name="connsiteY62" fmla="*/ 224874 h 1161397"/>
              <a:gd name="connsiteX63" fmla="*/ 4134285 w 6884912"/>
              <a:gd name="connsiteY63" fmla="*/ 235592 h 1161397"/>
              <a:gd name="connsiteX64" fmla="*/ 4220717 w 6884912"/>
              <a:gd name="connsiteY64" fmla="*/ 192946 h 1161397"/>
              <a:gd name="connsiteX65" fmla="*/ 4228802 w 6884912"/>
              <a:gd name="connsiteY65" fmla="*/ 201468 h 1161397"/>
              <a:gd name="connsiteX66" fmla="*/ 4424852 w 6884912"/>
              <a:gd name="connsiteY66" fmla="*/ 127591 h 1161397"/>
              <a:gd name="connsiteX67" fmla="*/ 4617330 w 6884912"/>
              <a:gd name="connsiteY67" fmla="*/ 111163 h 1161397"/>
              <a:gd name="connsiteX68" fmla="*/ 4730870 w 6884912"/>
              <a:gd name="connsiteY68" fmla="*/ 129432 h 1161397"/>
              <a:gd name="connsiteX69" fmla="*/ 4785037 w 6884912"/>
              <a:gd name="connsiteY69" fmla="*/ 161964 h 1161397"/>
              <a:gd name="connsiteX70" fmla="*/ 4844073 w 6884912"/>
              <a:gd name="connsiteY70" fmla="*/ 161768 h 1161397"/>
              <a:gd name="connsiteX71" fmla="*/ 4856454 w 6884912"/>
              <a:gd name="connsiteY71" fmla="*/ 130488 h 1161397"/>
              <a:gd name="connsiteX72" fmla="*/ 4920038 w 6884912"/>
              <a:gd name="connsiteY72" fmla="*/ 140418 h 1161397"/>
              <a:gd name="connsiteX73" fmla="*/ 5016639 w 6884912"/>
              <a:gd name="connsiteY73" fmla="*/ 158905 h 1161397"/>
              <a:gd name="connsiteX74" fmla="*/ 5072009 w 6884912"/>
              <a:gd name="connsiteY74" fmla="*/ 161502 h 1161397"/>
              <a:gd name="connsiteX75" fmla="*/ 5223626 w 6884912"/>
              <a:gd name="connsiteY75" fmla="*/ 177356 h 1161397"/>
              <a:gd name="connsiteX76" fmla="*/ 5467502 w 6884912"/>
              <a:gd name="connsiteY76" fmla="*/ 250963 h 1161397"/>
              <a:gd name="connsiteX77" fmla="*/ 5592395 w 6884912"/>
              <a:gd name="connsiteY77" fmla="*/ 265434 h 1161397"/>
              <a:gd name="connsiteX78" fmla="*/ 5613532 w 6884912"/>
              <a:gd name="connsiteY78" fmla="*/ 273379 h 1161397"/>
              <a:gd name="connsiteX79" fmla="*/ 5642173 w 6884912"/>
              <a:gd name="connsiteY79" fmla="*/ 266904 h 1161397"/>
              <a:gd name="connsiteX80" fmla="*/ 5756910 w 6884912"/>
              <a:gd name="connsiteY80" fmla="*/ 239211 h 1161397"/>
              <a:gd name="connsiteX81" fmla="*/ 5846667 w 6884912"/>
              <a:gd name="connsiteY81" fmla="*/ 201786 h 1161397"/>
              <a:gd name="connsiteX82" fmla="*/ 6029542 w 6884912"/>
              <a:gd name="connsiteY82" fmla="*/ 210339 h 1161397"/>
              <a:gd name="connsiteX83" fmla="*/ 6290640 w 6884912"/>
              <a:gd name="connsiteY83" fmla="*/ 167441 h 1161397"/>
              <a:gd name="connsiteX84" fmla="*/ 6380420 w 6884912"/>
              <a:gd name="connsiteY84" fmla="*/ 173195 h 1161397"/>
              <a:gd name="connsiteX85" fmla="*/ 6507891 w 6884912"/>
              <a:gd name="connsiteY85" fmla="*/ 118474 h 1161397"/>
              <a:gd name="connsiteX86" fmla="*/ 6571807 w 6884912"/>
              <a:gd name="connsiteY86" fmla="*/ 98636 h 1161397"/>
              <a:gd name="connsiteX87" fmla="*/ 6671880 w 6884912"/>
              <a:gd name="connsiteY87" fmla="*/ 82931 h 1161397"/>
              <a:gd name="connsiteX88" fmla="*/ 6702266 w 6884912"/>
              <a:gd name="connsiteY88" fmla="*/ 75470 h 1161397"/>
              <a:gd name="connsiteX89" fmla="*/ 6845802 w 6884912"/>
              <a:gd name="connsiteY89" fmla="*/ 24496 h 1161397"/>
              <a:gd name="connsiteX90" fmla="*/ 6884912 w 6884912"/>
              <a:gd name="connsiteY9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88995 w 6884912"/>
              <a:gd name="connsiteY19" fmla="*/ 697048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92172 w 6884912"/>
              <a:gd name="connsiteY33" fmla="*/ 629819 h 1161397"/>
              <a:gd name="connsiteX34" fmla="*/ 1731986 w 6884912"/>
              <a:gd name="connsiteY34" fmla="*/ 589682 h 1161397"/>
              <a:gd name="connsiteX35" fmla="*/ 1940326 w 6884912"/>
              <a:gd name="connsiteY35" fmla="*/ 582611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127968 w 6884912"/>
              <a:gd name="connsiteY49" fmla="*/ 287613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287859 w 6884912"/>
              <a:gd name="connsiteY52" fmla="*/ 287558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907640 w 6884912"/>
              <a:gd name="connsiteY60" fmla="*/ 207568 h 1161397"/>
              <a:gd name="connsiteX61" fmla="*/ 4013061 w 6884912"/>
              <a:gd name="connsiteY61" fmla="*/ 224874 h 1161397"/>
              <a:gd name="connsiteX62" fmla="*/ 4134285 w 6884912"/>
              <a:gd name="connsiteY62" fmla="*/ 235592 h 1161397"/>
              <a:gd name="connsiteX63" fmla="*/ 4220717 w 6884912"/>
              <a:gd name="connsiteY63" fmla="*/ 192946 h 1161397"/>
              <a:gd name="connsiteX64" fmla="*/ 4228802 w 6884912"/>
              <a:gd name="connsiteY64" fmla="*/ 201468 h 1161397"/>
              <a:gd name="connsiteX65" fmla="*/ 4424852 w 6884912"/>
              <a:gd name="connsiteY65" fmla="*/ 127591 h 1161397"/>
              <a:gd name="connsiteX66" fmla="*/ 4617330 w 6884912"/>
              <a:gd name="connsiteY66" fmla="*/ 111163 h 1161397"/>
              <a:gd name="connsiteX67" fmla="*/ 4730870 w 6884912"/>
              <a:gd name="connsiteY67" fmla="*/ 129432 h 1161397"/>
              <a:gd name="connsiteX68" fmla="*/ 4785037 w 6884912"/>
              <a:gd name="connsiteY68" fmla="*/ 161964 h 1161397"/>
              <a:gd name="connsiteX69" fmla="*/ 4844073 w 6884912"/>
              <a:gd name="connsiteY69" fmla="*/ 161768 h 1161397"/>
              <a:gd name="connsiteX70" fmla="*/ 4856454 w 6884912"/>
              <a:gd name="connsiteY70" fmla="*/ 130488 h 1161397"/>
              <a:gd name="connsiteX71" fmla="*/ 4920038 w 6884912"/>
              <a:gd name="connsiteY71" fmla="*/ 140418 h 1161397"/>
              <a:gd name="connsiteX72" fmla="*/ 5016639 w 6884912"/>
              <a:gd name="connsiteY72" fmla="*/ 158905 h 1161397"/>
              <a:gd name="connsiteX73" fmla="*/ 5072009 w 6884912"/>
              <a:gd name="connsiteY73" fmla="*/ 161502 h 1161397"/>
              <a:gd name="connsiteX74" fmla="*/ 5223626 w 6884912"/>
              <a:gd name="connsiteY74" fmla="*/ 177356 h 1161397"/>
              <a:gd name="connsiteX75" fmla="*/ 5467502 w 6884912"/>
              <a:gd name="connsiteY75" fmla="*/ 250963 h 1161397"/>
              <a:gd name="connsiteX76" fmla="*/ 5592395 w 6884912"/>
              <a:gd name="connsiteY76" fmla="*/ 265434 h 1161397"/>
              <a:gd name="connsiteX77" fmla="*/ 5613532 w 6884912"/>
              <a:gd name="connsiteY77" fmla="*/ 273379 h 1161397"/>
              <a:gd name="connsiteX78" fmla="*/ 5642173 w 6884912"/>
              <a:gd name="connsiteY78" fmla="*/ 266904 h 1161397"/>
              <a:gd name="connsiteX79" fmla="*/ 5756910 w 6884912"/>
              <a:gd name="connsiteY79" fmla="*/ 239211 h 1161397"/>
              <a:gd name="connsiteX80" fmla="*/ 5846667 w 6884912"/>
              <a:gd name="connsiteY80" fmla="*/ 201786 h 1161397"/>
              <a:gd name="connsiteX81" fmla="*/ 6029542 w 6884912"/>
              <a:gd name="connsiteY81" fmla="*/ 210339 h 1161397"/>
              <a:gd name="connsiteX82" fmla="*/ 6290640 w 6884912"/>
              <a:gd name="connsiteY82" fmla="*/ 167441 h 1161397"/>
              <a:gd name="connsiteX83" fmla="*/ 6380420 w 6884912"/>
              <a:gd name="connsiteY83" fmla="*/ 173195 h 1161397"/>
              <a:gd name="connsiteX84" fmla="*/ 6507891 w 6884912"/>
              <a:gd name="connsiteY84" fmla="*/ 118474 h 1161397"/>
              <a:gd name="connsiteX85" fmla="*/ 6571807 w 6884912"/>
              <a:gd name="connsiteY85" fmla="*/ 98636 h 1161397"/>
              <a:gd name="connsiteX86" fmla="*/ 6671880 w 6884912"/>
              <a:gd name="connsiteY86" fmla="*/ 82931 h 1161397"/>
              <a:gd name="connsiteX87" fmla="*/ 6702266 w 6884912"/>
              <a:gd name="connsiteY87" fmla="*/ 75470 h 1161397"/>
              <a:gd name="connsiteX88" fmla="*/ 6845802 w 6884912"/>
              <a:gd name="connsiteY88" fmla="*/ 24496 h 1161397"/>
              <a:gd name="connsiteX89" fmla="*/ 6884912 w 6884912"/>
              <a:gd name="connsiteY8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88995 w 6884912"/>
              <a:gd name="connsiteY19" fmla="*/ 697048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92172 w 6884912"/>
              <a:gd name="connsiteY32" fmla="*/ 629819 h 1161397"/>
              <a:gd name="connsiteX33" fmla="*/ 1731986 w 6884912"/>
              <a:gd name="connsiteY33" fmla="*/ 589682 h 1161397"/>
              <a:gd name="connsiteX34" fmla="*/ 1940326 w 6884912"/>
              <a:gd name="connsiteY34" fmla="*/ 582611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127968 w 6884912"/>
              <a:gd name="connsiteY48" fmla="*/ 287613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287859 w 6884912"/>
              <a:gd name="connsiteY51" fmla="*/ 287558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907640 w 6884912"/>
              <a:gd name="connsiteY59" fmla="*/ 207568 h 1161397"/>
              <a:gd name="connsiteX60" fmla="*/ 4013061 w 6884912"/>
              <a:gd name="connsiteY60" fmla="*/ 224874 h 1161397"/>
              <a:gd name="connsiteX61" fmla="*/ 4134285 w 6884912"/>
              <a:gd name="connsiteY61" fmla="*/ 235592 h 1161397"/>
              <a:gd name="connsiteX62" fmla="*/ 4220717 w 6884912"/>
              <a:gd name="connsiteY62" fmla="*/ 192946 h 1161397"/>
              <a:gd name="connsiteX63" fmla="*/ 4228802 w 6884912"/>
              <a:gd name="connsiteY63" fmla="*/ 201468 h 1161397"/>
              <a:gd name="connsiteX64" fmla="*/ 4424852 w 6884912"/>
              <a:gd name="connsiteY64" fmla="*/ 127591 h 1161397"/>
              <a:gd name="connsiteX65" fmla="*/ 4617330 w 6884912"/>
              <a:gd name="connsiteY65" fmla="*/ 111163 h 1161397"/>
              <a:gd name="connsiteX66" fmla="*/ 4730870 w 6884912"/>
              <a:gd name="connsiteY66" fmla="*/ 129432 h 1161397"/>
              <a:gd name="connsiteX67" fmla="*/ 4785037 w 6884912"/>
              <a:gd name="connsiteY67" fmla="*/ 161964 h 1161397"/>
              <a:gd name="connsiteX68" fmla="*/ 4844073 w 6884912"/>
              <a:gd name="connsiteY68" fmla="*/ 161768 h 1161397"/>
              <a:gd name="connsiteX69" fmla="*/ 4856454 w 6884912"/>
              <a:gd name="connsiteY69" fmla="*/ 130488 h 1161397"/>
              <a:gd name="connsiteX70" fmla="*/ 4920038 w 6884912"/>
              <a:gd name="connsiteY70" fmla="*/ 140418 h 1161397"/>
              <a:gd name="connsiteX71" fmla="*/ 5016639 w 6884912"/>
              <a:gd name="connsiteY71" fmla="*/ 158905 h 1161397"/>
              <a:gd name="connsiteX72" fmla="*/ 5072009 w 6884912"/>
              <a:gd name="connsiteY72" fmla="*/ 161502 h 1161397"/>
              <a:gd name="connsiteX73" fmla="*/ 5223626 w 6884912"/>
              <a:gd name="connsiteY73" fmla="*/ 177356 h 1161397"/>
              <a:gd name="connsiteX74" fmla="*/ 5467502 w 6884912"/>
              <a:gd name="connsiteY74" fmla="*/ 250963 h 1161397"/>
              <a:gd name="connsiteX75" fmla="*/ 5592395 w 6884912"/>
              <a:gd name="connsiteY75" fmla="*/ 265434 h 1161397"/>
              <a:gd name="connsiteX76" fmla="*/ 5613532 w 6884912"/>
              <a:gd name="connsiteY76" fmla="*/ 273379 h 1161397"/>
              <a:gd name="connsiteX77" fmla="*/ 5642173 w 6884912"/>
              <a:gd name="connsiteY77" fmla="*/ 266904 h 1161397"/>
              <a:gd name="connsiteX78" fmla="*/ 5756910 w 6884912"/>
              <a:gd name="connsiteY78" fmla="*/ 239211 h 1161397"/>
              <a:gd name="connsiteX79" fmla="*/ 5846667 w 6884912"/>
              <a:gd name="connsiteY79" fmla="*/ 201786 h 1161397"/>
              <a:gd name="connsiteX80" fmla="*/ 6029542 w 6884912"/>
              <a:gd name="connsiteY80" fmla="*/ 210339 h 1161397"/>
              <a:gd name="connsiteX81" fmla="*/ 6290640 w 6884912"/>
              <a:gd name="connsiteY81" fmla="*/ 167441 h 1161397"/>
              <a:gd name="connsiteX82" fmla="*/ 6380420 w 6884912"/>
              <a:gd name="connsiteY82" fmla="*/ 173195 h 1161397"/>
              <a:gd name="connsiteX83" fmla="*/ 6507891 w 6884912"/>
              <a:gd name="connsiteY83" fmla="*/ 118474 h 1161397"/>
              <a:gd name="connsiteX84" fmla="*/ 6571807 w 6884912"/>
              <a:gd name="connsiteY84" fmla="*/ 98636 h 1161397"/>
              <a:gd name="connsiteX85" fmla="*/ 6671880 w 6884912"/>
              <a:gd name="connsiteY85" fmla="*/ 82931 h 1161397"/>
              <a:gd name="connsiteX86" fmla="*/ 6702266 w 6884912"/>
              <a:gd name="connsiteY86" fmla="*/ 75470 h 1161397"/>
              <a:gd name="connsiteX87" fmla="*/ 6845802 w 6884912"/>
              <a:gd name="connsiteY87" fmla="*/ 24496 h 1161397"/>
              <a:gd name="connsiteX88" fmla="*/ 6884912 w 6884912"/>
              <a:gd name="connsiteY8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88995 w 6884912"/>
              <a:gd name="connsiteY19" fmla="*/ 697048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92172 w 6884912"/>
              <a:gd name="connsiteY31" fmla="*/ 629819 h 1161397"/>
              <a:gd name="connsiteX32" fmla="*/ 1731986 w 6884912"/>
              <a:gd name="connsiteY32" fmla="*/ 589682 h 1161397"/>
              <a:gd name="connsiteX33" fmla="*/ 1940326 w 6884912"/>
              <a:gd name="connsiteY33" fmla="*/ 582611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754324 w 6884912"/>
              <a:gd name="connsiteY42" fmla="*/ 424766 h 1161397"/>
              <a:gd name="connsiteX43" fmla="*/ 2848470 w 6884912"/>
              <a:gd name="connsiteY43" fmla="*/ 405966 h 1161397"/>
              <a:gd name="connsiteX44" fmla="*/ 2881772 w 6884912"/>
              <a:gd name="connsiteY44" fmla="*/ 387260 h 1161397"/>
              <a:gd name="connsiteX45" fmla="*/ 2929932 w 6884912"/>
              <a:gd name="connsiteY45" fmla="*/ 368912 h 1161397"/>
              <a:gd name="connsiteX46" fmla="*/ 3013020 w 6884912"/>
              <a:gd name="connsiteY46" fmla="*/ 327578 h 1161397"/>
              <a:gd name="connsiteX47" fmla="*/ 3127968 w 6884912"/>
              <a:gd name="connsiteY47" fmla="*/ 287613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287859 w 6884912"/>
              <a:gd name="connsiteY50" fmla="*/ 287558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907640 w 6884912"/>
              <a:gd name="connsiteY58" fmla="*/ 207568 h 1161397"/>
              <a:gd name="connsiteX59" fmla="*/ 4013061 w 6884912"/>
              <a:gd name="connsiteY59" fmla="*/ 224874 h 1161397"/>
              <a:gd name="connsiteX60" fmla="*/ 4134285 w 6884912"/>
              <a:gd name="connsiteY60" fmla="*/ 235592 h 1161397"/>
              <a:gd name="connsiteX61" fmla="*/ 4220717 w 6884912"/>
              <a:gd name="connsiteY61" fmla="*/ 192946 h 1161397"/>
              <a:gd name="connsiteX62" fmla="*/ 4228802 w 6884912"/>
              <a:gd name="connsiteY62" fmla="*/ 201468 h 1161397"/>
              <a:gd name="connsiteX63" fmla="*/ 4424852 w 6884912"/>
              <a:gd name="connsiteY63" fmla="*/ 127591 h 1161397"/>
              <a:gd name="connsiteX64" fmla="*/ 4617330 w 6884912"/>
              <a:gd name="connsiteY64" fmla="*/ 111163 h 1161397"/>
              <a:gd name="connsiteX65" fmla="*/ 4730870 w 6884912"/>
              <a:gd name="connsiteY65" fmla="*/ 129432 h 1161397"/>
              <a:gd name="connsiteX66" fmla="*/ 4785037 w 6884912"/>
              <a:gd name="connsiteY66" fmla="*/ 161964 h 1161397"/>
              <a:gd name="connsiteX67" fmla="*/ 4844073 w 6884912"/>
              <a:gd name="connsiteY67" fmla="*/ 161768 h 1161397"/>
              <a:gd name="connsiteX68" fmla="*/ 4856454 w 6884912"/>
              <a:gd name="connsiteY68" fmla="*/ 130488 h 1161397"/>
              <a:gd name="connsiteX69" fmla="*/ 4920038 w 6884912"/>
              <a:gd name="connsiteY69" fmla="*/ 140418 h 1161397"/>
              <a:gd name="connsiteX70" fmla="*/ 5016639 w 6884912"/>
              <a:gd name="connsiteY70" fmla="*/ 158905 h 1161397"/>
              <a:gd name="connsiteX71" fmla="*/ 5072009 w 6884912"/>
              <a:gd name="connsiteY71" fmla="*/ 161502 h 1161397"/>
              <a:gd name="connsiteX72" fmla="*/ 5223626 w 6884912"/>
              <a:gd name="connsiteY72" fmla="*/ 177356 h 1161397"/>
              <a:gd name="connsiteX73" fmla="*/ 5467502 w 6884912"/>
              <a:gd name="connsiteY73" fmla="*/ 250963 h 1161397"/>
              <a:gd name="connsiteX74" fmla="*/ 5592395 w 6884912"/>
              <a:gd name="connsiteY74" fmla="*/ 265434 h 1161397"/>
              <a:gd name="connsiteX75" fmla="*/ 5613532 w 6884912"/>
              <a:gd name="connsiteY75" fmla="*/ 273379 h 1161397"/>
              <a:gd name="connsiteX76" fmla="*/ 5642173 w 6884912"/>
              <a:gd name="connsiteY76" fmla="*/ 266904 h 1161397"/>
              <a:gd name="connsiteX77" fmla="*/ 5756910 w 6884912"/>
              <a:gd name="connsiteY77" fmla="*/ 239211 h 1161397"/>
              <a:gd name="connsiteX78" fmla="*/ 5846667 w 6884912"/>
              <a:gd name="connsiteY78" fmla="*/ 201786 h 1161397"/>
              <a:gd name="connsiteX79" fmla="*/ 6029542 w 6884912"/>
              <a:gd name="connsiteY79" fmla="*/ 210339 h 1161397"/>
              <a:gd name="connsiteX80" fmla="*/ 6290640 w 6884912"/>
              <a:gd name="connsiteY80" fmla="*/ 167441 h 1161397"/>
              <a:gd name="connsiteX81" fmla="*/ 6380420 w 6884912"/>
              <a:gd name="connsiteY81" fmla="*/ 173195 h 1161397"/>
              <a:gd name="connsiteX82" fmla="*/ 6507891 w 6884912"/>
              <a:gd name="connsiteY82" fmla="*/ 118474 h 1161397"/>
              <a:gd name="connsiteX83" fmla="*/ 6571807 w 6884912"/>
              <a:gd name="connsiteY83" fmla="*/ 98636 h 1161397"/>
              <a:gd name="connsiteX84" fmla="*/ 6671880 w 6884912"/>
              <a:gd name="connsiteY84" fmla="*/ 82931 h 1161397"/>
              <a:gd name="connsiteX85" fmla="*/ 6702266 w 6884912"/>
              <a:gd name="connsiteY85" fmla="*/ 75470 h 1161397"/>
              <a:gd name="connsiteX86" fmla="*/ 6845802 w 6884912"/>
              <a:gd name="connsiteY86" fmla="*/ 24496 h 1161397"/>
              <a:gd name="connsiteX87" fmla="*/ 6884912 w 6884912"/>
              <a:gd name="connsiteY8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907640 w 6884912"/>
              <a:gd name="connsiteY57" fmla="*/ 207568 h 1161397"/>
              <a:gd name="connsiteX58" fmla="*/ 4013061 w 6884912"/>
              <a:gd name="connsiteY58" fmla="*/ 224874 h 1161397"/>
              <a:gd name="connsiteX59" fmla="*/ 4134285 w 6884912"/>
              <a:gd name="connsiteY59" fmla="*/ 235592 h 1161397"/>
              <a:gd name="connsiteX60" fmla="*/ 4220717 w 6884912"/>
              <a:gd name="connsiteY60" fmla="*/ 192946 h 1161397"/>
              <a:gd name="connsiteX61" fmla="*/ 4228802 w 6884912"/>
              <a:gd name="connsiteY61" fmla="*/ 201468 h 1161397"/>
              <a:gd name="connsiteX62" fmla="*/ 4424852 w 6884912"/>
              <a:gd name="connsiteY62" fmla="*/ 127591 h 1161397"/>
              <a:gd name="connsiteX63" fmla="*/ 4617330 w 6884912"/>
              <a:gd name="connsiteY63" fmla="*/ 111163 h 1161397"/>
              <a:gd name="connsiteX64" fmla="*/ 4730870 w 6884912"/>
              <a:gd name="connsiteY64" fmla="*/ 129432 h 1161397"/>
              <a:gd name="connsiteX65" fmla="*/ 4785037 w 6884912"/>
              <a:gd name="connsiteY65" fmla="*/ 161964 h 1161397"/>
              <a:gd name="connsiteX66" fmla="*/ 4844073 w 6884912"/>
              <a:gd name="connsiteY66" fmla="*/ 161768 h 1161397"/>
              <a:gd name="connsiteX67" fmla="*/ 4856454 w 6884912"/>
              <a:gd name="connsiteY67" fmla="*/ 130488 h 1161397"/>
              <a:gd name="connsiteX68" fmla="*/ 4920038 w 6884912"/>
              <a:gd name="connsiteY68" fmla="*/ 140418 h 1161397"/>
              <a:gd name="connsiteX69" fmla="*/ 5016639 w 6884912"/>
              <a:gd name="connsiteY69" fmla="*/ 158905 h 1161397"/>
              <a:gd name="connsiteX70" fmla="*/ 5072009 w 6884912"/>
              <a:gd name="connsiteY70" fmla="*/ 161502 h 1161397"/>
              <a:gd name="connsiteX71" fmla="*/ 5223626 w 6884912"/>
              <a:gd name="connsiteY71" fmla="*/ 177356 h 1161397"/>
              <a:gd name="connsiteX72" fmla="*/ 5467502 w 6884912"/>
              <a:gd name="connsiteY72" fmla="*/ 250963 h 1161397"/>
              <a:gd name="connsiteX73" fmla="*/ 5592395 w 6884912"/>
              <a:gd name="connsiteY73" fmla="*/ 265434 h 1161397"/>
              <a:gd name="connsiteX74" fmla="*/ 5613532 w 6884912"/>
              <a:gd name="connsiteY74" fmla="*/ 273379 h 1161397"/>
              <a:gd name="connsiteX75" fmla="*/ 5642173 w 6884912"/>
              <a:gd name="connsiteY75" fmla="*/ 266904 h 1161397"/>
              <a:gd name="connsiteX76" fmla="*/ 5756910 w 6884912"/>
              <a:gd name="connsiteY76" fmla="*/ 239211 h 1161397"/>
              <a:gd name="connsiteX77" fmla="*/ 5846667 w 6884912"/>
              <a:gd name="connsiteY77" fmla="*/ 201786 h 1161397"/>
              <a:gd name="connsiteX78" fmla="*/ 6029542 w 6884912"/>
              <a:gd name="connsiteY78" fmla="*/ 210339 h 1161397"/>
              <a:gd name="connsiteX79" fmla="*/ 6290640 w 6884912"/>
              <a:gd name="connsiteY79" fmla="*/ 167441 h 1161397"/>
              <a:gd name="connsiteX80" fmla="*/ 6380420 w 6884912"/>
              <a:gd name="connsiteY80" fmla="*/ 173195 h 1161397"/>
              <a:gd name="connsiteX81" fmla="*/ 6507891 w 6884912"/>
              <a:gd name="connsiteY81" fmla="*/ 118474 h 1161397"/>
              <a:gd name="connsiteX82" fmla="*/ 6571807 w 6884912"/>
              <a:gd name="connsiteY82" fmla="*/ 98636 h 1161397"/>
              <a:gd name="connsiteX83" fmla="*/ 6671880 w 6884912"/>
              <a:gd name="connsiteY83" fmla="*/ 82931 h 1161397"/>
              <a:gd name="connsiteX84" fmla="*/ 6702266 w 6884912"/>
              <a:gd name="connsiteY84" fmla="*/ 75470 h 1161397"/>
              <a:gd name="connsiteX85" fmla="*/ 6845802 w 6884912"/>
              <a:gd name="connsiteY85" fmla="*/ 24496 h 1161397"/>
              <a:gd name="connsiteX86" fmla="*/ 6884912 w 6884912"/>
              <a:gd name="connsiteY8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907640 w 6884912"/>
              <a:gd name="connsiteY57" fmla="*/ 207568 h 1161397"/>
              <a:gd name="connsiteX58" fmla="*/ 4013061 w 6884912"/>
              <a:gd name="connsiteY58" fmla="*/ 224874 h 1161397"/>
              <a:gd name="connsiteX59" fmla="*/ 4134285 w 6884912"/>
              <a:gd name="connsiteY59" fmla="*/ 235592 h 1161397"/>
              <a:gd name="connsiteX60" fmla="*/ 4220717 w 6884912"/>
              <a:gd name="connsiteY60" fmla="*/ 192946 h 1161397"/>
              <a:gd name="connsiteX61" fmla="*/ 4228802 w 6884912"/>
              <a:gd name="connsiteY61" fmla="*/ 201468 h 1161397"/>
              <a:gd name="connsiteX62" fmla="*/ 4424852 w 6884912"/>
              <a:gd name="connsiteY62" fmla="*/ 127591 h 1161397"/>
              <a:gd name="connsiteX63" fmla="*/ 4617330 w 6884912"/>
              <a:gd name="connsiteY63" fmla="*/ 111163 h 1161397"/>
              <a:gd name="connsiteX64" fmla="*/ 4730870 w 6884912"/>
              <a:gd name="connsiteY64" fmla="*/ 129432 h 1161397"/>
              <a:gd name="connsiteX65" fmla="*/ 4785037 w 6884912"/>
              <a:gd name="connsiteY65" fmla="*/ 161964 h 1161397"/>
              <a:gd name="connsiteX66" fmla="*/ 4844073 w 6884912"/>
              <a:gd name="connsiteY66" fmla="*/ 161768 h 1161397"/>
              <a:gd name="connsiteX67" fmla="*/ 4856454 w 6884912"/>
              <a:gd name="connsiteY67" fmla="*/ 130488 h 1161397"/>
              <a:gd name="connsiteX68" fmla="*/ 4920038 w 6884912"/>
              <a:gd name="connsiteY68" fmla="*/ 140418 h 1161397"/>
              <a:gd name="connsiteX69" fmla="*/ 5016639 w 6884912"/>
              <a:gd name="connsiteY69" fmla="*/ 158905 h 1161397"/>
              <a:gd name="connsiteX70" fmla="*/ 5072009 w 6884912"/>
              <a:gd name="connsiteY70" fmla="*/ 161502 h 1161397"/>
              <a:gd name="connsiteX71" fmla="*/ 5223626 w 6884912"/>
              <a:gd name="connsiteY71" fmla="*/ 177356 h 1161397"/>
              <a:gd name="connsiteX72" fmla="*/ 5467502 w 6884912"/>
              <a:gd name="connsiteY72" fmla="*/ 250963 h 1161397"/>
              <a:gd name="connsiteX73" fmla="*/ 5592395 w 6884912"/>
              <a:gd name="connsiteY73" fmla="*/ 265434 h 1161397"/>
              <a:gd name="connsiteX74" fmla="*/ 5613532 w 6884912"/>
              <a:gd name="connsiteY74" fmla="*/ 273379 h 1161397"/>
              <a:gd name="connsiteX75" fmla="*/ 5642173 w 6884912"/>
              <a:gd name="connsiteY75" fmla="*/ 266904 h 1161397"/>
              <a:gd name="connsiteX76" fmla="*/ 5756910 w 6884912"/>
              <a:gd name="connsiteY76" fmla="*/ 239211 h 1161397"/>
              <a:gd name="connsiteX77" fmla="*/ 5846667 w 6884912"/>
              <a:gd name="connsiteY77" fmla="*/ 201786 h 1161397"/>
              <a:gd name="connsiteX78" fmla="*/ 6029542 w 6884912"/>
              <a:gd name="connsiteY78" fmla="*/ 210339 h 1161397"/>
              <a:gd name="connsiteX79" fmla="*/ 6290640 w 6884912"/>
              <a:gd name="connsiteY79" fmla="*/ 167441 h 1161397"/>
              <a:gd name="connsiteX80" fmla="*/ 6380420 w 6884912"/>
              <a:gd name="connsiteY80" fmla="*/ 173195 h 1161397"/>
              <a:gd name="connsiteX81" fmla="*/ 6507891 w 6884912"/>
              <a:gd name="connsiteY81" fmla="*/ 118474 h 1161397"/>
              <a:gd name="connsiteX82" fmla="*/ 6571807 w 6884912"/>
              <a:gd name="connsiteY82" fmla="*/ 98636 h 1161397"/>
              <a:gd name="connsiteX83" fmla="*/ 6671880 w 6884912"/>
              <a:gd name="connsiteY83" fmla="*/ 82931 h 1161397"/>
              <a:gd name="connsiteX84" fmla="*/ 6702266 w 6884912"/>
              <a:gd name="connsiteY84" fmla="*/ 75470 h 1161397"/>
              <a:gd name="connsiteX85" fmla="*/ 6845802 w 6884912"/>
              <a:gd name="connsiteY85" fmla="*/ 24496 h 1161397"/>
              <a:gd name="connsiteX86" fmla="*/ 6884912 w 6884912"/>
              <a:gd name="connsiteY8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907640 w 6884912"/>
              <a:gd name="connsiteY56" fmla="*/ 207568 h 1161397"/>
              <a:gd name="connsiteX57" fmla="*/ 4013061 w 6884912"/>
              <a:gd name="connsiteY57" fmla="*/ 224874 h 1161397"/>
              <a:gd name="connsiteX58" fmla="*/ 4134285 w 6884912"/>
              <a:gd name="connsiteY58" fmla="*/ 235592 h 1161397"/>
              <a:gd name="connsiteX59" fmla="*/ 4220717 w 6884912"/>
              <a:gd name="connsiteY59" fmla="*/ 192946 h 1161397"/>
              <a:gd name="connsiteX60" fmla="*/ 4228802 w 6884912"/>
              <a:gd name="connsiteY60" fmla="*/ 201468 h 1161397"/>
              <a:gd name="connsiteX61" fmla="*/ 4424852 w 6884912"/>
              <a:gd name="connsiteY61" fmla="*/ 127591 h 1161397"/>
              <a:gd name="connsiteX62" fmla="*/ 4617330 w 6884912"/>
              <a:gd name="connsiteY62" fmla="*/ 111163 h 1161397"/>
              <a:gd name="connsiteX63" fmla="*/ 4730870 w 6884912"/>
              <a:gd name="connsiteY63" fmla="*/ 129432 h 1161397"/>
              <a:gd name="connsiteX64" fmla="*/ 4785037 w 6884912"/>
              <a:gd name="connsiteY64" fmla="*/ 161964 h 1161397"/>
              <a:gd name="connsiteX65" fmla="*/ 4844073 w 6884912"/>
              <a:gd name="connsiteY65" fmla="*/ 161768 h 1161397"/>
              <a:gd name="connsiteX66" fmla="*/ 4856454 w 6884912"/>
              <a:gd name="connsiteY66" fmla="*/ 130488 h 1161397"/>
              <a:gd name="connsiteX67" fmla="*/ 4920038 w 6884912"/>
              <a:gd name="connsiteY67" fmla="*/ 140418 h 1161397"/>
              <a:gd name="connsiteX68" fmla="*/ 5016639 w 6884912"/>
              <a:gd name="connsiteY68" fmla="*/ 158905 h 1161397"/>
              <a:gd name="connsiteX69" fmla="*/ 5072009 w 6884912"/>
              <a:gd name="connsiteY69" fmla="*/ 161502 h 1161397"/>
              <a:gd name="connsiteX70" fmla="*/ 5223626 w 6884912"/>
              <a:gd name="connsiteY70" fmla="*/ 177356 h 1161397"/>
              <a:gd name="connsiteX71" fmla="*/ 5467502 w 6884912"/>
              <a:gd name="connsiteY71" fmla="*/ 250963 h 1161397"/>
              <a:gd name="connsiteX72" fmla="*/ 5592395 w 6884912"/>
              <a:gd name="connsiteY72" fmla="*/ 265434 h 1161397"/>
              <a:gd name="connsiteX73" fmla="*/ 5613532 w 6884912"/>
              <a:gd name="connsiteY73" fmla="*/ 273379 h 1161397"/>
              <a:gd name="connsiteX74" fmla="*/ 5642173 w 6884912"/>
              <a:gd name="connsiteY74" fmla="*/ 266904 h 1161397"/>
              <a:gd name="connsiteX75" fmla="*/ 5756910 w 6884912"/>
              <a:gd name="connsiteY75" fmla="*/ 239211 h 1161397"/>
              <a:gd name="connsiteX76" fmla="*/ 5846667 w 6884912"/>
              <a:gd name="connsiteY76" fmla="*/ 201786 h 1161397"/>
              <a:gd name="connsiteX77" fmla="*/ 6029542 w 6884912"/>
              <a:gd name="connsiteY77" fmla="*/ 210339 h 1161397"/>
              <a:gd name="connsiteX78" fmla="*/ 6290640 w 6884912"/>
              <a:gd name="connsiteY78" fmla="*/ 167441 h 1161397"/>
              <a:gd name="connsiteX79" fmla="*/ 6380420 w 6884912"/>
              <a:gd name="connsiteY79" fmla="*/ 173195 h 1161397"/>
              <a:gd name="connsiteX80" fmla="*/ 6507891 w 6884912"/>
              <a:gd name="connsiteY80" fmla="*/ 118474 h 1161397"/>
              <a:gd name="connsiteX81" fmla="*/ 6571807 w 6884912"/>
              <a:gd name="connsiteY81" fmla="*/ 98636 h 1161397"/>
              <a:gd name="connsiteX82" fmla="*/ 6671880 w 6884912"/>
              <a:gd name="connsiteY82" fmla="*/ 82931 h 1161397"/>
              <a:gd name="connsiteX83" fmla="*/ 6702266 w 6884912"/>
              <a:gd name="connsiteY83" fmla="*/ 75470 h 1161397"/>
              <a:gd name="connsiteX84" fmla="*/ 6845802 w 6884912"/>
              <a:gd name="connsiteY84" fmla="*/ 24496 h 1161397"/>
              <a:gd name="connsiteX85" fmla="*/ 6884912 w 6884912"/>
              <a:gd name="connsiteY8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907640 w 6884912"/>
              <a:gd name="connsiteY55" fmla="*/ 207568 h 1161397"/>
              <a:gd name="connsiteX56" fmla="*/ 4013061 w 6884912"/>
              <a:gd name="connsiteY56" fmla="*/ 224874 h 1161397"/>
              <a:gd name="connsiteX57" fmla="*/ 4134285 w 6884912"/>
              <a:gd name="connsiteY57" fmla="*/ 235592 h 1161397"/>
              <a:gd name="connsiteX58" fmla="*/ 4220717 w 6884912"/>
              <a:gd name="connsiteY58" fmla="*/ 192946 h 1161397"/>
              <a:gd name="connsiteX59" fmla="*/ 4228802 w 6884912"/>
              <a:gd name="connsiteY59" fmla="*/ 201468 h 1161397"/>
              <a:gd name="connsiteX60" fmla="*/ 4424852 w 6884912"/>
              <a:gd name="connsiteY60" fmla="*/ 127591 h 1161397"/>
              <a:gd name="connsiteX61" fmla="*/ 4617330 w 6884912"/>
              <a:gd name="connsiteY61" fmla="*/ 111163 h 1161397"/>
              <a:gd name="connsiteX62" fmla="*/ 4730870 w 6884912"/>
              <a:gd name="connsiteY62" fmla="*/ 129432 h 1161397"/>
              <a:gd name="connsiteX63" fmla="*/ 4785037 w 6884912"/>
              <a:gd name="connsiteY63" fmla="*/ 161964 h 1161397"/>
              <a:gd name="connsiteX64" fmla="*/ 4844073 w 6884912"/>
              <a:gd name="connsiteY64" fmla="*/ 161768 h 1161397"/>
              <a:gd name="connsiteX65" fmla="*/ 4856454 w 6884912"/>
              <a:gd name="connsiteY65" fmla="*/ 130488 h 1161397"/>
              <a:gd name="connsiteX66" fmla="*/ 4920038 w 6884912"/>
              <a:gd name="connsiteY66" fmla="*/ 140418 h 1161397"/>
              <a:gd name="connsiteX67" fmla="*/ 5016639 w 6884912"/>
              <a:gd name="connsiteY67" fmla="*/ 158905 h 1161397"/>
              <a:gd name="connsiteX68" fmla="*/ 5072009 w 6884912"/>
              <a:gd name="connsiteY68" fmla="*/ 161502 h 1161397"/>
              <a:gd name="connsiteX69" fmla="*/ 5223626 w 6884912"/>
              <a:gd name="connsiteY69" fmla="*/ 177356 h 1161397"/>
              <a:gd name="connsiteX70" fmla="*/ 5467502 w 6884912"/>
              <a:gd name="connsiteY70" fmla="*/ 250963 h 1161397"/>
              <a:gd name="connsiteX71" fmla="*/ 5592395 w 6884912"/>
              <a:gd name="connsiteY71" fmla="*/ 265434 h 1161397"/>
              <a:gd name="connsiteX72" fmla="*/ 5613532 w 6884912"/>
              <a:gd name="connsiteY72" fmla="*/ 273379 h 1161397"/>
              <a:gd name="connsiteX73" fmla="*/ 5642173 w 6884912"/>
              <a:gd name="connsiteY73" fmla="*/ 266904 h 1161397"/>
              <a:gd name="connsiteX74" fmla="*/ 5756910 w 6884912"/>
              <a:gd name="connsiteY74" fmla="*/ 239211 h 1161397"/>
              <a:gd name="connsiteX75" fmla="*/ 5846667 w 6884912"/>
              <a:gd name="connsiteY75" fmla="*/ 201786 h 1161397"/>
              <a:gd name="connsiteX76" fmla="*/ 6029542 w 6884912"/>
              <a:gd name="connsiteY76" fmla="*/ 210339 h 1161397"/>
              <a:gd name="connsiteX77" fmla="*/ 6290640 w 6884912"/>
              <a:gd name="connsiteY77" fmla="*/ 167441 h 1161397"/>
              <a:gd name="connsiteX78" fmla="*/ 6380420 w 6884912"/>
              <a:gd name="connsiteY78" fmla="*/ 173195 h 1161397"/>
              <a:gd name="connsiteX79" fmla="*/ 6507891 w 6884912"/>
              <a:gd name="connsiteY79" fmla="*/ 118474 h 1161397"/>
              <a:gd name="connsiteX80" fmla="*/ 6571807 w 6884912"/>
              <a:gd name="connsiteY80" fmla="*/ 98636 h 1161397"/>
              <a:gd name="connsiteX81" fmla="*/ 6671880 w 6884912"/>
              <a:gd name="connsiteY81" fmla="*/ 82931 h 1161397"/>
              <a:gd name="connsiteX82" fmla="*/ 6702266 w 6884912"/>
              <a:gd name="connsiteY82" fmla="*/ 75470 h 1161397"/>
              <a:gd name="connsiteX83" fmla="*/ 6845802 w 6884912"/>
              <a:gd name="connsiteY83" fmla="*/ 24496 h 1161397"/>
              <a:gd name="connsiteX84" fmla="*/ 6884912 w 6884912"/>
              <a:gd name="connsiteY8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24852 w 6884912"/>
              <a:gd name="connsiteY59" fmla="*/ 127591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4856454 w 6884912"/>
              <a:gd name="connsiteY64" fmla="*/ 130488 h 1161397"/>
              <a:gd name="connsiteX65" fmla="*/ 4920038 w 6884912"/>
              <a:gd name="connsiteY65" fmla="*/ 140418 h 1161397"/>
              <a:gd name="connsiteX66" fmla="*/ 5016639 w 6884912"/>
              <a:gd name="connsiteY66" fmla="*/ 158905 h 1161397"/>
              <a:gd name="connsiteX67" fmla="*/ 5072009 w 6884912"/>
              <a:gd name="connsiteY67" fmla="*/ 161502 h 1161397"/>
              <a:gd name="connsiteX68" fmla="*/ 5223626 w 6884912"/>
              <a:gd name="connsiteY68" fmla="*/ 177356 h 1161397"/>
              <a:gd name="connsiteX69" fmla="*/ 5467502 w 6884912"/>
              <a:gd name="connsiteY69" fmla="*/ 250963 h 1161397"/>
              <a:gd name="connsiteX70" fmla="*/ 5592395 w 6884912"/>
              <a:gd name="connsiteY70" fmla="*/ 265434 h 1161397"/>
              <a:gd name="connsiteX71" fmla="*/ 5613532 w 6884912"/>
              <a:gd name="connsiteY71" fmla="*/ 273379 h 1161397"/>
              <a:gd name="connsiteX72" fmla="*/ 5642173 w 6884912"/>
              <a:gd name="connsiteY72" fmla="*/ 266904 h 1161397"/>
              <a:gd name="connsiteX73" fmla="*/ 5756910 w 6884912"/>
              <a:gd name="connsiteY73" fmla="*/ 239211 h 1161397"/>
              <a:gd name="connsiteX74" fmla="*/ 5846667 w 6884912"/>
              <a:gd name="connsiteY74" fmla="*/ 201786 h 1161397"/>
              <a:gd name="connsiteX75" fmla="*/ 6029542 w 6884912"/>
              <a:gd name="connsiteY75" fmla="*/ 210339 h 1161397"/>
              <a:gd name="connsiteX76" fmla="*/ 6290640 w 6884912"/>
              <a:gd name="connsiteY76" fmla="*/ 167441 h 1161397"/>
              <a:gd name="connsiteX77" fmla="*/ 6380420 w 6884912"/>
              <a:gd name="connsiteY77" fmla="*/ 173195 h 1161397"/>
              <a:gd name="connsiteX78" fmla="*/ 6507891 w 6884912"/>
              <a:gd name="connsiteY78" fmla="*/ 118474 h 1161397"/>
              <a:gd name="connsiteX79" fmla="*/ 6571807 w 6884912"/>
              <a:gd name="connsiteY79" fmla="*/ 98636 h 1161397"/>
              <a:gd name="connsiteX80" fmla="*/ 6671880 w 6884912"/>
              <a:gd name="connsiteY80" fmla="*/ 82931 h 1161397"/>
              <a:gd name="connsiteX81" fmla="*/ 6702266 w 6884912"/>
              <a:gd name="connsiteY81" fmla="*/ 75470 h 1161397"/>
              <a:gd name="connsiteX82" fmla="*/ 6845802 w 6884912"/>
              <a:gd name="connsiteY82" fmla="*/ 24496 h 1161397"/>
              <a:gd name="connsiteX83" fmla="*/ 6884912 w 6884912"/>
              <a:gd name="connsiteY8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16623 w 6884912"/>
              <a:gd name="connsiteY59" fmla="*/ 153623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4856454 w 6884912"/>
              <a:gd name="connsiteY64" fmla="*/ 130488 h 1161397"/>
              <a:gd name="connsiteX65" fmla="*/ 4920038 w 6884912"/>
              <a:gd name="connsiteY65" fmla="*/ 140418 h 1161397"/>
              <a:gd name="connsiteX66" fmla="*/ 5016639 w 6884912"/>
              <a:gd name="connsiteY66" fmla="*/ 158905 h 1161397"/>
              <a:gd name="connsiteX67" fmla="*/ 5072009 w 6884912"/>
              <a:gd name="connsiteY67" fmla="*/ 161502 h 1161397"/>
              <a:gd name="connsiteX68" fmla="*/ 5223626 w 6884912"/>
              <a:gd name="connsiteY68" fmla="*/ 177356 h 1161397"/>
              <a:gd name="connsiteX69" fmla="*/ 5467502 w 6884912"/>
              <a:gd name="connsiteY69" fmla="*/ 250963 h 1161397"/>
              <a:gd name="connsiteX70" fmla="*/ 5592395 w 6884912"/>
              <a:gd name="connsiteY70" fmla="*/ 265434 h 1161397"/>
              <a:gd name="connsiteX71" fmla="*/ 5613532 w 6884912"/>
              <a:gd name="connsiteY71" fmla="*/ 273379 h 1161397"/>
              <a:gd name="connsiteX72" fmla="*/ 5642173 w 6884912"/>
              <a:gd name="connsiteY72" fmla="*/ 266904 h 1161397"/>
              <a:gd name="connsiteX73" fmla="*/ 5756910 w 6884912"/>
              <a:gd name="connsiteY73" fmla="*/ 239211 h 1161397"/>
              <a:gd name="connsiteX74" fmla="*/ 5846667 w 6884912"/>
              <a:gd name="connsiteY74" fmla="*/ 201786 h 1161397"/>
              <a:gd name="connsiteX75" fmla="*/ 6029542 w 6884912"/>
              <a:gd name="connsiteY75" fmla="*/ 210339 h 1161397"/>
              <a:gd name="connsiteX76" fmla="*/ 6290640 w 6884912"/>
              <a:gd name="connsiteY76" fmla="*/ 167441 h 1161397"/>
              <a:gd name="connsiteX77" fmla="*/ 6380420 w 6884912"/>
              <a:gd name="connsiteY77" fmla="*/ 173195 h 1161397"/>
              <a:gd name="connsiteX78" fmla="*/ 6507891 w 6884912"/>
              <a:gd name="connsiteY78" fmla="*/ 118474 h 1161397"/>
              <a:gd name="connsiteX79" fmla="*/ 6571807 w 6884912"/>
              <a:gd name="connsiteY79" fmla="*/ 98636 h 1161397"/>
              <a:gd name="connsiteX80" fmla="*/ 6671880 w 6884912"/>
              <a:gd name="connsiteY80" fmla="*/ 82931 h 1161397"/>
              <a:gd name="connsiteX81" fmla="*/ 6702266 w 6884912"/>
              <a:gd name="connsiteY81" fmla="*/ 75470 h 1161397"/>
              <a:gd name="connsiteX82" fmla="*/ 6845802 w 6884912"/>
              <a:gd name="connsiteY82" fmla="*/ 24496 h 1161397"/>
              <a:gd name="connsiteX83" fmla="*/ 6884912 w 6884912"/>
              <a:gd name="connsiteY8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16623 w 6884912"/>
              <a:gd name="connsiteY59" fmla="*/ 153623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4856454 w 6884912"/>
              <a:gd name="connsiteY64" fmla="*/ 130488 h 1161397"/>
              <a:gd name="connsiteX65" fmla="*/ 5016639 w 6884912"/>
              <a:gd name="connsiteY65" fmla="*/ 158905 h 1161397"/>
              <a:gd name="connsiteX66" fmla="*/ 5072009 w 6884912"/>
              <a:gd name="connsiteY66" fmla="*/ 161502 h 1161397"/>
              <a:gd name="connsiteX67" fmla="*/ 5223626 w 6884912"/>
              <a:gd name="connsiteY67" fmla="*/ 177356 h 1161397"/>
              <a:gd name="connsiteX68" fmla="*/ 5467502 w 6884912"/>
              <a:gd name="connsiteY68" fmla="*/ 250963 h 1161397"/>
              <a:gd name="connsiteX69" fmla="*/ 5592395 w 6884912"/>
              <a:gd name="connsiteY69" fmla="*/ 265434 h 1161397"/>
              <a:gd name="connsiteX70" fmla="*/ 5613532 w 6884912"/>
              <a:gd name="connsiteY70" fmla="*/ 273379 h 1161397"/>
              <a:gd name="connsiteX71" fmla="*/ 5642173 w 6884912"/>
              <a:gd name="connsiteY71" fmla="*/ 266904 h 1161397"/>
              <a:gd name="connsiteX72" fmla="*/ 5756910 w 6884912"/>
              <a:gd name="connsiteY72" fmla="*/ 239211 h 1161397"/>
              <a:gd name="connsiteX73" fmla="*/ 5846667 w 6884912"/>
              <a:gd name="connsiteY73" fmla="*/ 201786 h 1161397"/>
              <a:gd name="connsiteX74" fmla="*/ 6029542 w 6884912"/>
              <a:gd name="connsiteY74" fmla="*/ 210339 h 1161397"/>
              <a:gd name="connsiteX75" fmla="*/ 6290640 w 6884912"/>
              <a:gd name="connsiteY75" fmla="*/ 167441 h 1161397"/>
              <a:gd name="connsiteX76" fmla="*/ 6380420 w 6884912"/>
              <a:gd name="connsiteY76" fmla="*/ 173195 h 1161397"/>
              <a:gd name="connsiteX77" fmla="*/ 6507891 w 6884912"/>
              <a:gd name="connsiteY77" fmla="*/ 118474 h 1161397"/>
              <a:gd name="connsiteX78" fmla="*/ 6571807 w 6884912"/>
              <a:gd name="connsiteY78" fmla="*/ 98636 h 1161397"/>
              <a:gd name="connsiteX79" fmla="*/ 6671880 w 6884912"/>
              <a:gd name="connsiteY79" fmla="*/ 82931 h 1161397"/>
              <a:gd name="connsiteX80" fmla="*/ 6702266 w 6884912"/>
              <a:gd name="connsiteY80" fmla="*/ 75470 h 1161397"/>
              <a:gd name="connsiteX81" fmla="*/ 6845802 w 6884912"/>
              <a:gd name="connsiteY81" fmla="*/ 24496 h 1161397"/>
              <a:gd name="connsiteX82" fmla="*/ 6884912 w 6884912"/>
              <a:gd name="connsiteY8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16623 w 6884912"/>
              <a:gd name="connsiteY59" fmla="*/ 153623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5016639 w 6884912"/>
              <a:gd name="connsiteY64" fmla="*/ 158905 h 1161397"/>
              <a:gd name="connsiteX65" fmla="*/ 5072009 w 6884912"/>
              <a:gd name="connsiteY65" fmla="*/ 161502 h 1161397"/>
              <a:gd name="connsiteX66" fmla="*/ 5223626 w 6884912"/>
              <a:gd name="connsiteY66" fmla="*/ 177356 h 1161397"/>
              <a:gd name="connsiteX67" fmla="*/ 5467502 w 6884912"/>
              <a:gd name="connsiteY67" fmla="*/ 250963 h 1161397"/>
              <a:gd name="connsiteX68" fmla="*/ 5592395 w 6884912"/>
              <a:gd name="connsiteY68" fmla="*/ 265434 h 1161397"/>
              <a:gd name="connsiteX69" fmla="*/ 5613532 w 6884912"/>
              <a:gd name="connsiteY69" fmla="*/ 273379 h 1161397"/>
              <a:gd name="connsiteX70" fmla="*/ 5642173 w 6884912"/>
              <a:gd name="connsiteY70" fmla="*/ 266904 h 1161397"/>
              <a:gd name="connsiteX71" fmla="*/ 5756910 w 6884912"/>
              <a:gd name="connsiteY71" fmla="*/ 239211 h 1161397"/>
              <a:gd name="connsiteX72" fmla="*/ 5846667 w 6884912"/>
              <a:gd name="connsiteY72" fmla="*/ 201786 h 1161397"/>
              <a:gd name="connsiteX73" fmla="*/ 6029542 w 6884912"/>
              <a:gd name="connsiteY73" fmla="*/ 210339 h 1161397"/>
              <a:gd name="connsiteX74" fmla="*/ 6290640 w 6884912"/>
              <a:gd name="connsiteY74" fmla="*/ 167441 h 1161397"/>
              <a:gd name="connsiteX75" fmla="*/ 6380420 w 6884912"/>
              <a:gd name="connsiteY75" fmla="*/ 173195 h 1161397"/>
              <a:gd name="connsiteX76" fmla="*/ 6507891 w 6884912"/>
              <a:gd name="connsiteY76" fmla="*/ 118474 h 1161397"/>
              <a:gd name="connsiteX77" fmla="*/ 6571807 w 6884912"/>
              <a:gd name="connsiteY77" fmla="*/ 98636 h 1161397"/>
              <a:gd name="connsiteX78" fmla="*/ 6671880 w 6884912"/>
              <a:gd name="connsiteY78" fmla="*/ 82931 h 1161397"/>
              <a:gd name="connsiteX79" fmla="*/ 6702266 w 6884912"/>
              <a:gd name="connsiteY79" fmla="*/ 75470 h 1161397"/>
              <a:gd name="connsiteX80" fmla="*/ 6845802 w 6884912"/>
              <a:gd name="connsiteY80" fmla="*/ 24496 h 1161397"/>
              <a:gd name="connsiteX81" fmla="*/ 6884912 w 6884912"/>
              <a:gd name="connsiteY81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31799" y="1126149"/>
                  <a:pt x="298798" y="1044531"/>
                  <a:pt x="355512" y="1036593"/>
                </a:cubicBezTo>
                <a:cubicBezTo>
                  <a:pt x="427149" y="1015055"/>
                  <a:pt x="466407" y="1043128"/>
                  <a:pt x="519354" y="1038706"/>
                </a:cubicBezTo>
                <a:cubicBezTo>
                  <a:pt x="536908" y="1031720"/>
                  <a:pt x="669410" y="970661"/>
                  <a:pt x="689654" y="966675"/>
                </a:cubicBezTo>
                <a:cubicBezTo>
                  <a:pt x="736045" y="948784"/>
                  <a:pt x="769339" y="947890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cubicBezTo>
                  <a:pt x="1200307" y="688370"/>
                  <a:pt x="1275301" y="651309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50503" y="614507"/>
                  <a:pt x="1381945" y="616030"/>
                  <a:pt x="1391606" y="615229"/>
                </a:cubicBez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85857" y="623401"/>
                  <a:pt x="1592172" y="629819"/>
                </a:cubicBezTo>
                <a:cubicBezTo>
                  <a:pt x="1651945" y="578091"/>
                  <a:pt x="1659006" y="610309"/>
                  <a:pt x="1731986" y="589682"/>
                </a:cubicBezTo>
                <a:cubicBezTo>
                  <a:pt x="1817442" y="583260"/>
                  <a:pt x="1884494" y="589156"/>
                  <a:pt x="1940326" y="582611"/>
                </a:cubicBezTo>
                <a:cubicBezTo>
                  <a:pt x="1967287" y="583845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754324" y="424766"/>
                </a:ln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72664" y="234091"/>
                  <a:pt x="3860868" y="210929"/>
                  <a:pt x="3907640" y="207568"/>
                </a:cubicBezTo>
                <a:lnTo>
                  <a:pt x="4013061" y="224874"/>
                </a:ln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196151" y="208022"/>
                  <a:pt x="4228802" y="201468"/>
                </a:cubicBezTo>
                <a:cubicBezTo>
                  <a:pt x="4261453" y="194914"/>
                  <a:pt x="4351868" y="168674"/>
                  <a:pt x="4416623" y="153623"/>
                </a:cubicBezTo>
                <a:cubicBezTo>
                  <a:pt x="4490845" y="140294"/>
                  <a:pt x="4527062" y="166416"/>
                  <a:pt x="4617330" y="111163"/>
                </a:cubicBezTo>
                <a:cubicBezTo>
                  <a:pt x="4668333" y="111470"/>
                  <a:pt x="4702919" y="120965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lnTo>
                  <a:pt x="5016639" y="158905"/>
                </a:ln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9541" y="192266"/>
                  <a:pt x="5406040" y="236283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106" y="196974"/>
                  <a:pt x="5955547" y="216063"/>
                  <a:pt x="6029542" y="210339"/>
                </a:cubicBezTo>
                <a:cubicBezTo>
                  <a:pt x="6084527" y="201461"/>
                  <a:pt x="6232160" y="173632"/>
                  <a:pt x="6290640" y="167441"/>
                </a:cubicBezTo>
                <a:cubicBezTo>
                  <a:pt x="6330523" y="169653"/>
                  <a:pt x="6344211" y="181356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159CA1A0-665C-4FC9-BE25-8C45BB69D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016384"/>
            <a:ext cx="10232859" cy="1841617"/>
          </a:xfrm>
          <a:custGeom>
            <a:avLst/>
            <a:gdLst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679743 w 10232859"/>
              <a:gd name="connsiteY180" fmla="*/ 558264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4270 w 10232859"/>
              <a:gd name="connsiteY235" fmla="*/ 1213138 h 1705557"/>
              <a:gd name="connsiteX236" fmla="*/ 8853872 w 10232859"/>
              <a:gd name="connsiteY236" fmla="*/ 1221228 h 1705557"/>
              <a:gd name="connsiteX237" fmla="*/ 8861901 w 10232859"/>
              <a:gd name="connsiteY237" fmla="*/ 1217889 h 1705557"/>
              <a:gd name="connsiteX238" fmla="*/ 8874168 w 10232859"/>
              <a:gd name="connsiteY238" fmla="*/ 1220481 h 1705557"/>
              <a:gd name="connsiteX239" fmla="*/ 8871123 w 10232859"/>
              <a:gd name="connsiteY239" fmla="*/ 1227674 h 1705557"/>
              <a:gd name="connsiteX240" fmla="*/ 8903537 w 10232859"/>
              <a:gd name="connsiteY240" fmla="*/ 1237102 h 1705557"/>
              <a:gd name="connsiteX241" fmla="*/ 8933767 w 10232859"/>
              <a:gd name="connsiteY241" fmla="*/ 1269882 h 1705557"/>
              <a:gd name="connsiteX242" fmla="*/ 8985765 w 10232859"/>
              <a:gd name="connsiteY242" fmla="*/ 1294178 h 1705557"/>
              <a:gd name="connsiteX243" fmla="*/ 9071444 w 10232859"/>
              <a:gd name="connsiteY243" fmla="*/ 1323819 h 1705557"/>
              <a:gd name="connsiteX244" fmla="*/ 9096711 w 10232859"/>
              <a:gd name="connsiteY244" fmla="*/ 1334291 h 1705557"/>
              <a:gd name="connsiteX245" fmla="*/ 9338853 w 10232859"/>
              <a:gd name="connsiteY245" fmla="*/ 1454560 h 1705557"/>
              <a:gd name="connsiteX246" fmla="*/ 9520814 w 10232859"/>
              <a:gd name="connsiteY246" fmla="*/ 1456341 h 1705557"/>
              <a:gd name="connsiteX247" fmla="*/ 9702271 w 10232859"/>
              <a:gd name="connsiteY247" fmla="*/ 1495067 h 1705557"/>
              <a:gd name="connsiteX248" fmla="*/ 9744273 w 10232859"/>
              <a:gd name="connsiteY248" fmla="*/ 1530026 h 1705557"/>
              <a:gd name="connsiteX249" fmla="*/ 9771903 w 10232859"/>
              <a:gd name="connsiteY249" fmla="*/ 1536548 h 1705557"/>
              <a:gd name="connsiteX250" fmla="*/ 9818565 w 10232859"/>
              <a:gd name="connsiteY250" fmla="*/ 1545059 h 1705557"/>
              <a:gd name="connsiteX251" fmla="*/ 9882202 w 10232859"/>
              <a:gd name="connsiteY251" fmla="*/ 1572402 h 1705557"/>
              <a:gd name="connsiteX252" fmla="*/ 10022025 w 10232859"/>
              <a:gd name="connsiteY252" fmla="*/ 1606210 h 1705557"/>
              <a:gd name="connsiteX253" fmla="*/ 10220406 w 10232859"/>
              <a:gd name="connsiteY253" fmla="*/ 1683519 h 1705557"/>
              <a:gd name="connsiteX254" fmla="*/ 10232859 w 10232859"/>
              <a:gd name="connsiteY254" fmla="*/ 1705557 h 1705557"/>
              <a:gd name="connsiteX255" fmla="*/ 0 w 10232859"/>
              <a:gd name="connsiteY255" fmla="*/ 1705557 h 1705557"/>
              <a:gd name="connsiteX256" fmla="*/ 0 w 10232859"/>
              <a:gd name="connsiteY256" fmla="*/ 28342 h 1705557"/>
              <a:gd name="connsiteX257" fmla="*/ 8097 w 10232859"/>
              <a:gd name="connsiteY257" fmla="*/ 30869 h 1705557"/>
              <a:gd name="connsiteX258" fmla="*/ 77128 w 10232859"/>
              <a:gd name="connsiteY258" fmla="*/ 13381 h 1705557"/>
              <a:gd name="connsiteX259" fmla="*/ 188338 w 10232859"/>
              <a:gd name="connsiteY259" fmla="*/ 11593 h 1705557"/>
              <a:gd name="connsiteX260" fmla="*/ 298809 w 10232859"/>
              <a:gd name="connsiteY260" fmla="*/ 12712 h 1705557"/>
              <a:gd name="connsiteX261" fmla="*/ 338985 w 10232859"/>
              <a:gd name="connsiteY261" fmla="*/ 14520 h 1705557"/>
              <a:gd name="connsiteX262" fmla="*/ 409815 w 10232859"/>
              <a:gd name="connsiteY262" fmla="*/ 11559 h 1705557"/>
              <a:gd name="connsiteX263" fmla="*/ 424169 w 10232859"/>
              <a:gd name="connsiteY263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633779 w 10232859"/>
              <a:gd name="connsiteY227" fmla="*/ 1145740 h 1705557"/>
              <a:gd name="connsiteX228" fmla="*/ 8676965 w 10232859"/>
              <a:gd name="connsiteY228" fmla="*/ 1163463 h 1705557"/>
              <a:gd name="connsiteX229" fmla="*/ 8698944 w 10232859"/>
              <a:gd name="connsiteY229" fmla="*/ 1163453 h 1705557"/>
              <a:gd name="connsiteX230" fmla="*/ 8711456 w 10232859"/>
              <a:gd name="connsiteY230" fmla="*/ 1175731 h 1705557"/>
              <a:gd name="connsiteX231" fmla="*/ 8732793 w 10232859"/>
              <a:gd name="connsiteY231" fmla="*/ 1179486 h 1705557"/>
              <a:gd name="connsiteX232" fmla="*/ 8751897 w 10232859"/>
              <a:gd name="connsiteY232" fmla="*/ 1197400 h 1705557"/>
              <a:gd name="connsiteX233" fmla="*/ 8793564 w 10232859"/>
              <a:gd name="connsiteY233" fmla="*/ 1179086 h 1705557"/>
              <a:gd name="connsiteX234" fmla="*/ 8834270 w 10232859"/>
              <a:gd name="connsiteY234" fmla="*/ 1213138 h 1705557"/>
              <a:gd name="connsiteX235" fmla="*/ 8853872 w 10232859"/>
              <a:gd name="connsiteY235" fmla="*/ 1221228 h 1705557"/>
              <a:gd name="connsiteX236" fmla="*/ 8861901 w 10232859"/>
              <a:gd name="connsiteY236" fmla="*/ 1217889 h 1705557"/>
              <a:gd name="connsiteX237" fmla="*/ 8874168 w 10232859"/>
              <a:gd name="connsiteY237" fmla="*/ 1220481 h 1705557"/>
              <a:gd name="connsiteX238" fmla="*/ 8871123 w 10232859"/>
              <a:gd name="connsiteY238" fmla="*/ 1227674 h 1705557"/>
              <a:gd name="connsiteX239" fmla="*/ 8903537 w 10232859"/>
              <a:gd name="connsiteY239" fmla="*/ 1237102 h 1705557"/>
              <a:gd name="connsiteX240" fmla="*/ 8933767 w 10232859"/>
              <a:gd name="connsiteY240" fmla="*/ 1269882 h 1705557"/>
              <a:gd name="connsiteX241" fmla="*/ 8985765 w 10232859"/>
              <a:gd name="connsiteY241" fmla="*/ 1294178 h 1705557"/>
              <a:gd name="connsiteX242" fmla="*/ 9071444 w 10232859"/>
              <a:gd name="connsiteY242" fmla="*/ 1323819 h 1705557"/>
              <a:gd name="connsiteX243" fmla="*/ 9096711 w 10232859"/>
              <a:gd name="connsiteY243" fmla="*/ 1334291 h 1705557"/>
              <a:gd name="connsiteX244" fmla="*/ 9338853 w 10232859"/>
              <a:gd name="connsiteY244" fmla="*/ 1454560 h 1705557"/>
              <a:gd name="connsiteX245" fmla="*/ 9520814 w 10232859"/>
              <a:gd name="connsiteY245" fmla="*/ 1456341 h 1705557"/>
              <a:gd name="connsiteX246" fmla="*/ 9702271 w 10232859"/>
              <a:gd name="connsiteY246" fmla="*/ 1495067 h 1705557"/>
              <a:gd name="connsiteX247" fmla="*/ 9744273 w 10232859"/>
              <a:gd name="connsiteY247" fmla="*/ 1530026 h 1705557"/>
              <a:gd name="connsiteX248" fmla="*/ 9771903 w 10232859"/>
              <a:gd name="connsiteY248" fmla="*/ 1536548 h 1705557"/>
              <a:gd name="connsiteX249" fmla="*/ 9818565 w 10232859"/>
              <a:gd name="connsiteY249" fmla="*/ 1545059 h 1705557"/>
              <a:gd name="connsiteX250" fmla="*/ 9882202 w 10232859"/>
              <a:gd name="connsiteY250" fmla="*/ 1572402 h 1705557"/>
              <a:gd name="connsiteX251" fmla="*/ 10022025 w 10232859"/>
              <a:gd name="connsiteY251" fmla="*/ 1606210 h 1705557"/>
              <a:gd name="connsiteX252" fmla="*/ 10220406 w 10232859"/>
              <a:gd name="connsiteY252" fmla="*/ 1683519 h 1705557"/>
              <a:gd name="connsiteX253" fmla="*/ 10232859 w 10232859"/>
              <a:gd name="connsiteY253" fmla="*/ 1705557 h 1705557"/>
              <a:gd name="connsiteX254" fmla="*/ 0 w 10232859"/>
              <a:gd name="connsiteY254" fmla="*/ 1705557 h 1705557"/>
              <a:gd name="connsiteX255" fmla="*/ 0 w 10232859"/>
              <a:gd name="connsiteY255" fmla="*/ 28342 h 1705557"/>
              <a:gd name="connsiteX256" fmla="*/ 8097 w 10232859"/>
              <a:gd name="connsiteY256" fmla="*/ 30869 h 1705557"/>
              <a:gd name="connsiteX257" fmla="*/ 77128 w 10232859"/>
              <a:gd name="connsiteY257" fmla="*/ 13381 h 1705557"/>
              <a:gd name="connsiteX258" fmla="*/ 188338 w 10232859"/>
              <a:gd name="connsiteY258" fmla="*/ 11593 h 1705557"/>
              <a:gd name="connsiteX259" fmla="*/ 298809 w 10232859"/>
              <a:gd name="connsiteY259" fmla="*/ 12712 h 1705557"/>
              <a:gd name="connsiteX260" fmla="*/ 338985 w 10232859"/>
              <a:gd name="connsiteY260" fmla="*/ 14520 h 1705557"/>
              <a:gd name="connsiteX261" fmla="*/ 409815 w 10232859"/>
              <a:gd name="connsiteY261" fmla="*/ 11559 h 1705557"/>
              <a:gd name="connsiteX262" fmla="*/ 424169 w 10232859"/>
              <a:gd name="connsiteY26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633779 w 10232859"/>
              <a:gd name="connsiteY226" fmla="*/ 1145740 h 1705557"/>
              <a:gd name="connsiteX227" fmla="*/ 8676965 w 10232859"/>
              <a:gd name="connsiteY227" fmla="*/ 1163463 h 1705557"/>
              <a:gd name="connsiteX228" fmla="*/ 8698944 w 10232859"/>
              <a:gd name="connsiteY228" fmla="*/ 1163453 h 1705557"/>
              <a:gd name="connsiteX229" fmla="*/ 8711456 w 10232859"/>
              <a:gd name="connsiteY229" fmla="*/ 1175731 h 1705557"/>
              <a:gd name="connsiteX230" fmla="*/ 8732793 w 10232859"/>
              <a:gd name="connsiteY230" fmla="*/ 1179486 h 1705557"/>
              <a:gd name="connsiteX231" fmla="*/ 8751897 w 10232859"/>
              <a:gd name="connsiteY231" fmla="*/ 1197400 h 1705557"/>
              <a:gd name="connsiteX232" fmla="*/ 8793564 w 10232859"/>
              <a:gd name="connsiteY232" fmla="*/ 1179086 h 1705557"/>
              <a:gd name="connsiteX233" fmla="*/ 8834270 w 10232859"/>
              <a:gd name="connsiteY233" fmla="*/ 1213138 h 1705557"/>
              <a:gd name="connsiteX234" fmla="*/ 8853872 w 10232859"/>
              <a:gd name="connsiteY234" fmla="*/ 1221228 h 1705557"/>
              <a:gd name="connsiteX235" fmla="*/ 8861901 w 10232859"/>
              <a:gd name="connsiteY235" fmla="*/ 1217889 h 1705557"/>
              <a:gd name="connsiteX236" fmla="*/ 8874168 w 10232859"/>
              <a:gd name="connsiteY236" fmla="*/ 1220481 h 1705557"/>
              <a:gd name="connsiteX237" fmla="*/ 8871123 w 10232859"/>
              <a:gd name="connsiteY237" fmla="*/ 1227674 h 1705557"/>
              <a:gd name="connsiteX238" fmla="*/ 8903537 w 10232859"/>
              <a:gd name="connsiteY238" fmla="*/ 1237102 h 1705557"/>
              <a:gd name="connsiteX239" fmla="*/ 8933767 w 10232859"/>
              <a:gd name="connsiteY239" fmla="*/ 1269882 h 1705557"/>
              <a:gd name="connsiteX240" fmla="*/ 8985765 w 10232859"/>
              <a:gd name="connsiteY240" fmla="*/ 1294178 h 1705557"/>
              <a:gd name="connsiteX241" fmla="*/ 9071444 w 10232859"/>
              <a:gd name="connsiteY241" fmla="*/ 1323819 h 1705557"/>
              <a:gd name="connsiteX242" fmla="*/ 9096711 w 10232859"/>
              <a:gd name="connsiteY242" fmla="*/ 1334291 h 1705557"/>
              <a:gd name="connsiteX243" fmla="*/ 9338853 w 10232859"/>
              <a:gd name="connsiteY243" fmla="*/ 1454560 h 1705557"/>
              <a:gd name="connsiteX244" fmla="*/ 9520814 w 10232859"/>
              <a:gd name="connsiteY244" fmla="*/ 1456341 h 1705557"/>
              <a:gd name="connsiteX245" fmla="*/ 9702271 w 10232859"/>
              <a:gd name="connsiteY245" fmla="*/ 1495067 h 1705557"/>
              <a:gd name="connsiteX246" fmla="*/ 9744273 w 10232859"/>
              <a:gd name="connsiteY246" fmla="*/ 1530026 h 1705557"/>
              <a:gd name="connsiteX247" fmla="*/ 9771903 w 10232859"/>
              <a:gd name="connsiteY247" fmla="*/ 1536548 h 1705557"/>
              <a:gd name="connsiteX248" fmla="*/ 9818565 w 10232859"/>
              <a:gd name="connsiteY248" fmla="*/ 1545059 h 1705557"/>
              <a:gd name="connsiteX249" fmla="*/ 9882202 w 10232859"/>
              <a:gd name="connsiteY249" fmla="*/ 1572402 h 1705557"/>
              <a:gd name="connsiteX250" fmla="*/ 10022025 w 10232859"/>
              <a:gd name="connsiteY250" fmla="*/ 1606210 h 1705557"/>
              <a:gd name="connsiteX251" fmla="*/ 10220406 w 10232859"/>
              <a:gd name="connsiteY251" fmla="*/ 1683519 h 1705557"/>
              <a:gd name="connsiteX252" fmla="*/ 10232859 w 10232859"/>
              <a:gd name="connsiteY252" fmla="*/ 1705557 h 1705557"/>
              <a:gd name="connsiteX253" fmla="*/ 0 w 10232859"/>
              <a:gd name="connsiteY253" fmla="*/ 1705557 h 1705557"/>
              <a:gd name="connsiteX254" fmla="*/ 0 w 10232859"/>
              <a:gd name="connsiteY254" fmla="*/ 28342 h 1705557"/>
              <a:gd name="connsiteX255" fmla="*/ 8097 w 10232859"/>
              <a:gd name="connsiteY255" fmla="*/ 30869 h 1705557"/>
              <a:gd name="connsiteX256" fmla="*/ 77128 w 10232859"/>
              <a:gd name="connsiteY256" fmla="*/ 13381 h 1705557"/>
              <a:gd name="connsiteX257" fmla="*/ 188338 w 10232859"/>
              <a:gd name="connsiteY257" fmla="*/ 11593 h 1705557"/>
              <a:gd name="connsiteX258" fmla="*/ 298809 w 10232859"/>
              <a:gd name="connsiteY258" fmla="*/ 12712 h 1705557"/>
              <a:gd name="connsiteX259" fmla="*/ 338985 w 10232859"/>
              <a:gd name="connsiteY259" fmla="*/ 14520 h 1705557"/>
              <a:gd name="connsiteX260" fmla="*/ 409815 w 10232859"/>
              <a:gd name="connsiteY260" fmla="*/ 11559 h 1705557"/>
              <a:gd name="connsiteX261" fmla="*/ 424169 w 10232859"/>
              <a:gd name="connsiteY261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708983 w 10232859"/>
              <a:gd name="connsiteY150" fmla="*/ 313188 h 1705557"/>
              <a:gd name="connsiteX151" fmla="*/ 5773909 w 10232859"/>
              <a:gd name="connsiteY151" fmla="*/ 318575 h 1705557"/>
              <a:gd name="connsiteX152" fmla="*/ 5809500 w 10232859"/>
              <a:gd name="connsiteY152" fmla="*/ 324964 h 1705557"/>
              <a:gd name="connsiteX153" fmla="*/ 5908729 w 10232859"/>
              <a:gd name="connsiteY153" fmla="*/ 338849 h 1705557"/>
              <a:gd name="connsiteX154" fmla="*/ 6009654 w 10232859"/>
              <a:gd name="connsiteY154" fmla="*/ 350040 h 1705557"/>
              <a:gd name="connsiteX155" fmla="*/ 6067487 w 10232859"/>
              <a:gd name="connsiteY155" fmla="*/ 340226 h 1705557"/>
              <a:gd name="connsiteX156" fmla="*/ 6073281 w 10232859"/>
              <a:gd name="connsiteY156" fmla="*/ 340830 h 1705557"/>
              <a:gd name="connsiteX157" fmla="*/ 6086225 w 10232859"/>
              <a:gd name="connsiteY157" fmla="*/ 346135 h 1705557"/>
              <a:gd name="connsiteX158" fmla="*/ 6090616 w 10232859"/>
              <a:gd name="connsiteY158" fmla="*/ 348731 h 1705557"/>
              <a:gd name="connsiteX159" fmla="*/ 6098056 w 10232859"/>
              <a:gd name="connsiteY159" fmla="*/ 351249 h 1705557"/>
              <a:gd name="connsiteX160" fmla="*/ 6098391 w 10232859"/>
              <a:gd name="connsiteY160" fmla="*/ 351119 h 1705557"/>
              <a:gd name="connsiteX161" fmla="*/ 6105063 w 10232859"/>
              <a:gd name="connsiteY161" fmla="*/ 353854 h 1705557"/>
              <a:gd name="connsiteX162" fmla="*/ 6135796 w 10232859"/>
              <a:gd name="connsiteY162" fmla="*/ 369657 h 1705557"/>
              <a:gd name="connsiteX163" fmla="*/ 6195166 w 10232859"/>
              <a:gd name="connsiteY163" fmla="*/ 366704 h 1705557"/>
              <a:gd name="connsiteX164" fmla="*/ 6216259 w 10232859"/>
              <a:gd name="connsiteY164" fmla="*/ 369879 h 1705557"/>
              <a:gd name="connsiteX165" fmla="*/ 6228331 w 10232859"/>
              <a:gd name="connsiteY165" fmla="*/ 370548 h 1705557"/>
              <a:gd name="connsiteX166" fmla="*/ 6229602 w 10232859"/>
              <a:gd name="connsiteY166" fmla="*/ 369928 h 1705557"/>
              <a:gd name="connsiteX167" fmla="*/ 6258988 w 10232859"/>
              <a:gd name="connsiteY167" fmla="*/ 385174 h 1705557"/>
              <a:gd name="connsiteX168" fmla="*/ 6264106 w 10232859"/>
              <a:gd name="connsiteY168" fmla="*/ 385655 h 1705557"/>
              <a:gd name="connsiteX169" fmla="*/ 6281703 w 10232859"/>
              <a:gd name="connsiteY169" fmla="*/ 397568 h 1705557"/>
              <a:gd name="connsiteX170" fmla="*/ 6291622 w 10232859"/>
              <a:gd name="connsiteY170" fmla="*/ 402669 h 1705557"/>
              <a:gd name="connsiteX171" fmla="*/ 6292712 w 10232859"/>
              <a:gd name="connsiteY171" fmla="*/ 406285 h 1705557"/>
              <a:gd name="connsiteX172" fmla="*/ 6308227 w 10232859"/>
              <a:gd name="connsiteY172" fmla="*/ 412710 h 1705557"/>
              <a:gd name="connsiteX173" fmla="*/ 6310656 w 10232859"/>
              <a:gd name="connsiteY173" fmla="*/ 412628 h 1705557"/>
              <a:gd name="connsiteX174" fmla="*/ 6321049 w 10232859"/>
              <a:gd name="connsiteY174" fmla="*/ 420978 h 1705557"/>
              <a:gd name="connsiteX175" fmla="*/ 6326853 w 10232859"/>
              <a:gd name="connsiteY175" fmla="*/ 431664 h 1705557"/>
              <a:gd name="connsiteX176" fmla="*/ 6467879 w 10232859"/>
              <a:gd name="connsiteY176" fmla="*/ 474762 h 1705557"/>
              <a:gd name="connsiteX177" fmla="*/ 6564351 w 10232859"/>
              <a:gd name="connsiteY177" fmla="*/ 544032 h 1705557"/>
              <a:gd name="connsiteX178" fmla="*/ 6641544 w 10232859"/>
              <a:gd name="connsiteY178" fmla="*/ 566599 h 1705557"/>
              <a:gd name="connsiteX179" fmla="*/ 6731052 w 10232859"/>
              <a:gd name="connsiteY179" fmla="*/ 578550 h 1705557"/>
              <a:gd name="connsiteX180" fmla="*/ 6858983 w 10232859"/>
              <a:gd name="connsiteY180" fmla="*/ 630237 h 1705557"/>
              <a:gd name="connsiteX181" fmla="*/ 6910661 w 10232859"/>
              <a:gd name="connsiteY181" fmla="*/ 641134 h 1705557"/>
              <a:gd name="connsiteX182" fmla="*/ 6944111 w 10232859"/>
              <a:gd name="connsiteY182" fmla="*/ 666016 h 1705557"/>
              <a:gd name="connsiteX183" fmla="*/ 6965771 w 10232859"/>
              <a:gd name="connsiteY183" fmla="*/ 666445 h 1705557"/>
              <a:gd name="connsiteX184" fmla="*/ 6969639 w 10232859"/>
              <a:gd name="connsiteY184" fmla="*/ 666351 h 1705557"/>
              <a:gd name="connsiteX185" fmla="*/ 6982242 w 10232859"/>
              <a:gd name="connsiteY185" fmla="*/ 669626 h 1705557"/>
              <a:gd name="connsiteX186" fmla="*/ 6989387 w 10232859"/>
              <a:gd name="connsiteY186" fmla="*/ 665988 h 1705557"/>
              <a:gd name="connsiteX187" fmla="*/ 7010930 w 10232859"/>
              <a:gd name="connsiteY187" fmla="*/ 667648 h 1705557"/>
              <a:gd name="connsiteX188" fmla="*/ 7033125 w 10232859"/>
              <a:gd name="connsiteY188" fmla="*/ 674950 h 1705557"/>
              <a:gd name="connsiteX189" fmla="*/ 7134461 w 10232859"/>
              <a:gd name="connsiteY189" fmla="*/ 714706 h 1705557"/>
              <a:gd name="connsiteX190" fmla="*/ 7197450 w 10232859"/>
              <a:gd name="connsiteY190" fmla="*/ 735608 h 1705557"/>
              <a:gd name="connsiteX191" fmla="*/ 7225084 w 10232859"/>
              <a:gd name="connsiteY191" fmla="*/ 739019 h 1705557"/>
              <a:gd name="connsiteX192" fmla="*/ 7261183 w 10232859"/>
              <a:gd name="connsiteY192" fmla="*/ 746827 h 1705557"/>
              <a:gd name="connsiteX193" fmla="*/ 7327760 w 10232859"/>
              <a:gd name="connsiteY193" fmla="*/ 757100 h 1705557"/>
              <a:gd name="connsiteX194" fmla="*/ 7412222 w 10232859"/>
              <a:gd name="connsiteY194" fmla="*/ 777001 h 1705557"/>
              <a:gd name="connsiteX195" fmla="*/ 7457904 w 10232859"/>
              <a:gd name="connsiteY195" fmla="*/ 810835 h 1705557"/>
              <a:gd name="connsiteX196" fmla="*/ 7465795 w 10232859"/>
              <a:gd name="connsiteY196" fmla="*/ 809112 h 1705557"/>
              <a:gd name="connsiteX197" fmla="*/ 7505046 w 10232859"/>
              <a:gd name="connsiteY197" fmla="*/ 823031 h 1705557"/>
              <a:gd name="connsiteX198" fmla="*/ 7623220 w 10232859"/>
              <a:gd name="connsiteY198" fmla="*/ 895034 h 1705557"/>
              <a:gd name="connsiteX199" fmla="*/ 7700458 w 10232859"/>
              <a:gd name="connsiteY199" fmla="*/ 921593 h 1705557"/>
              <a:gd name="connsiteX200" fmla="*/ 7730988 w 10232859"/>
              <a:gd name="connsiteY200" fmla="*/ 927270 h 1705557"/>
              <a:gd name="connsiteX201" fmla="*/ 7781942 w 10232859"/>
              <a:gd name="connsiteY201" fmla="*/ 937017 h 1705557"/>
              <a:gd name="connsiteX202" fmla="*/ 7827704 w 10232859"/>
              <a:gd name="connsiteY202" fmla="*/ 935072 h 1705557"/>
              <a:gd name="connsiteX203" fmla="*/ 7867270 w 10232859"/>
              <a:gd name="connsiteY203" fmla="*/ 946880 h 1705557"/>
              <a:gd name="connsiteX204" fmla="*/ 7866538 w 10232859"/>
              <a:gd name="connsiteY204" fmla="*/ 961559 h 1705557"/>
              <a:gd name="connsiteX205" fmla="*/ 7912084 w 10232859"/>
              <a:gd name="connsiteY205" fmla="*/ 970314 h 1705557"/>
              <a:gd name="connsiteX206" fmla="*/ 7982264 w 10232859"/>
              <a:gd name="connsiteY206" fmla="*/ 982287 h 1705557"/>
              <a:gd name="connsiteX207" fmla="*/ 7991272 w 10232859"/>
              <a:gd name="connsiteY207" fmla="*/ 987618 h 1705557"/>
              <a:gd name="connsiteX208" fmla="*/ 8006496 w 10232859"/>
              <a:gd name="connsiteY208" fmla="*/ 979353 h 1705557"/>
              <a:gd name="connsiteX209" fmla="*/ 8034497 w 10232859"/>
              <a:gd name="connsiteY209" fmla="*/ 978568 h 1705557"/>
              <a:gd name="connsiteX210" fmla="*/ 8150881 w 10232859"/>
              <a:gd name="connsiteY210" fmla="*/ 996925 h 1705557"/>
              <a:gd name="connsiteX211" fmla="*/ 8172106 w 10232859"/>
              <a:gd name="connsiteY211" fmla="*/ 997026 h 1705557"/>
              <a:gd name="connsiteX212" fmla="*/ 8196076 w 10232859"/>
              <a:gd name="connsiteY212" fmla="*/ 1006592 h 1705557"/>
              <a:gd name="connsiteX213" fmla="*/ 8247463 w 10232859"/>
              <a:gd name="connsiteY213" fmla="*/ 1022846 h 1705557"/>
              <a:gd name="connsiteX214" fmla="*/ 8279272 w 10232859"/>
              <a:gd name="connsiteY214" fmla="*/ 1039435 h 1705557"/>
              <a:gd name="connsiteX215" fmla="*/ 8289611 w 10232859"/>
              <a:gd name="connsiteY215" fmla="*/ 1035144 h 1705557"/>
              <a:gd name="connsiteX216" fmla="*/ 8311483 w 10232859"/>
              <a:gd name="connsiteY216" fmla="*/ 1035913 h 1705557"/>
              <a:gd name="connsiteX217" fmla="*/ 8399489 w 10232859"/>
              <a:gd name="connsiteY217" fmla="*/ 1055076 h 1705557"/>
              <a:gd name="connsiteX218" fmla="*/ 8415973 w 10232859"/>
              <a:gd name="connsiteY218" fmla="*/ 1056174 h 1705557"/>
              <a:gd name="connsiteX219" fmla="*/ 8433326 w 10232859"/>
              <a:gd name="connsiteY219" fmla="*/ 1064395 h 1705557"/>
              <a:gd name="connsiteX220" fmla="*/ 8502328 w 10232859"/>
              <a:gd name="connsiteY220" fmla="*/ 1098012 h 1705557"/>
              <a:gd name="connsiteX221" fmla="*/ 8534346 w 10232859"/>
              <a:gd name="connsiteY221" fmla="*/ 1113494 h 1705557"/>
              <a:gd name="connsiteX222" fmla="*/ 8534980 w 10232859"/>
              <a:gd name="connsiteY222" fmla="*/ 1117375 h 1705557"/>
              <a:gd name="connsiteX223" fmla="*/ 8544104 w 10232859"/>
              <a:gd name="connsiteY223" fmla="*/ 1114920 h 1705557"/>
              <a:gd name="connsiteX224" fmla="*/ 8567742 w 10232859"/>
              <a:gd name="connsiteY224" fmla="*/ 1124104 h 1705557"/>
              <a:gd name="connsiteX225" fmla="*/ 8633779 w 10232859"/>
              <a:gd name="connsiteY225" fmla="*/ 1145740 h 1705557"/>
              <a:gd name="connsiteX226" fmla="*/ 8676965 w 10232859"/>
              <a:gd name="connsiteY226" fmla="*/ 1163463 h 1705557"/>
              <a:gd name="connsiteX227" fmla="*/ 8698944 w 10232859"/>
              <a:gd name="connsiteY227" fmla="*/ 1163453 h 1705557"/>
              <a:gd name="connsiteX228" fmla="*/ 8711456 w 10232859"/>
              <a:gd name="connsiteY228" fmla="*/ 1175731 h 1705557"/>
              <a:gd name="connsiteX229" fmla="*/ 8732793 w 10232859"/>
              <a:gd name="connsiteY229" fmla="*/ 1179486 h 1705557"/>
              <a:gd name="connsiteX230" fmla="*/ 8751897 w 10232859"/>
              <a:gd name="connsiteY230" fmla="*/ 1197400 h 1705557"/>
              <a:gd name="connsiteX231" fmla="*/ 8793564 w 10232859"/>
              <a:gd name="connsiteY231" fmla="*/ 1179086 h 1705557"/>
              <a:gd name="connsiteX232" fmla="*/ 8834270 w 10232859"/>
              <a:gd name="connsiteY232" fmla="*/ 1213138 h 1705557"/>
              <a:gd name="connsiteX233" fmla="*/ 8853872 w 10232859"/>
              <a:gd name="connsiteY233" fmla="*/ 1221228 h 1705557"/>
              <a:gd name="connsiteX234" fmla="*/ 8861901 w 10232859"/>
              <a:gd name="connsiteY234" fmla="*/ 1217889 h 1705557"/>
              <a:gd name="connsiteX235" fmla="*/ 8874168 w 10232859"/>
              <a:gd name="connsiteY235" fmla="*/ 1220481 h 1705557"/>
              <a:gd name="connsiteX236" fmla="*/ 8871123 w 10232859"/>
              <a:gd name="connsiteY236" fmla="*/ 1227674 h 1705557"/>
              <a:gd name="connsiteX237" fmla="*/ 8903537 w 10232859"/>
              <a:gd name="connsiteY237" fmla="*/ 1237102 h 1705557"/>
              <a:gd name="connsiteX238" fmla="*/ 8933767 w 10232859"/>
              <a:gd name="connsiteY238" fmla="*/ 1269882 h 1705557"/>
              <a:gd name="connsiteX239" fmla="*/ 8985765 w 10232859"/>
              <a:gd name="connsiteY239" fmla="*/ 1294178 h 1705557"/>
              <a:gd name="connsiteX240" fmla="*/ 9071444 w 10232859"/>
              <a:gd name="connsiteY240" fmla="*/ 1323819 h 1705557"/>
              <a:gd name="connsiteX241" fmla="*/ 9096711 w 10232859"/>
              <a:gd name="connsiteY241" fmla="*/ 1334291 h 1705557"/>
              <a:gd name="connsiteX242" fmla="*/ 9338853 w 10232859"/>
              <a:gd name="connsiteY242" fmla="*/ 1454560 h 1705557"/>
              <a:gd name="connsiteX243" fmla="*/ 9520814 w 10232859"/>
              <a:gd name="connsiteY243" fmla="*/ 1456341 h 1705557"/>
              <a:gd name="connsiteX244" fmla="*/ 9702271 w 10232859"/>
              <a:gd name="connsiteY244" fmla="*/ 1495067 h 1705557"/>
              <a:gd name="connsiteX245" fmla="*/ 9744273 w 10232859"/>
              <a:gd name="connsiteY245" fmla="*/ 1530026 h 1705557"/>
              <a:gd name="connsiteX246" fmla="*/ 9771903 w 10232859"/>
              <a:gd name="connsiteY246" fmla="*/ 1536548 h 1705557"/>
              <a:gd name="connsiteX247" fmla="*/ 9818565 w 10232859"/>
              <a:gd name="connsiteY247" fmla="*/ 1545059 h 1705557"/>
              <a:gd name="connsiteX248" fmla="*/ 9882202 w 10232859"/>
              <a:gd name="connsiteY248" fmla="*/ 1572402 h 1705557"/>
              <a:gd name="connsiteX249" fmla="*/ 10022025 w 10232859"/>
              <a:gd name="connsiteY249" fmla="*/ 1606210 h 1705557"/>
              <a:gd name="connsiteX250" fmla="*/ 10220406 w 10232859"/>
              <a:gd name="connsiteY250" fmla="*/ 1683519 h 1705557"/>
              <a:gd name="connsiteX251" fmla="*/ 10232859 w 10232859"/>
              <a:gd name="connsiteY251" fmla="*/ 1705557 h 1705557"/>
              <a:gd name="connsiteX252" fmla="*/ 0 w 10232859"/>
              <a:gd name="connsiteY252" fmla="*/ 1705557 h 1705557"/>
              <a:gd name="connsiteX253" fmla="*/ 0 w 10232859"/>
              <a:gd name="connsiteY253" fmla="*/ 28342 h 1705557"/>
              <a:gd name="connsiteX254" fmla="*/ 8097 w 10232859"/>
              <a:gd name="connsiteY254" fmla="*/ 30869 h 1705557"/>
              <a:gd name="connsiteX255" fmla="*/ 77128 w 10232859"/>
              <a:gd name="connsiteY255" fmla="*/ 13381 h 1705557"/>
              <a:gd name="connsiteX256" fmla="*/ 188338 w 10232859"/>
              <a:gd name="connsiteY256" fmla="*/ 11593 h 1705557"/>
              <a:gd name="connsiteX257" fmla="*/ 298809 w 10232859"/>
              <a:gd name="connsiteY257" fmla="*/ 12712 h 1705557"/>
              <a:gd name="connsiteX258" fmla="*/ 338985 w 10232859"/>
              <a:gd name="connsiteY258" fmla="*/ 14520 h 1705557"/>
              <a:gd name="connsiteX259" fmla="*/ 409815 w 10232859"/>
              <a:gd name="connsiteY259" fmla="*/ 11559 h 1705557"/>
              <a:gd name="connsiteX260" fmla="*/ 424169 w 10232859"/>
              <a:gd name="connsiteY260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297234 w 10232859"/>
              <a:gd name="connsiteY129" fmla="*/ 380929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34545 w 10232859"/>
              <a:gd name="connsiteY128" fmla="*/ 276572 h 1705557"/>
              <a:gd name="connsiteX129" fmla="*/ 5297234 w 10232859"/>
              <a:gd name="connsiteY129" fmla="*/ 380929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34545 w 10232859"/>
              <a:gd name="connsiteY128" fmla="*/ 276572 h 1705557"/>
              <a:gd name="connsiteX129" fmla="*/ 5377862 w 10232859"/>
              <a:gd name="connsiteY129" fmla="*/ 306543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77862 w 10232859"/>
              <a:gd name="connsiteY129" fmla="*/ 306543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105063 w 10232859"/>
              <a:gd name="connsiteY159" fmla="*/ 353854 h 1705557"/>
              <a:gd name="connsiteX160" fmla="*/ 6135796 w 10232859"/>
              <a:gd name="connsiteY160" fmla="*/ 369657 h 1705557"/>
              <a:gd name="connsiteX161" fmla="*/ 6195166 w 10232859"/>
              <a:gd name="connsiteY161" fmla="*/ 366704 h 1705557"/>
              <a:gd name="connsiteX162" fmla="*/ 6216259 w 10232859"/>
              <a:gd name="connsiteY162" fmla="*/ 369879 h 1705557"/>
              <a:gd name="connsiteX163" fmla="*/ 6228331 w 10232859"/>
              <a:gd name="connsiteY163" fmla="*/ 370548 h 1705557"/>
              <a:gd name="connsiteX164" fmla="*/ 6229602 w 10232859"/>
              <a:gd name="connsiteY164" fmla="*/ 369928 h 1705557"/>
              <a:gd name="connsiteX165" fmla="*/ 6258988 w 10232859"/>
              <a:gd name="connsiteY165" fmla="*/ 385174 h 1705557"/>
              <a:gd name="connsiteX166" fmla="*/ 6264106 w 10232859"/>
              <a:gd name="connsiteY166" fmla="*/ 385655 h 1705557"/>
              <a:gd name="connsiteX167" fmla="*/ 6281703 w 10232859"/>
              <a:gd name="connsiteY167" fmla="*/ 397568 h 1705557"/>
              <a:gd name="connsiteX168" fmla="*/ 6291622 w 10232859"/>
              <a:gd name="connsiteY168" fmla="*/ 402669 h 1705557"/>
              <a:gd name="connsiteX169" fmla="*/ 6292712 w 10232859"/>
              <a:gd name="connsiteY169" fmla="*/ 406285 h 1705557"/>
              <a:gd name="connsiteX170" fmla="*/ 6308227 w 10232859"/>
              <a:gd name="connsiteY170" fmla="*/ 412710 h 1705557"/>
              <a:gd name="connsiteX171" fmla="*/ 6310656 w 10232859"/>
              <a:gd name="connsiteY171" fmla="*/ 412628 h 1705557"/>
              <a:gd name="connsiteX172" fmla="*/ 6321049 w 10232859"/>
              <a:gd name="connsiteY172" fmla="*/ 420978 h 1705557"/>
              <a:gd name="connsiteX173" fmla="*/ 6326853 w 10232859"/>
              <a:gd name="connsiteY173" fmla="*/ 431664 h 1705557"/>
              <a:gd name="connsiteX174" fmla="*/ 6467879 w 10232859"/>
              <a:gd name="connsiteY174" fmla="*/ 474762 h 1705557"/>
              <a:gd name="connsiteX175" fmla="*/ 6564351 w 10232859"/>
              <a:gd name="connsiteY175" fmla="*/ 544032 h 1705557"/>
              <a:gd name="connsiteX176" fmla="*/ 6641544 w 10232859"/>
              <a:gd name="connsiteY176" fmla="*/ 566599 h 1705557"/>
              <a:gd name="connsiteX177" fmla="*/ 6731052 w 10232859"/>
              <a:gd name="connsiteY177" fmla="*/ 578550 h 1705557"/>
              <a:gd name="connsiteX178" fmla="*/ 6858983 w 10232859"/>
              <a:gd name="connsiteY178" fmla="*/ 630237 h 1705557"/>
              <a:gd name="connsiteX179" fmla="*/ 6910661 w 10232859"/>
              <a:gd name="connsiteY179" fmla="*/ 641134 h 1705557"/>
              <a:gd name="connsiteX180" fmla="*/ 6944111 w 10232859"/>
              <a:gd name="connsiteY180" fmla="*/ 666016 h 1705557"/>
              <a:gd name="connsiteX181" fmla="*/ 6965771 w 10232859"/>
              <a:gd name="connsiteY181" fmla="*/ 666445 h 1705557"/>
              <a:gd name="connsiteX182" fmla="*/ 6969639 w 10232859"/>
              <a:gd name="connsiteY182" fmla="*/ 666351 h 1705557"/>
              <a:gd name="connsiteX183" fmla="*/ 6982242 w 10232859"/>
              <a:gd name="connsiteY183" fmla="*/ 669626 h 1705557"/>
              <a:gd name="connsiteX184" fmla="*/ 6989387 w 10232859"/>
              <a:gd name="connsiteY184" fmla="*/ 665988 h 1705557"/>
              <a:gd name="connsiteX185" fmla="*/ 7010930 w 10232859"/>
              <a:gd name="connsiteY185" fmla="*/ 667648 h 1705557"/>
              <a:gd name="connsiteX186" fmla="*/ 7033125 w 10232859"/>
              <a:gd name="connsiteY186" fmla="*/ 674950 h 1705557"/>
              <a:gd name="connsiteX187" fmla="*/ 7134461 w 10232859"/>
              <a:gd name="connsiteY187" fmla="*/ 714706 h 1705557"/>
              <a:gd name="connsiteX188" fmla="*/ 7197450 w 10232859"/>
              <a:gd name="connsiteY188" fmla="*/ 735608 h 1705557"/>
              <a:gd name="connsiteX189" fmla="*/ 7225084 w 10232859"/>
              <a:gd name="connsiteY189" fmla="*/ 739019 h 1705557"/>
              <a:gd name="connsiteX190" fmla="*/ 7261183 w 10232859"/>
              <a:gd name="connsiteY190" fmla="*/ 746827 h 1705557"/>
              <a:gd name="connsiteX191" fmla="*/ 7327760 w 10232859"/>
              <a:gd name="connsiteY191" fmla="*/ 757100 h 1705557"/>
              <a:gd name="connsiteX192" fmla="*/ 7412222 w 10232859"/>
              <a:gd name="connsiteY192" fmla="*/ 777001 h 1705557"/>
              <a:gd name="connsiteX193" fmla="*/ 7457904 w 10232859"/>
              <a:gd name="connsiteY193" fmla="*/ 810835 h 1705557"/>
              <a:gd name="connsiteX194" fmla="*/ 7465795 w 10232859"/>
              <a:gd name="connsiteY194" fmla="*/ 809112 h 1705557"/>
              <a:gd name="connsiteX195" fmla="*/ 7505046 w 10232859"/>
              <a:gd name="connsiteY195" fmla="*/ 823031 h 1705557"/>
              <a:gd name="connsiteX196" fmla="*/ 7623220 w 10232859"/>
              <a:gd name="connsiteY196" fmla="*/ 895034 h 1705557"/>
              <a:gd name="connsiteX197" fmla="*/ 7700458 w 10232859"/>
              <a:gd name="connsiteY197" fmla="*/ 921593 h 1705557"/>
              <a:gd name="connsiteX198" fmla="*/ 7730988 w 10232859"/>
              <a:gd name="connsiteY198" fmla="*/ 927270 h 1705557"/>
              <a:gd name="connsiteX199" fmla="*/ 7781942 w 10232859"/>
              <a:gd name="connsiteY199" fmla="*/ 937017 h 1705557"/>
              <a:gd name="connsiteX200" fmla="*/ 7827704 w 10232859"/>
              <a:gd name="connsiteY200" fmla="*/ 935072 h 1705557"/>
              <a:gd name="connsiteX201" fmla="*/ 7867270 w 10232859"/>
              <a:gd name="connsiteY201" fmla="*/ 946880 h 1705557"/>
              <a:gd name="connsiteX202" fmla="*/ 7866538 w 10232859"/>
              <a:gd name="connsiteY202" fmla="*/ 961559 h 1705557"/>
              <a:gd name="connsiteX203" fmla="*/ 7912084 w 10232859"/>
              <a:gd name="connsiteY203" fmla="*/ 970314 h 1705557"/>
              <a:gd name="connsiteX204" fmla="*/ 7982264 w 10232859"/>
              <a:gd name="connsiteY204" fmla="*/ 982287 h 1705557"/>
              <a:gd name="connsiteX205" fmla="*/ 7991272 w 10232859"/>
              <a:gd name="connsiteY205" fmla="*/ 987618 h 1705557"/>
              <a:gd name="connsiteX206" fmla="*/ 8006496 w 10232859"/>
              <a:gd name="connsiteY206" fmla="*/ 979353 h 1705557"/>
              <a:gd name="connsiteX207" fmla="*/ 8034497 w 10232859"/>
              <a:gd name="connsiteY207" fmla="*/ 978568 h 1705557"/>
              <a:gd name="connsiteX208" fmla="*/ 8150881 w 10232859"/>
              <a:gd name="connsiteY208" fmla="*/ 996925 h 1705557"/>
              <a:gd name="connsiteX209" fmla="*/ 8172106 w 10232859"/>
              <a:gd name="connsiteY209" fmla="*/ 997026 h 1705557"/>
              <a:gd name="connsiteX210" fmla="*/ 8196076 w 10232859"/>
              <a:gd name="connsiteY210" fmla="*/ 1006592 h 1705557"/>
              <a:gd name="connsiteX211" fmla="*/ 8247463 w 10232859"/>
              <a:gd name="connsiteY211" fmla="*/ 1022846 h 1705557"/>
              <a:gd name="connsiteX212" fmla="*/ 8279272 w 10232859"/>
              <a:gd name="connsiteY212" fmla="*/ 1039435 h 1705557"/>
              <a:gd name="connsiteX213" fmla="*/ 8289611 w 10232859"/>
              <a:gd name="connsiteY213" fmla="*/ 1035144 h 1705557"/>
              <a:gd name="connsiteX214" fmla="*/ 8311483 w 10232859"/>
              <a:gd name="connsiteY214" fmla="*/ 1035913 h 1705557"/>
              <a:gd name="connsiteX215" fmla="*/ 8399489 w 10232859"/>
              <a:gd name="connsiteY215" fmla="*/ 1055076 h 1705557"/>
              <a:gd name="connsiteX216" fmla="*/ 8415973 w 10232859"/>
              <a:gd name="connsiteY216" fmla="*/ 1056174 h 1705557"/>
              <a:gd name="connsiteX217" fmla="*/ 8433326 w 10232859"/>
              <a:gd name="connsiteY217" fmla="*/ 1064395 h 1705557"/>
              <a:gd name="connsiteX218" fmla="*/ 8502328 w 10232859"/>
              <a:gd name="connsiteY218" fmla="*/ 1098012 h 1705557"/>
              <a:gd name="connsiteX219" fmla="*/ 8534346 w 10232859"/>
              <a:gd name="connsiteY219" fmla="*/ 1113494 h 1705557"/>
              <a:gd name="connsiteX220" fmla="*/ 8534980 w 10232859"/>
              <a:gd name="connsiteY220" fmla="*/ 1117375 h 1705557"/>
              <a:gd name="connsiteX221" fmla="*/ 8544104 w 10232859"/>
              <a:gd name="connsiteY221" fmla="*/ 1114920 h 1705557"/>
              <a:gd name="connsiteX222" fmla="*/ 8567742 w 10232859"/>
              <a:gd name="connsiteY222" fmla="*/ 1124104 h 1705557"/>
              <a:gd name="connsiteX223" fmla="*/ 8633779 w 10232859"/>
              <a:gd name="connsiteY223" fmla="*/ 1145740 h 1705557"/>
              <a:gd name="connsiteX224" fmla="*/ 8676965 w 10232859"/>
              <a:gd name="connsiteY224" fmla="*/ 1163463 h 1705557"/>
              <a:gd name="connsiteX225" fmla="*/ 8698944 w 10232859"/>
              <a:gd name="connsiteY225" fmla="*/ 1163453 h 1705557"/>
              <a:gd name="connsiteX226" fmla="*/ 8711456 w 10232859"/>
              <a:gd name="connsiteY226" fmla="*/ 1175731 h 1705557"/>
              <a:gd name="connsiteX227" fmla="*/ 8732793 w 10232859"/>
              <a:gd name="connsiteY227" fmla="*/ 1179486 h 1705557"/>
              <a:gd name="connsiteX228" fmla="*/ 8751897 w 10232859"/>
              <a:gd name="connsiteY228" fmla="*/ 1197400 h 1705557"/>
              <a:gd name="connsiteX229" fmla="*/ 8793564 w 10232859"/>
              <a:gd name="connsiteY229" fmla="*/ 1179086 h 1705557"/>
              <a:gd name="connsiteX230" fmla="*/ 8834270 w 10232859"/>
              <a:gd name="connsiteY230" fmla="*/ 1213138 h 1705557"/>
              <a:gd name="connsiteX231" fmla="*/ 8853872 w 10232859"/>
              <a:gd name="connsiteY231" fmla="*/ 1221228 h 1705557"/>
              <a:gd name="connsiteX232" fmla="*/ 8861901 w 10232859"/>
              <a:gd name="connsiteY232" fmla="*/ 1217889 h 1705557"/>
              <a:gd name="connsiteX233" fmla="*/ 8874168 w 10232859"/>
              <a:gd name="connsiteY233" fmla="*/ 1220481 h 1705557"/>
              <a:gd name="connsiteX234" fmla="*/ 8871123 w 10232859"/>
              <a:gd name="connsiteY234" fmla="*/ 1227674 h 1705557"/>
              <a:gd name="connsiteX235" fmla="*/ 8903537 w 10232859"/>
              <a:gd name="connsiteY235" fmla="*/ 1237102 h 1705557"/>
              <a:gd name="connsiteX236" fmla="*/ 8933767 w 10232859"/>
              <a:gd name="connsiteY236" fmla="*/ 1269882 h 1705557"/>
              <a:gd name="connsiteX237" fmla="*/ 8985765 w 10232859"/>
              <a:gd name="connsiteY237" fmla="*/ 1294178 h 1705557"/>
              <a:gd name="connsiteX238" fmla="*/ 9071444 w 10232859"/>
              <a:gd name="connsiteY238" fmla="*/ 1323819 h 1705557"/>
              <a:gd name="connsiteX239" fmla="*/ 9096711 w 10232859"/>
              <a:gd name="connsiteY239" fmla="*/ 1334291 h 1705557"/>
              <a:gd name="connsiteX240" fmla="*/ 9338853 w 10232859"/>
              <a:gd name="connsiteY240" fmla="*/ 1454560 h 1705557"/>
              <a:gd name="connsiteX241" fmla="*/ 9520814 w 10232859"/>
              <a:gd name="connsiteY241" fmla="*/ 1456341 h 1705557"/>
              <a:gd name="connsiteX242" fmla="*/ 9702271 w 10232859"/>
              <a:gd name="connsiteY242" fmla="*/ 1495067 h 1705557"/>
              <a:gd name="connsiteX243" fmla="*/ 9744273 w 10232859"/>
              <a:gd name="connsiteY243" fmla="*/ 1530026 h 1705557"/>
              <a:gd name="connsiteX244" fmla="*/ 9771903 w 10232859"/>
              <a:gd name="connsiteY244" fmla="*/ 1536548 h 1705557"/>
              <a:gd name="connsiteX245" fmla="*/ 9818565 w 10232859"/>
              <a:gd name="connsiteY245" fmla="*/ 1545059 h 1705557"/>
              <a:gd name="connsiteX246" fmla="*/ 9882202 w 10232859"/>
              <a:gd name="connsiteY246" fmla="*/ 1572402 h 1705557"/>
              <a:gd name="connsiteX247" fmla="*/ 10022025 w 10232859"/>
              <a:gd name="connsiteY247" fmla="*/ 1606210 h 1705557"/>
              <a:gd name="connsiteX248" fmla="*/ 10220406 w 10232859"/>
              <a:gd name="connsiteY248" fmla="*/ 1683519 h 1705557"/>
              <a:gd name="connsiteX249" fmla="*/ 10232859 w 10232859"/>
              <a:gd name="connsiteY249" fmla="*/ 1705557 h 1705557"/>
              <a:gd name="connsiteX250" fmla="*/ 0 w 10232859"/>
              <a:gd name="connsiteY250" fmla="*/ 1705557 h 1705557"/>
              <a:gd name="connsiteX251" fmla="*/ 0 w 10232859"/>
              <a:gd name="connsiteY251" fmla="*/ 28342 h 1705557"/>
              <a:gd name="connsiteX252" fmla="*/ 8097 w 10232859"/>
              <a:gd name="connsiteY252" fmla="*/ 30869 h 1705557"/>
              <a:gd name="connsiteX253" fmla="*/ 77128 w 10232859"/>
              <a:gd name="connsiteY253" fmla="*/ 13381 h 1705557"/>
              <a:gd name="connsiteX254" fmla="*/ 188338 w 10232859"/>
              <a:gd name="connsiteY254" fmla="*/ 11593 h 1705557"/>
              <a:gd name="connsiteX255" fmla="*/ 298809 w 10232859"/>
              <a:gd name="connsiteY255" fmla="*/ 12712 h 1705557"/>
              <a:gd name="connsiteX256" fmla="*/ 338985 w 10232859"/>
              <a:gd name="connsiteY256" fmla="*/ 14520 h 1705557"/>
              <a:gd name="connsiteX257" fmla="*/ 409815 w 10232859"/>
              <a:gd name="connsiteY257" fmla="*/ 11559 h 1705557"/>
              <a:gd name="connsiteX258" fmla="*/ 424169 w 10232859"/>
              <a:gd name="connsiteY258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105063 w 10232859"/>
              <a:gd name="connsiteY158" fmla="*/ 353854 h 1705557"/>
              <a:gd name="connsiteX159" fmla="*/ 6135796 w 10232859"/>
              <a:gd name="connsiteY159" fmla="*/ 369657 h 1705557"/>
              <a:gd name="connsiteX160" fmla="*/ 6195166 w 10232859"/>
              <a:gd name="connsiteY160" fmla="*/ 366704 h 1705557"/>
              <a:gd name="connsiteX161" fmla="*/ 6216259 w 10232859"/>
              <a:gd name="connsiteY161" fmla="*/ 369879 h 1705557"/>
              <a:gd name="connsiteX162" fmla="*/ 6228331 w 10232859"/>
              <a:gd name="connsiteY162" fmla="*/ 370548 h 1705557"/>
              <a:gd name="connsiteX163" fmla="*/ 6229602 w 10232859"/>
              <a:gd name="connsiteY163" fmla="*/ 369928 h 1705557"/>
              <a:gd name="connsiteX164" fmla="*/ 6258988 w 10232859"/>
              <a:gd name="connsiteY164" fmla="*/ 385174 h 1705557"/>
              <a:gd name="connsiteX165" fmla="*/ 6264106 w 10232859"/>
              <a:gd name="connsiteY165" fmla="*/ 385655 h 1705557"/>
              <a:gd name="connsiteX166" fmla="*/ 6281703 w 10232859"/>
              <a:gd name="connsiteY166" fmla="*/ 397568 h 1705557"/>
              <a:gd name="connsiteX167" fmla="*/ 6291622 w 10232859"/>
              <a:gd name="connsiteY167" fmla="*/ 402669 h 1705557"/>
              <a:gd name="connsiteX168" fmla="*/ 6292712 w 10232859"/>
              <a:gd name="connsiteY168" fmla="*/ 406285 h 1705557"/>
              <a:gd name="connsiteX169" fmla="*/ 6308227 w 10232859"/>
              <a:gd name="connsiteY169" fmla="*/ 412710 h 1705557"/>
              <a:gd name="connsiteX170" fmla="*/ 6310656 w 10232859"/>
              <a:gd name="connsiteY170" fmla="*/ 412628 h 1705557"/>
              <a:gd name="connsiteX171" fmla="*/ 6321049 w 10232859"/>
              <a:gd name="connsiteY171" fmla="*/ 420978 h 1705557"/>
              <a:gd name="connsiteX172" fmla="*/ 6326853 w 10232859"/>
              <a:gd name="connsiteY172" fmla="*/ 431664 h 1705557"/>
              <a:gd name="connsiteX173" fmla="*/ 6467879 w 10232859"/>
              <a:gd name="connsiteY173" fmla="*/ 474762 h 1705557"/>
              <a:gd name="connsiteX174" fmla="*/ 6564351 w 10232859"/>
              <a:gd name="connsiteY174" fmla="*/ 544032 h 1705557"/>
              <a:gd name="connsiteX175" fmla="*/ 6641544 w 10232859"/>
              <a:gd name="connsiteY175" fmla="*/ 566599 h 1705557"/>
              <a:gd name="connsiteX176" fmla="*/ 6731052 w 10232859"/>
              <a:gd name="connsiteY176" fmla="*/ 578550 h 1705557"/>
              <a:gd name="connsiteX177" fmla="*/ 6858983 w 10232859"/>
              <a:gd name="connsiteY177" fmla="*/ 630237 h 1705557"/>
              <a:gd name="connsiteX178" fmla="*/ 6910661 w 10232859"/>
              <a:gd name="connsiteY178" fmla="*/ 641134 h 1705557"/>
              <a:gd name="connsiteX179" fmla="*/ 6944111 w 10232859"/>
              <a:gd name="connsiteY179" fmla="*/ 666016 h 1705557"/>
              <a:gd name="connsiteX180" fmla="*/ 6965771 w 10232859"/>
              <a:gd name="connsiteY180" fmla="*/ 666445 h 1705557"/>
              <a:gd name="connsiteX181" fmla="*/ 6969639 w 10232859"/>
              <a:gd name="connsiteY181" fmla="*/ 666351 h 1705557"/>
              <a:gd name="connsiteX182" fmla="*/ 6982242 w 10232859"/>
              <a:gd name="connsiteY182" fmla="*/ 669626 h 1705557"/>
              <a:gd name="connsiteX183" fmla="*/ 6989387 w 10232859"/>
              <a:gd name="connsiteY183" fmla="*/ 665988 h 1705557"/>
              <a:gd name="connsiteX184" fmla="*/ 7010930 w 10232859"/>
              <a:gd name="connsiteY184" fmla="*/ 667648 h 1705557"/>
              <a:gd name="connsiteX185" fmla="*/ 7033125 w 10232859"/>
              <a:gd name="connsiteY185" fmla="*/ 674950 h 1705557"/>
              <a:gd name="connsiteX186" fmla="*/ 7134461 w 10232859"/>
              <a:gd name="connsiteY186" fmla="*/ 714706 h 1705557"/>
              <a:gd name="connsiteX187" fmla="*/ 7197450 w 10232859"/>
              <a:gd name="connsiteY187" fmla="*/ 735608 h 1705557"/>
              <a:gd name="connsiteX188" fmla="*/ 7225084 w 10232859"/>
              <a:gd name="connsiteY188" fmla="*/ 739019 h 1705557"/>
              <a:gd name="connsiteX189" fmla="*/ 7261183 w 10232859"/>
              <a:gd name="connsiteY189" fmla="*/ 746827 h 1705557"/>
              <a:gd name="connsiteX190" fmla="*/ 7327760 w 10232859"/>
              <a:gd name="connsiteY190" fmla="*/ 757100 h 1705557"/>
              <a:gd name="connsiteX191" fmla="*/ 7412222 w 10232859"/>
              <a:gd name="connsiteY191" fmla="*/ 777001 h 1705557"/>
              <a:gd name="connsiteX192" fmla="*/ 7457904 w 10232859"/>
              <a:gd name="connsiteY192" fmla="*/ 810835 h 1705557"/>
              <a:gd name="connsiteX193" fmla="*/ 7465795 w 10232859"/>
              <a:gd name="connsiteY193" fmla="*/ 809112 h 1705557"/>
              <a:gd name="connsiteX194" fmla="*/ 7505046 w 10232859"/>
              <a:gd name="connsiteY194" fmla="*/ 823031 h 1705557"/>
              <a:gd name="connsiteX195" fmla="*/ 7623220 w 10232859"/>
              <a:gd name="connsiteY195" fmla="*/ 895034 h 1705557"/>
              <a:gd name="connsiteX196" fmla="*/ 7700458 w 10232859"/>
              <a:gd name="connsiteY196" fmla="*/ 921593 h 1705557"/>
              <a:gd name="connsiteX197" fmla="*/ 7730988 w 10232859"/>
              <a:gd name="connsiteY197" fmla="*/ 927270 h 1705557"/>
              <a:gd name="connsiteX198" fmla="*/ 7781942 w 10232859"/>
              <a:gd name="connsiteY198" fmla="*/ 937017 h 1705557"/>
              <a:gd name="connsiteX199" fmla="*/ 7827704 w 10232859"/>
              <a:gd name="connsiteY199" fmla="*/ 935072 h 1705557"/>
              <a:gd name="connsiteX200" fmla="*/ 7867270 w 10232859"/>
              <a:gd name="connsiteY200" fmla="*/ 946880 h 1705557"/>
              <a:gd name="connsiteX201" fmla="*/ 7866538 w 10232859"/>
              <a:gd name="connsiteY201" fmla="*/ 961559 h 1705557"/>
              <a:gd name="connsiteX202" fmla="*/ 7912084 w 10232859"/>
              <a:gd name="connsiteY202" fmla="*/ 970314 h 1705557"/>
              <a:gd name="connsiteX203" fmla="*/ 7982264 w 10232859"/>
              <a:gd name="connsiteY203" fmla="*/ 982287 h 1705557"/>
              <a:gd name="connsiteX204" fmla="*/ 7991272 w 10232859"/>
              <a:gd name="connsiteY204" fmla="*/ 987618 h 1705557"/>
              <a:gd name="connsiteX205" fmla="*/ 8006496 w 10232859"/>
              <a:gd name="connsiteY205" fmla="*/ 979353 h 1705557"/>
              <a:gd name="connsiteX206" fmla="*/ 8034497 w 10232859"/>
              <a:gd name="connsiteY206" fmla="*/ 978568 h 1705557"/>
              <a:gd name="connsiteX207" fmla="*/ 8150881 w 10232859"/>
              <a:gd name="connsiteY207" fmla="*/ 996925 h 1705557"/>
              <a:gd name="connsiteX208" fmla="*/ 8172106 w 10232859"/>
              <a:gd name="connsiteY208" fmla="*/ 997026 h 1705557"/>
              <a:gd name="connsiteX209" fmla="*/ 8196076 w 10232859"/>
              <a:gd name="connsiteY209" fmla="*/ 1006592 h 1705557"/>
              <a:gd name="connsiteX210" fmla="*/ 8247463 w 10232859"/>
              <a:gd name="connsiteY210" fmla="*/ 1022846 h 1705557"/>
              <a:gd name="connsiteX211" fmla="*/ 8279272 w 10232859"/>
              <a:gd name="connsiteY211" fmla="*/ 1039435 h 1705557"/>
              <a:gd name="connsiteX212" fmla="*/ 8289611 w 10232859"/>
              <a:gd name="connsiteY212" fmla="*/ 1035144 h 1705557"/>
              <a:gd name="connsiteX213" fmla="*/ 8311483 w 10232859"/>
              <a:gd name="connsiteY213" fmla="*/ 1035913 h 1705557"/>
              <a:gd name="connsiteX214" fmla="*/ 8399489 w 10232859"/>
              <a:gd name="connsiteY214" fmla="*/ 1055076 h 1705557"/>
              <a:gd name="connsiteX215" fmla="*/ 8415973 w 10232859"/>
              <a:gd name="connsiteY215" fmla="*/ 1056174 h 1705557"/>
              <a:gd name="connsiteX216" fmla="*/ 8433326 w 10232859"/>
              <a:gd name="connsiteY216" fmla="*/ 1064395 h 1705557"/>
              <a:gd name="connsiteX217" fmla="*/ 8502328 w 10232859"/>
              <a:gd name="connsiteY217" fmla="*/ 1098012 h 1705557"/>
              <a:gd name="connsiteX218" fmla="*/ 8534346 w 10232859"/>
              <a:gd name="connsiteY218" fmla="*/ 1113494 h 1705557"/>
              <a:gd name="connsiteX219" fmla="*/ 8534980 w 10232859"/>
              <a:gd name="connsiteY219" fmla="*/ 1117375 h 1705557"/>
              <a:gd name="connsiteX220" fmla="*/ 8544104 w 10232859"/>
              <a:gd name="connsiteY220" fmla="*/ 1114920 h 1705557"/>
              <a:gd name="connsiteX221" fmla="*/ 8567742 w 10232859"/>
              <a:gd name="connsiteY221" fmla="*/ 1124104 h 1705557"/>
              <a:gd name="connsiteX222" fmla="*/ 8633779 w 10232859"/>
              <a:gd name="connsiteY222" fmla="*/ 1145740 h 1705557"/>
              <a:gd name="connsiteX223" fmla="*/ 8676965 w 10232859"/>
              <a:gd name="connsiteY223" fmla="*/ 1163463 h 1705557"/>
              <a:gd name="connsiteX224" fmla="*/ 8698944 w 10232859"/>
              <a:gd name="connsiteY224" fmla="*/ 1163453 h 1705557"/>
              <a:gd name="connsiteX225" fmla="*/ 8711456 w 10232859"/>
              <a:gd name="connsiteY225" fmla="*/ 1175731 h 1705557"/>
              <a:gd name="connsiteX226" fmla="*/ 8732793 w 10232859"/>
              <a:gd name="connsiteY226" fmla="*/ 1179486 h 1705557"/>
              <a:gd name="connsiteX227" fmla="*/ 8751897 w 10232859"/>
              <a:gd name="connsiteY227" fmla="*/ 1197400 h 1705557"/>
              <a:gd name="connsiteX228" fmla="*/ 8793564 w 10232859"/>
              <a:gd name="connsiteY228" fmla="*/ 1179086 h 1705557"/>
              <a:gd name="connsiteX229" fmla="*/ 8834270 w 10232859"/>
              <a:gd name="connsiteY229" fmla="*/ 1213138 h 1705557"/>
              <a:gd name="connsiteX230" fmla="*/ 8853872 w 10232859"/>
              <a:gd name="connsiteY230" fmla="*/ 1221228 h 1705557"/>
              <a:gd name="connsiteX231" fmla="*/ 8861901 w 10232859"/>
              <a:gd name="connsiteY231" fmla="*/ 1217889 h 1705557"/>
              <a:gd name="connsiteX232" fmla="*/ 8874168 w 10232859"/>
              <a:gd name="connsiteY232" fmla="*/ 1220481 h 1705557"/>
              <a:gd name="connsiteX233" fmla="*/ 8871123 w 10232859"/>
              <a:gd name="connsiteY233" fmla="*/ 1227674 h 1705557"/>
              <a:gd name="connsiteX234" fmla="*/ 8903537 w 10232859"/>
              <a:gd name="connsiteY234" fmla="*/ 1237102 h 1705557"/>
              <a:gd name="connsiteX235" fmla="*/ 8933767 w 10232859"/>
              <a:gd name="connsiteY235" fmla="*/ 1269882 h 1705557"/>
              <a:gd name="connsiteX236" fmla="*/ 8985765 w 10232859"/>
              <a:gd name="connsiteY236" fmla="*/ 1294178 h 1705557"/>
              <a:gd name="connsiteX237" fmla="*/ 9071444 w 10232859"/>
              <a:gd name="connsiteY237" fmla="*/ 1323819 h 1705557"/>
              <a:gd name="connsiteX238" fmla="*/ 9096711 w 10232859"/>
              <a:gd name="connsiteY238" fmla="*/ 1334291 h 1705557"/>
              <a:gd name="connsiteX239" fmla="*/ 9338853 w 10232859"/>
              <a:gd name="connsiteY239" fmla="*/ 1454560 h 1705557"/>
              <a:gd name="connsiteX240" fmla="*/ 9520814 w 10232859"/>
              <a:gd name="connsiteY240" fmla="*/ 1456341 h 1705557"/>
              <a:gd name="connsiteX241" fmla="*/ 9702271 w 10232859"/>
              <a:gd name="connsiteY241" fmla="*/ 1495067 h 1705557"/>
              <a:gd name="connsiteX242" fmla="*/ 9744273 w 10232859"/>
              <a:gd name="connsiteY242" fmla="*/ 1530026 h 1705557"/>
              <a:gd name="connsiteX243" fmla="*/ 9771903 w 10232859"/>
              <a:gd name="connsiteY243" fmla="*/ 1536548 h 1705557"/>
              <a:gd name="connsiteX244" fmla="*/ 9818565 w 10232859"/>
              <a:gd name="connsiteY244" fmla="*/ 1545059 h 1705557"/>
              <a:gd name="connsiteX245" fmla="*/ 9882202 w 10232859"/>
              <a:gd name="connsiteY245" fmla="*/ 1572402 h 1705557"/>
              <a:gd name="connsiteX246" fmla="*/ 10022025 w 10232859"/>
              <a:gd name="connsiteY246" fmla="*/ 1606210 h 1705557"/>
              <a:gd name="connsiteX247" fmla="*/ 10220406 w 10232859"/>
              <a:gd name="connsiteY247" fmla="*/ 1683519 h 1705557"/>
              <a:gd name="connsiteX248" fmla="*/ 10232859 w 10232859"/>
              <a:gd name="connsiteY248" fmla="*/ 1705557 h 1705557"/>
              <a:gd name="connsiteX249" fmla="*/ 0 w 10232859"/>
              <a:gd name="connsiteY249" fmla="*/ 1705557 h 1705557"/>
              <a:gd name="connsiteX250" fmla="*/ 0 w 10232859"/>
              <a:gd name="connsiteY250" fmla="*/ 28342 h 1705557"/>
              <a:gd name="connsiteX251" fmla="*/ 8097 w 10232859"/>
              <a:gd name="connsiteY251" fmla="*/ 30869 h 1705557"/>
              <a:gd name="connsiteX252" fmla="*/ 77128 w 10232859"/>
              <a:gd name="connsiteY252" fmla="*/ 13381 h 1705557"/>
              <a:gd name="connsiteX253" fmla="*/ 188338 w 10232859"/>
              <a:gd name="connsiteY253" fmla="*/ 11593 h 1705557"/>
              <a:gd name="connsiteX254" fmla="*/ 298809 w 10232859"/>
              <a:gd name="connsiteY254" fmla="*/ 12712 h 1705557"/>
              <a:gd name="connsiteX255" fmla="*/ 338985 w 10232859"/>
              <a:gd name="connsiteY255" fmla="*/ 14520 h 1705557"/>
              <a:gd name="connsiteX256" fmla="*/ 409815 w 10232859"/>
              <a:gd name="connsiteY256" fmla="*/ 11559 h 1705557"/>
              <a:gd name="connsiteX257" fmla="*/ 424169 w 10232859"/>
              <a:gd name="connsiteY257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21049 w 10232859"/>
              <a:gd name="connsiteY170" fmla="*/ 420978 h 1705557"/>
              <a:gd name="connsiteX171" fmla="*/ 6326853 w 10232859"/>
              <a:gd name="connsiteY171" fmla="*/ 43166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21049 w 10232859"/>
              <a:gd name="connsiteY170" fmla="*/ 420978 h 1705557"/>
              <a:gd name="connsiteX171" fmla="*/ 6326853 w 10232859"/>
              <a:gd name="connsiteY171" fmla="*/ 43166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21049 w 10232859"/>
              <a:gd name="connsiteY170" fmla="*/ 420978 h 1705557"/>
              <a:gd name="connsiteX171" fmla="*/ 6385492 w 10232859"/>
              <a:gd name="connsiteY171" fmla="*/ 428283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68693 w 10232859"/>
              <a:gd name="connsiteY170" fmla="*/ 424359 h 1705557"/>
              <a:gd name="connsiteX171" fmla="*/ 6385492 w 10232859"/>
              <a:gd name="connsiteY171" fmla="*/ 428283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76686 w 10232859"/>
              <a:gd name="connsiteY80" fmla="*/ 218526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76686 w 10232859"/>
              <a:gd name="connsiteY80" fmla="*/ 218526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5541 w 10232859"/>
              <a:gd name="connsiteY82" fmla="*/ 143437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254203 w 10232859"/>
              <a:gd name="connsiteY78" fmla="*/ 158270 h 1705557"/>
              <a:gd name="connsiteX79" fmla="*/ 3380350 w 10232859"/>
              <a:gd name="connsiteY79" fmla="*/ 157665 h 1705557"/>
              <a:gd name="connsiteX80" fmla="*/ 3476147 w 10232859"/>
              <a:gd name="connsiteY80" fmla="*/ 177439 h 1705557"/>
              <a:gd name="connsiteX81" fmla="*/ 3581876 w 10232859"/>
              <a:gd name="connsiteY81" fmla="*/ 156962 h 1705557"/>
              <a:gd name="connsiteX82" fmla="*/ 3704761 w 10232859"/>
              <a:gd name="connsiteY82" fmla="*/ 157006 h 1705557"/>
              <a:gd name="connsiteX83" fmla="*/ 3755040 w 10232859"/>
              <a:gd name="connsiteY83" fmla="*/ 148492 h 1705557"/>
              <a:gd name="connsiteX84" fmla="*/ 3804689 w 10232859"/>
              <a:gd name="connsiteY84" fmla="*/ 158407 h 1705557"/>
              <a:gd name="connsiteX85" fmla="*/ 3821793 w 10232859"/>
              <a:gd name="connsiteY85" fmla="*/ 151257 h 1705557"/>
              <a:gd name="connsiteX86" fmla="*/ 3824682 w 10232859"/>
              <a:gd name="connsiteY86" fmla="*/ 149833 h 1705557"/>
              <a:gd name="connsiteX87" fmla="*/ 3837536 w 10232859"/>
              <a:gd name="connsiteY87" fmla="*/ 148292 h 1705557"/>
              <a:gd name="connsiteX88" fmla="*/ 3839550 w 10232859"/>
              <a:gd name="connsiteY88" fmla="*/ 142661 h 1705557"/>
              <a:gd name="connsiteX89" fmla="*/ 3857743 w 10232859"/>
              <a:gd name="connsiteY89" fmla="*/ 136618 h 1705557"/>
              <a:gd name="connsiteX90" fmla="*/ 3881852 w 10232859"/>
              <a:gd name="connsiteY90" fmla="*/ 135231 h 1705557"/>
              <a:gd name="connsiteX91" fmla="*/ 3998088 w 10232859"/>
              <a:gd name="connsiteY91" fmla="*/ 134446 h 1705557"/>
              <a:gd name="connsiteX92" fmla="*/ 4066682 w 10232859"/>
              <a:gd name="connsiteY92" fmla="*/ 130661 h 1705557"/>
              <a:gd name="connsiteX93" fmla="*/ 4091246 w 10232859"/>
              <a:gd name="connsiteY93" fmla="*/ 124017 h 1705557"/>
              <a:gd name="connsiteX94" fmla="*/ 4126556 w 10232859"/>
              <a:gd name="connsiteY94" fmla="*/ 118239 h 1705557"/>
              <a:gd name="connsiteX95" fmla="*/ 4187717 w 10232859"/>
              <a:gd name="connsiteY95" fmla="*/ 104010 h 1705557"/>
              <a:gd name="connsiteX96" fmla="*/ 4220826 w 10232859"/>
              <a:gd name="connsiteY96" fmla="*/ 102505 h 1705557"/>
              <a:gd name="connsiteX97" fmla="*/ 4239014 w 10232859"/>
              <a:gd name="connsiteY97" fmla="*/ 97354 h 1705557"/>
              <a:gd name="connsiteX98" fmla="*/ 4246653 w 10232859"/>
              <a:gd name="connsiteY98" fmla="*/ 97874 h 1705557"/>
              <a:gd name="connsiteX99" fmla="*/ 4271841 w 10232859"/>
              <a:gd name="connsiteY99" fmla="*/ 96702 h 1705557"/>
              <a:gd name="connsiteX100" fmla="*/ 4286277 w 10232859"/>
              <a:gd name="connsiteY100" fmla="*/ 96687 h 1705557"/>
              <a:gd name="connsiteX101" fmla="*/ 4292025 w 10232859"/>
              <a:gd name="connsiteY101" fmla="*/ 96921 h 1705557"/>
              <a:gd name="connsiteX102" fmla="*/ 4304713 w 10232859"/>
              <a:gd name="connsiteY102" fmla="*/ 102187 h 1705557"/>
              <a:gd name="connsiteX103" fmla="*/ 4321285 w 10232859"/>
              <a:gd name="connsiteY103" fmla="*/ 100074 h 1705557"/>
              <a:gd name="connsiteX104" fmla="*/ 4339561 w 10232859"/>
              <a:gd name="connsiteY104" fmla="*/ 105320 h 1705557"/>
              <a:gd name="connsiteX105" fmla="*/ 4343990 w 10232859"/>
              <a:gd name="connsiteY105" fmla="*/ 101090 h 1705557"/>
              <a:gd name="connsiteX106" fmla="*/ 4358885 w 10232859"/>
              <a:gd name="connsiteY106" fmla="*/ 96778 h 1705557"/>
              <a:gd name="connsiteX107" fmla="*/ 4371648 w 10232859"/>
              <a:gd name="connsiteY107" fmla="*/ 101826 h 1705557"/>
              <a:gd name="connsiteX108" fmla="*/ 4398380 w 10232859"/>
              <a:gd name="connsiteY108" fmla="*/ 104961 h 1705557"/>
              <a:gd name="connsiteX109" fmla="*/ 4405729 w 10232859"/>
              <a:gd name="connsiteY109" fmla="*/ 104191 h 1705557"/>
              <a:gd name="connsiteX110" fmla="*/ 4431408 w 10232859"/>
              <a:gd name="connsiteY110" fmla="*/ 110825 h 1705557"/>
              <a:gd name="connsiteX111" fmla="*/ 4472183 w 10232859"/>
              <a:gd name="connsiteY111" fmla="*/ 116430 h 1705557"/>
              <a:gd name="connsiteX112" fmla="*/ 4518828 w 10232859"/>
              <a:gd name="connsiteY112" fmla="*/ 119114 h 1705557"/>
              <a:gd name="connsiteX113" fmla="*/ 4532040 w 10232859"/>
              <a:gd name="connsiteY113" fmla="*/ 124307 h 1705557"/>
              <a:gd name="connsiteX114" fmla="*/ 4617778 w 10232859"/>
              <a:gd name="connsiteY114" fmla="*/ 136993 h 1705557"/>
              <a:gd name="connsiteX115" fmla="*/ 4641872 w 10232859"/>
              <a:gd name="connsiteY115" fmla="*/ 140721 h 1705557"/>
              <a:gd name="connsiteX116" fmla="*/ 4662766 w 10232859"/>
              <a:gd name="connsiteY116" fmla="*/ 138952 h 1705557"/>
              <a:gd name="connsiteX117" fmla="*/ 4667770 w 10232859"/>
              <a:gd name="connsiteY117" fmla="*/ 134208 h 1705557"/>
              <a:gd name="connsiteX118" fmla="*/ 4681052 w 10232859"/>
              <a:gd name="connsiteY118" fmla="*/ 135461 h 1705557"/>
              <a:gd name="connsiteX119" fmla="*/ 4684624 w 10232859"/>
              <a:gd name="connsiteY119" fmla="*/ 134755 h 1705557"/>
              <a:gd name="connsiteX120" fmla="*/ 4705061 w 10232859"/>
              <a:gd name="connsiteY120" fmla="*/ 131748 h 1705557"/>
              <a:gd name="connsiteX121" fmla="*/ 4747746 w 10232859"/>
              <a:gd name="connsiteY121" fmla="*/ 151131 h 1705557"/>
              <a:gd name="connsiteX122" fmla="*/ 4801045 w 10232859"/>
              <a:gd name="connsiteY122" fmla="*/ 153753 h 1705557"/>
              <a:gd name="connsiteX123" fmla="*/ 5001600 w 10232859"/>
              <a:gd name="connsiteY123" fmla="*/ 196753 h 1705557"/>
              <a:gd name="connsiteX124" fmla="*/ 5033465 w 10232859"/>
              <a:gd name="connsiteY124" fmla="*/ 182429 h 1705557"/>
              <a:gd name="connsiteX125" fmla="*/ 5115965 w 10232859"/>
              <a:gd name="connsiteY125" fmla="*/ 192583 h 1705557"/>
              <a:gd name="connsiteX126" fmla="*/ 5237936 w 10232859"/>
              <a:gd name="connsiteY126" fmla="*/ 246022 h 1705557"/>
              <a:gd name="connsiteX127" fmla="*/ 5290566 w 10232859"/>
              <a:gd name="connsiteY127" fmla="*/ 269809 h 1705557"/>
              <a:gd name="connsiteX128" fmla="*/ 5344878 w 10232859"/>
              <a:gd name="connsiteY128" fmla="*/ 282874 h 1705557"/>
              <a:gd name="connsiteX129" fmla="*/ 5413398 w 10232859"/>
              <a:gd name="connsiteY129" fmla="*/ 282749 h 1705557"/>
              <a:gd name="connsiteX130" fmla="*/ 5415629 w 10232859"/>
              <a:gd name="connsiteY130" fmla="*/ 282282 h 1705557"/>
              <a:gd name="connsiteX131" fmla="*/ 5433078 w 10232859"/>
              <a:gd name="connsiteY131" fmla="*/ 286198 h 1705557"/>
              <a:gd name="connsiteX132" fmla="*/ 5435759 w 10232859"/>
              <a:gd name="connsiteY132" fmla="*/ 289614 h 1705557"/>
              <a:gd name="connsiteX133" fmla="*/ 5447372 w 10232859"/>
              <a:gd name="connsiteY133" fmla="*/ 293101 h 1705557"/>
              <a:gd name="connsiteX134" fmla="*/ 5469289 w 10232859"/>
              <a:gd name="connsiteY134" fmla="*/ 302134 h 1705557"/>
              <a:gd name="connsiteX135" fmla="*/ 5508752 w 10232859"/>
              <a:gd name="connsiteY135" fmla="*/ 312267 h 1705557"/>
              <a:gd name="connsiteX136" fmla="*/ 5509657 w 10232859"/>
              <a:gd name="connsiteY136" fmla="*/ 311450 h 1705557"/>
              <a:gd name="connsiteX137" fmla="*/ 5521245 w 10232859"/>
              <a:gd name="connsiteY137" fmla="*/ 310202 h 1705557"/>
              <a:gd name="connsiteX138" fmla="*/ 5542415 w 10232859"/>
              <a:gd name="connsiteY138" fmla="*/ 310009 h 1705557"/>
              <a:gd name="connsiteX139" fmla="*/ 5596538 w 10232859"/>
              <a:gd name="connsiteY139" fmla="*/ 297667 h 1705557"/>
              <a:gd name="connsiteX140" fmla="*/ 5632514 w 10232859"/>
              <a:gd name="connsiteY140" fmla="*/ 308476 h 1705557"/>
              <a:gd name="connsiteX141" fmla="*/ 5640005 w 10232859"/>
              <a:gd name="connsiteY141" fmla="*/ 310131 h 1705557"/>
              <a:gd name="connsiteX142" fmla="*/ 5640259 w 10232859"/>
              <a:gd name="connsiteY142" fmla="*/ 309949 h 1705557"/>
              <a:gd name="connsiteX143" fmla="*/ 5648365 w 10232859"/>
              <a:gd name="connsiteY143" fmla="*/ 311268 h 1705557"/>
              <a:gd name="connsiteX144" fmla="*/ 5653662 w 10232859"/>
              <a:gd name="connsiteY144" fmla="*/ 313149 h 1705557"/>
              <a:gd name="connsiteX145" fmla="*/ 5668196 w 10232859"/>
              <a:gd name="connsiteY145" fmla="*/ 316360 h 1705557"/>
              <a:gd name="connsiteX146" fmla="*/ 5673886 w 10232859"/>
              <a:gd name="connsiteY146" fmla="*/ 316040 h 1705557"/>
              <a:gd name="connsiteX147" fmla="*/ 5677139 w 10232859"/>
              <a:gd name="connsiteY147" fmla="*/ 313859 h 1705557"/>
              <a:gd name="connsiteX148" fmla="*/ 5708983 w 10232859"/>
              <a:gd name="connsiteY148" fmla="*/ 313188 h 1705557"/>
              <a:gd name="connsiteX149" fmla="*/ 5773909 w 10232859"/>
              <a:gd name="connsiteY149" fmla="*/ 318575 h 1705557"/>
              <a:gd name="connsiteX150" fmla="*/ 5809500 w 10232859"/>
              <a:gd name="connsiteY150" fmla="*/ 324964 h 1705557"/>
              <a:gd name="connsiteX151" fmla="*/ 5908729 w 10232859"/>
              <a:gd name="connsiteY151" fmla="*/ 338849 h 1705557"/>
              <a:gd name="connsiteX152" fmla="*/ 6009654 w 10232859"/>
              <a:gd name="connsiteY152" fmla="*/ 350040 h 1705557"/>
              <a:gd name="connsiteX153" fmla="*/ 6067487 w 10232859"/>
              <a:gd name="connsiteY153" fmla="*/ 340226 h 1705557"/>
              <a:gd name="connsiteX154" fmla="*/ 6073281 w 10232859"/>
              <a:gd name="connsiteY154" fmla="*/ 340830 h 1705557"/>
              <a:gd name="connsiteX155" fmla="*/ 6086225 w 10232859"/>
              <a:gd name="connsiteY155" fmla="*/ 346135 h 1705557"/>
              <a:gd name="connsiteX156" fmla="*/ 6105063 w 10232859"/>
              <a:gd name="connsiteY156" fmla="*/ 353854 h 1705557"/>
              <a:gd name="connsiteX157" fmla="*/ 6135796 w 10232859"/>
              <a:gd name="connsiteY157" fmla="*/ 369657 h 1705557"/>
              <a:gd name="connsiteX158" fmla="*/ 6195166 w 10232859"/>
              <a:gd name="connsiteY158" fmla="*/ 366704 h 1705557"/>
              <a:gd name="connsiteX159" fmla="*/ 6216259 w 10232859"/>
              <a:gd name="connsiteY159" fmla="*/ 369879 h 1705557"/>
              <a:gd name="connsiteX160" fmla="*/ 6228331 w 10232859"/>
              <a:gd name="connsiteY160" fmla="*/ 370548 h 1705557"/>
              <a:gd name="connsiteX161" fmla="*/ 6229602 w 10232859"/>
              <a:gd name="connsiteY161" fmla="*/ 369928 h 1705557"/>
              <a:gd name="connsiteX162" fmla="*/ 6258988 w 10232859"/>
              <a:gd name="connsiteY162" fmla="*/ 385174 h 1705557"/>
              <a:gd name="connsiteX163" fmla="*/ 6264106 w 10232859"/>
              <a:gd name="connsiteY163" fmla="*/ 385655 h 1705557"/>
              <a:gd name="connsiteX164" fmla="*/ 6281703 w 10232859"/>
              <a:gd name="connsiteY164" fmla="*/ 397568 h 1705557"/>
              <a:gd name="connsiteX165" fmla="*/ 6291622 w 10232859"/>
              <a:gd name="connsiteY165" fmla="*/ 402669 h 1705557"/>
              <a:gd name="connsiteX166" fmla="*/ 6292712 w 10232859"/>
              <a:gd name="connsiteY166" fmla="*/ 406285 h 1705557"/>
              <a:gd name="connsiteX167" fmla="*/ 6308227 w 10232859"/>
              <a:gd name="connsiteY167" fmla="*/ 412710 h 1705557"/>
              <a:gd name="connsiteX168" fmla="*/ 6328981 w 10232859"/>
              <a:gd name="connsiteY168" fmla="*/ 416009 h 1705557"/>
              <a:gd name="connsiteX169" fmla="*/ 6368693 w 10232859"/>
              <a:gd name="connsiteY169" fmla="*/ 424359 h 1705557"/>
              <a:gd name="connsiteX170" fmla="*/ 6414811 w 10232859"/>
              <a:gd name="connsiteY170" fmla="*/ 458714 h 1705557"/>
              <a:gd name="connsiteX171" fmla="*/ 6467879 w 10232859"/>
              <a:gd name="connsiteY171" fmla="*/ 474762 h 1705557"/>
              <a:gd name="connsiteX172" fmla="*/ 6564351 w 10232859"/>
              <a:gd name="connsiteY172" fmla="*/ 544032 h 1705557"/>
              <a:gd name="connsiteX173" fmla="*/ 6711178 w 10232859"/>
              <a:gd name="connsiteY173" fmla="*/ 580124 h 1705557"/>
              <a:gd name="connsiteX174" fmla="*/ 6764036 w 10232859"/>
              <a:gd name="connsiteY174" fmla="*/ 595457 h 1705557"/>
              <a:gd name="connsiteX175" fmla="*/ 6858983 w 10232859"/>
              <a:gd name="connsiteY175" fmla="*/ 630237 h 1705557"/>
              <a:gd name="connsiteX176" fmla="*/ 6910661 w 10232859"/>
              <a:gd name="connsiteY176" fmla="*/ 641134 h 1705557"/>
              <a:gd name="connsiteX177" fmla="*/ 6944111 w 10232859"/>
              <a:gd name="connsiteY177" fmla="*/ 666016 h 1705557"/>
              <a:gd name="connsiteX178" fmla="*/ 6965771 w 10232859"/>
              <a:gd name="connsiteY178" fmla="*/ 666445 h 1705557"/>
              <a:gd name="connsiteX179" fmla="*/ 6969639 w 10232859"/>
              <a:gd name="connsiteY179" fmla="*/ 666351 h 1705557"/>
              <a:gd name="connsiteX180" fmla="*/ 6982242 w 10232859"/>
              <a:gd name="connsiteY180" fmla="*/ 669626 h 1705557"/>
              <a:gd name="connsiteX181" fmla="*/ 6989387 w 10232859"/>
              <a:gd name="connsiteY181" fmla="*/ 665988 h 1705557"/>
              <a:gd name="connsiteX182" fmla="*/ 7010930 w 10232859"/>
              <a:gd name="connsiteY182" fmla="*/ 667648 h 1705557"/>
              <a:gd name="connsiteX183" fmla="*/ 7033125 w 10232859"/>
              <a:gd name="connsiteY183" fmla="*/ 674950 h 1705557"/>
              <a:gd name="connsiteX184" fmla="*/ 7134461 w 10232859"/>
              <a:gd name="connsiteY184" fmla="*/ 714706 h 1705557"/>
              <a:gd name="connsiteX185" fmla="*/ 7197450 w 10232859"/>
              <a:gd name="connsiteY185" fmla="*/ 735608 h 1705557"/>
              <a:gd name="connsiteX186" fmla="*/ 7225084 w 10232859"/>
              <a:gd name="connsiteY186" fmla="*/ 739019 h 1705557"/>
              <a:gd name="connsiteX187" fmla="*/ 7261183 w 10232859"/>
              <a:gd name="connsiteY187" fmla="*/ 746827 h 1705557"/>
              <a:gd name="connsiteX188" fmla="*/ 7327760 w 10232859"/>
              <a:gd name="connsiteY188" fmla="*/ 757100 h 1705557"/>
              <a:gd name="connsiteX189" fmla="*/ 7412222 w 10232859"/>
              <a:gd name="connsiteY189" fmla="*/ 777001 h 1705557"/>
              <a:gd name="connsiteX190" fmla="*/ 7457904 w 10232859"/>
              <a:gd name="connsiteY190" fmla="*/ 810835 h 1705557"/>
              <a:gd name="connsiteX191" fmla="*/ 7465795 w 10232859"/>
              <a:gd name="connsiteY191" fmla="*/ 809112 h 1705557"/>
              <a:gd name="connsiteX192" fmla="*/ 7505046 w 10232859"/>
              <a:gd name="connsiteY192" fmla="*/ 823031 h 1705557"/>
              <a:gd name="connsiteX193" fmla="*/ 7623220 w 10232859"/>
              <a:gd name="connsiteY193" fmla="*/ 895034 h 1705557"/>
              <a:gd name="connsiteX194" fmla="*/ 7700458 w 10232859"/>
              <a:gd name="connsiteY194" fmla="*/ 921593 h 1705557"/>
              <a:gd name="connsiteX195" fmla="*/ 7730988 w 10232859"/>
              <a:gd name="connsiteY195" fmla="*/ 927270 h 1705557"/>
              <a:gd name="connsiteX196" fmla="*/ 7781942 w 10232859"/>
              <a:gd name="connsiteY196" fmla="*/ 937017 h 1705557"/>
              <a:gd name="connsiteX197" fmla="*/ 7827704 w 10232859"/>
              <a:gd name="connsiteY197" fmla="*/ 935072 h 1705557"/>
              <a:gd name="connsiteX198" fmla="*/ 7867270 w 10232859"/>
              <a:gd name="connsiteY198" fmla="*/ 946880 h 1705557"/>
              <a:gd name="connsiteX199" fmla="*/ 7866538 w 10232859"/>
              <a:gd name="connsiteY199" fmla="*/ 961559 h 1705557"/>
              <a:gd name="connsiteX200" fmla="*/ 7912084 w 10232859"/>
              <a:gd name="connsiteY200" fmla="*/ 970314 h 1705557"/>
              <a:gd name="connsiteX201" fmla="*/ 7982264 w 10232859"/>
              <a:gd name="connsiteY201" fmla="*/ 982287 h 1705557"/>
              <a:gd name="connsiteX202" fmla="*/ 7991272 w 10232859"/>
              <a:gd name="connsiteY202" fmla="*/ 987618 h 1705557"/>
              <a:gd name="connsiteX203" fmla="*/ 8006496 w 10232859"/>
              <a:gd name="connsiteY203" fmla="*/ 979353 h 1705557"/>
              <a:gd name="connsiteX204" fmla="*/ 8034497 w 10232859"/>
              <a:gd name="connsiteY204" fmla="*/ 978568 h 1705557"/>
              <a:gd name="connsiteX205" fmla="*/ 8150881 w 10232859"/>
              <a:gd name="connsiteY205" fmla="*/ 996925 h 1705557"/>
              <a:gd name="connsiteX206" fmla="*/ 8172106 w 10232859"/>
              <a:gd name="connsiteY206" fmla="*/ 997026 h 1705557"/>
              <a:gd name="connsiteX207" fmla="*/ 8196076 w 10232859"/>
              <a:gd name="connsiteY207" fmla="*/ 1006592 h 1705557"/>
              <a:gd name="connsiteX208" fmla="*/ 8247463 w 10232859"/>
              <a:gd name="connsiteY208" fmla="*/ 1022846 h 1705557"/>
              <a:gd name="connsiteX209" fmla="*/ 8279272 w 10232859"/>
              <a:gd name="connsiteY209" fmla="*/ 1039435 h 1705557"/>
              <a:gd name="connsiteX210" fmla="*/ 8289611 w 10232859"/>
              <a:gd name="connsiteY210" fmla="*/ 1035144 h 1705557"/>
              <a:gd name="connsiteX211" fmla="*/ 8311483 w 10232859"/>
              <a:gd name="connsiteY211" fmla="*/ 1035913 h 1705557"/>
              <a:gd name="connsiteX212" fmla="*/ 8399489 w 10232859"/>
              <a:gd name="connsiteY212" fmla="*/ 1055076 h 1705557"/>
              <a:gd name="connsiteX213" fmla="*/ 8415973 w 10232859"/>
              <a:gd name="connsiteY213" fmla="*/ 1056174 h 1705557"/>
              <a:gd name="connsiteX214" fmla="*/ 8433326 w 10232859"/>
              <a:gd name="connsiteY214" fmla="*/ 1064395 h 1705557"/>
              <a:gd name="connsiteX215" fmla="*/ 8502328 w 10232859"/>
              <a:gd name="connsiteY215" fmla="*/ 1098012 h 1705557"/>
              <a:gd name="connsiteX216" fmla="*/ 8534346 w 10232859"/>
              <a:gd name="connsiteY216" fmla="*/ 1113494 h 1705557"/>
              <a:gd name="connsiteX217" fmla="*/ 8534980 w 10232859"/>
              <a:gd name="connsiteY217" fmla="*/ 1117375 h 1705557"/>
              <a:gd name="connsiteX218" fmla="*/ 8544104 w 10232859"/>
              <a:gd name="connsiteY218" fmla="*/ 1114920 h 1705557"/>
              <a:gd name="connsiteX219" fmla="*/ 8567742 w 10232859"/>
              <a:gd name="connsiteY219" fmla="*/ 1124104 h 1705557"/>
              <a:gd name="connsiteX220" fmla="*/ 8633779 w 10232859"/>
              <a:gd name="connsiteY220" fmla="*/ 1145740 h 1705557"/>
              <a:gd name="connsiteX221" fmla="*/ 8676965 w 10232859"/>
              <a:gd name="connsiteY221" fmla="*/ 1163463 h 1705557"/>
              <a:gd name="connsiteX222" fmla="*/ 8698944 w 10232859"/>
              <a:gd name="connsiteY222" fmla="*/ 1163453 h 1705557"/>
              <a:gd name="connsiteX223" fmla="*/ 8711456 w 10232859"/>
              <a:gd name="connsiteY223" fmla="*/ 1175731 h 1705557"/>
              <a:gd name="connsiteX224" fmla="*/ 8732793 w 10232859"/>
              <a:gd name="connsiteY224" fmla="*/ 1179486 h 1705557"/>
              <a:gd name="connsiteX225" fmla="*/ 8751897 w 10232859"/>
              <a:gd name="connsiteY225" fmla="*/ 1197400 h 1705557"/>
              <a:gd name="connsiteX226" fmla="*/ 8793564 w 10232859"/>
              <a:gd name="connsiteY226" fmla="*/ 1179086 h 1705557"/>
              <a:gd name="connsiteX227" fmla="*/ 8834270 w 10232859"/>
              <a:gd name="connsiteY227" fmla="*/ 1213138 h 1705557"/>
              <a:gd name="connsiteX228" fmla="*/ 8853872 w 10232859"/>
              <a:gd name="connsiteY228" fmla="*/ 1221228 h 1705557"/>
              <a:gd name="connsiteX229" fmla="*/ 8861901 w 10232859"/>
              <a:gd name="connsiteY229" fmla="*/ 1217889 h 1705557"/>
              <a:gd name="connsiteX230" fmla="*/ 8874168 w 10232859"/>
              <a:gd name="connsiteY230" fmla="*/ 1220481 h 1705557"/>
              <a:gd name="connsiteX231" fmla="*/ 8871123 w 10232859"/>
              <a:gd name="connsiteY231" fmla="*/ 1227674 h 1705557"/>
              <a:gd name="connsiteX232" fmla="*/ 8903537 w 10232859"/>
              <a:gd name="connsiteY232" fmla="*/ 1237102 h 1705557"/>
              <a:gd name="connsiteX233" fmla="*/ 8933767 w 10232859"/>
              <a:gd name="connsiteY233" fmla="*/ 1269882 h 1705557"/>
              <a:gd name="connsiteX234" fmla="*/ 8985765 w 10232859"/>
              <a:gd name="connsiteY234" fmla="*/ 1294178 h 1705557"/>
              <a:gd name="connsiteX235" fmla="*/ 9071444 w 10232859"/>
              <a:gd name="connsiteY235" fmla="*/ 1323819 h 1705557"/>
              <a:gd name="connsiteX236" fmla="*/ 9096711 w 10232859"/>
              <a:gd name="connsiteY236" fmla="*/ 1334291 h 1705557"/>
              <a:gd name="connsiteX237" fmla="*/ 9338853 w 10232859"/>
              <a:gd name="connsiteY237" fmla="*/ 1454560 h 1705557"/>
              <a:gd name="connsiteX238" fmla="*/ 9520814 w 10232859"/>
              <a:gd name="connsiteY238" fmla="*/ 1456341 h 1705557"/>
              <a:gd name="connsiteX239" fmla="*/ 9702271 w 10232859"/>
              <a:gd name="connsiteY239" fmla="*/ 1495067 h 1705557"/>
              <a:gd name="connsiteX240" fmla="*/ 9744273 w 10232859"/>
              <a:gd name="connsiteY240" fmla="*/ 1530026 h 1705557"/>
              <a:gd name="connsiteX241" fmla="*/ 9771903 w 10232859"/>
              <a:gd name="connsiteY241" fmla="*/ 1536548 h 1705557"/>
              <a:gd name="connsiteX242" fmla="*/ 9818565 w 10232859"/>
              <a:gd name="connsiteY242" fmla="*/ 1545059 h 1705557"/>
              <a:gd name="connsiteX243" fmla="*/ 9882202 w 10232859"/>
              <a:gd name="connsiteY243" fmla="*/ 1572402 h 1705557"/>
              <a:gd name="connsiteX244" fmla="*/ 10022025 w 10232859"/>
              <a:gd name="connsiteY244" fmla="*/ 1606210 h 1705557"/>
              <a:gd name="connsiteX245" fmla="*/ 10220406 w 10232859"/>
              <a:gd name="connsiteY245" fmla="*/ 1683519 h 1705557"/>
              <a:gd name="connsiteX246" fmla="*/ 10232859 w 10232859"/>
              <a:gd name="connsiteY246" fmla="*/ 1705557 h 1705557"/>
              <a:gd name="connsiteX247" fmla="*/ 0 w 10232859"/>
              <a:gd name="connsiteY247" fmla="*/ 1705557 h 1705557"/>
              <a:gd name="connsiteX248" fmla="*/ 0 w 10232859"/>
              <a:gd name="connsiteY248" fmla="*/ 28342 h 1705557"/>
              <a:gd name="connsiteX249" fmla="*/ 8097 w 10232859"/>
              <a:gd name="connsiteY249" fmla="*/ 30869 h 1705557"/>
              <a:gd name="connsiteX250" fmla="*/ 77128 w 10232859"/>
              <a:gd name="connsiteY250" fmla="*/ 13381 h 1705557"/>
              <a:gd name="connsiteX251" fmla="*/ 188338 w 10232859"/>
              <a:gd name="connsiteY251" fmla="*/ 11593 h 1705557"/>
              <a:gd name="connsiteX252" fmla="*/ 298809 w 10232859"/>
              <a:gd name="connsiteY252" fmla="*/ 12712 h 1705557"/>
              <a:gd name="connsiteX253" fmla="*/ 338985 w 10232859"/>
              <a:gd name="connsiteY253" fmla="*/ 14520 h 1705557"/>
              <a:gd name="connsiteX254" fmla="*/ 409815 w 10232859"/>
              <a:gd name="connsiteY254" fmla="*/ 11559 h 1705557"/>
              <a:gd name="connsiteX255" fmla="*/ 424169 w 10232859"/>
              <a:gd name="connsiteY255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173743 w 10232859"/>
              <a:gd name="connsiteY77" fmla="*/ 166095 h 1705557"/>
              <a:gd name="connsiteX78" fmla="*/ 3254203 w 10232859"/>
              <a:gd name="connsiteY78" fmla="*/ 158270 h 1705557"/>
              <a:gd name="connsiteX79" fmla="*/ 3380350 w 10232859"/>
              <a:gd name="connsiteY79" fmla="*/ 157665 h 1705557"/>
              <a:gd name="connsiteX80" fmla="*/ 3476147 w 10232859"/>
              <a:gd name="connsiteY80" fmla="*/ 177439 h 1705557"/>
              <a:gd name="connsiteX81" fmla="*/ 3581876 w 10232859"/>
              <a:gd name="connsiteY81" fmla="*/ 156962 h 1705557"/>
              <a:gd name="connsiteX82" fmla="*/ 3704761 w 10232859"/>
              <a:gd name="connsiteY82" fmla="*/ 157006 h 1705557"/>
              <a:gd name="connsiteX83" fmla="*/ 3755040 w 10232859"/>
              <a:gd name="connsiteY83" fmla="*/ 148492 h 1705557"/>
              <a:gd name="connsiteX84" fmla="*/ 3804689 w 10232859"/>
              <a:gd name="connsiteY84" fmla="*/ 158407 h 1705557"/>
              <a:gd name="connsiteX85" fmla="*/ 3821793 w 10232859"/>
              <a:gd name="connsiteY85" fmla="*/ 151257 h 1705557"/>
              <a:gd name="connsiteX86" fmla="*/ 3824682 w 10232859"/>
              <a:gd name="connsiteY86" fmla="*/ 149833 h 1705557"/>
              <a:gd name="connsiteX87" fmla="*/ 3837536 w 10232859"/>
              <a:gd name="connsiteY87" fmla="*/ 148292 h 1705557"/>
              <a:gd name="connsiteX88" fmla="*/ 3839550 w 10232859"/>
              <a:gd name="connsiteY88" fmla="*/ 142661 h 1705557"/>
              <a:gd name="connsiteX89" fmla="*/ 3857743 w 10232859"/>
              <a:gd name="connsiteY89" fmla="*/ 136618 h 1705557"/>
              <a:gd name="connsiteX90" fmla="*/ 3881852 w 10232859"/>
              <a:gd name="connsiteY90" fmla="*/ 135231 h 1705557"/>
              <a:gd name="connsiteX91" fmla="*/ 3998088 w 10232859"/>
              <a:gd name="connsiteY91" fmla="*/ 134446 h 1705557"/>
              <a:gd name="connsiteX92" fmla="*/ 4066682 w 10232859"/>
              <a:gd name="connsiteY92" fmla="*/ 130661 h 1705557"/>
              <a:gd name="connsiteX93" fmla="*/ 4091246 w 10232859"/>
              <a:gd name="connsiteY93" fmla="*/ 124017 h 1705557"/>
              <a:gd name="connsiteX94" fmla="*/ 4126556 w 10232859"/>
              <a:gd name="connsiteY94" fmla="*/ 118239 h 1705557"/>
              <a:gd name="connsiteX95" fmla="*/ 4187717 w 10232859"/>
              <a:gd name="connsiteY95" fmla="*/ 104010 h 1705557"/>
              <a:gd name="connsiteX96" fmla="*/ 4220826 w 10232859"/>
              <a:gd name="connsiteY96" fmla="*/ 102505 h 1705557"/>
              <a:gd name="connsiteX97" fmla="*/ 4239014 w 10232859"/>
              <a:gd name="connsiteY97" fmla="*/ 97354 h 1705557"/>
              <a:gd name="connsiteX98" fmla="*/ 4246653 w 10232859"/>
              <a:gd name="connsiteY98" fmla="*/ 97874 h 1705557"/>
              <a:gd name="connsiteX99" fmla="*/ 4271841 w 10232859"/>
              <a:gd name="connsiteY99" fmla="*/ 96702 h 1705557"/>
              <a:gd name="connsiteX100" fmla="*/ 4286277 w 10232859"/>
              <a:gd name="connsiteY100" fmla="*/ 96687 h 1705557"/>
              <a:gd name="connsiteX101" fmla="*/ 4292025 w 10232859"/>
              <a:gd name="connsiteY101" fmla="*/ 96921 h 1705557"/>
              <a:gd name="connsiteX102" fmla="*/ 4304713 w 10232859"/>
              <a:gd name="connsiteY102" fmla="*/ 102187 h 1705557"/>
              <a:gd name="connsiteX103" fmla="*/ 4321285 w 10232859"/>
              <a:gd name="connsiteY103" fmla="*/ 100074 h 1705557"/>
              <a:gd name="connsiteX104" fmla="*/ 4339561 w 10232859"/>
              <a:gd name="connsiteY104" fmla="*/ 105320 h 1705557"/>
              <a:gd name="connsiteX105" fmla="*/ 4343990 w 10232859"/>
              <a:gd name="connsiteY105" fmla="*/ 101090 h 1705557"/>
              <a:gd name="connsiteX106" fmla="*/ 4358885 w 10232859"/>
              <a:gd name="connsiteY106" fmla="*/ 96778 h 1705557"/>
              <a:gd name="connsiteX107" fmla="*/ 4371648 w 10232859"/>
              <a:gd name="connsiteY107" fmla="*/ 101826 h 1705557"/>
              <a:gd name="connsiteX108" fmla="*/ 4398380 w 10232859"/>
              <a:gd name="connsiteY108" fmla="*/ 104961 h 1705557"/>
              <a:gd name="connsiteX109" fmla="*/ 4405729 w 10232859"/>
              <a:gd name="connsiteY109" fmla="*/ 104191 h 1705557"/>
              <a:gd name="connsiteX110" fmla="*/ 4431408 w 10232859"/>
              <a:gd name="connsiteY110" fmla="*/ 110825 h 1705557"/>
              <a:gd name="connsiteX111" fmla="*/ 4472183 w 10232859"/>
              <a:gd name="connsiteY111" fmla="*/ 116430 h 1705557"/>
              <a:gd name="connsiteX112" fmla="*/ 4518828 w 10232859"/>
              <a:gd name="connsiteY112" fmla="*/ 119114 h 1705557"/>
              <a:gd name="connsiteX113" fmla="*/ 4532040 w 10232859"/>
              <a:gd name="connsiteY113" fmla="*/ 124307 h 1705557"/>
              <a:gd name="connsiteX114" fmla="*/ 4617778 w 10232859"/>
              <a:gd name="connsiteY114" fmla="*/ 136993 h 1705557"/>
              <a:gd name="connsiteX115" fmla="*/ 4641872 w 10232859"/>
              <a:gd name="connsiteY115" fmla="*/ 140721 h 1705557"/>
              <a:gd name="connsiteX116" fmla="*/ 4662766 w 10232859"/>
              <a:gd name="connsiteY116" fmla="*/ 138952 h 1705557"/>
              <a:gd name="connsiteX117" fmla="*/ 4667770 w 10232859"/>
              <a:gd name="connsiteY117" fmla="*/ 134208 h 1705557"/>
              <a:gd name="connsiteX118" fmla="*/ 4681052 w 10232859"/>
              <a:gd name="connsiteY118" fmla="*/ 135461 h 1705557"/>
              <a:gd name="connsiteX119" fmla="*/ 4684624 w 10232859"/>
              <a:gd name="connsiteY119" fmla="*/ 134755 h 1705557"/>
              <a:gd name="connsiteX120" fmla="*/ 4705061 w 10232859"/>
              <a:gd name="connsiteY120" fmla="*/ 131748 h 1705557"/>
              <a:gd name="connsiteX121" fmla="*/ 4747746 w 10232859"/>
              <a:gd name="connsiteY121" fmla="*/ 151131 h 1705557"/>
              <a:gd name="connsiteX122" fmla="*/ 4801045 w 10232859"/>
              <a:gd name="connsiteY122" fmla="*/ 153753 h 1705557"/>
              <a:gd name="connsiteX123" fmla="*/ 5001600 w 10232859"/>
              <a:gd name="connsiteY123" fmla="*/ 196753 h 1705557"/>
              <a:gd name="connsiteX124" fmla="*/ 5033465 w 10232859"/>
              <a:gd name="connsiteY124" fmla="*/ 182429 h 1705557"/>
              <a:gd name="connsiteX125" fmla="*/ 5115965 w 10232859"/>
              <a:gd name="connsiteY125" fmla="*/ 192583 h 1705557"/>
              <a:gd name="connsiteX126" fmla="*/ 5237936 w 10232859"/>
              <a:gd name="connsiteY126" fmla="*/ 246022 h 1705557"/>
              <a:gd name="connsiteX127" fmla="*/ 5290566 w 10232859"/>
              <a:gd name="connsiteY127" fmla="*/ 269809 h 1705557"/>
              <a:gd name="connsiteX128" fmla="*/ 5344878 w 10232859"/>
              <a:gd name="connsiteY128" fmla="*/ 282874 h 1705557"/>
              <a:gd name="connsiteX129" fmla="*/ 5413398 w 10232859"/>
              <a:gd name="connsiteY129" fmla="*/ 282749 h 1705557"/>
              <a:gd name="connsiteX130" fmla="*/ 5415629 w 10232859"/>
              <a:gd name="connsiteY130" fmla="*/ 282282 h 1705557"/>
              <a:gd name="connsiteX131" fmla="*/ 5433078 w 10232859"/>
              <a:gd name="connsiteY131" fmla="*/ 286198 h 1705557"/>
              <a:gd name="connsiteX132" fmla="*/ 5435759 w 10232859"/>
              <a:gd name="connsiteY132" fmla="*/ 289614 h 1705557"/>
              <a:gd name="connsiteX133" fmla="*/ 5447372 w 10232859"/>
              <a:gd name="connsiteY133" fmla="*/ 293101 h 1705557"/>
              <a:gd name="connsiteX134" fmla="*/ 5469289 w 10232859"/>
              <a:gd name="connsiteY134" fmla="*/ 302134 h 1705557"/>
              <a:gd name="connsiteX135" fmla="*/ 5508752 w 10232859"/>
              <a:gd name="connsiteY135" fmla="*/ 312267 h 1705557"/>
              <a:gd name="connsiteX136" fmla="*/ 5509657 w 10232859"/>
              <a:gd name="connsiteY136" fmla="*/ 311450 h 1705557"/>
              <a:gd name="connsiteX137" fmla="*/ 5521245 w 10232859"/>
              <a:gd name="connsiteY137" fmla="*/ 310202 h 1705557"/>
              <a:gd name="connsiteX138" fmla="*/ 5542415 w 10232859"/>
              <a:gd name="connsiteY138" fmla="*/ 310009 h 1705557"/>
              <a:gd name="connsiteX139" fmla="*/ 5596538 w 10232859"/>
              <a:gd name="connsiteY139" fmla="*/ 297667 h 1705557"/>
              <a:gd name="connsiteX140" fmla="*/ 5632514 w 10232859"/>
              <a:gd name="connsiteY140" fmla="*/ 308476 h 1705557"/>
              <a:gd name="connsiteX141" fmla="*/ 5640005 w 10232859"/>
              <a:gd name="connsiteY141" fmla="*/ 310131 h 1705557"/>
              <a:gd name="connsiteX142" fmla="*/ 5640259 w 10232859"/>
              <a:gd name="connsiteY142" fmla="*/ 309949 h 1705557"/>
              <a:gd name="connsiteX143" fmla="*/ 5648365 w 10232859"/>
              <a:gd name="connsiteY143" fmla="*/ 311268 h 1705557"/>
              <a:gd name="connsiteX144" fmla="*/ 5653662 w 10232859"/>
              <a:gd name="connsiteY144" fmla="*/ 313149 h 1705557"/>
              <a:gd name="connsiteX145" fmla="*/ 5668196 w 10232859"/>
              <a:gd name="connsiteY145" fmla="*/ 316360 h 1705557"/>
              <a:gd name="connsiteX146" fmla="*/ 5673886 w 10232859"/>
              <a:gd name="connsiteY146" fmla="*/ 316040 h 1705557"/>
              <a:gd name="connsiteX147" fmla="*/ 5677139 w 10232859"/>
              <a:gd name="connsiteY147" fmla="*/ 313859 h 1705557"/>
              <a:gd name="connsiteX148" fmla="*/ 5708983 w 10232859"/>
              <a:gd name="connsiteY148" fmla="*/ 313188 h 1705557"/>
              <a:gd name="connsiteX149" fmla="*/ 5773909 w 10232859"/>
              <a:gd name="connsiteY149" fmla="*/ 318575 h 1705557"/>
              <a:gd name="connsiteX150" fmla="*/ 5809500 w 10232859"/>
              <a:gd name="connsiteY150" fmla="*/ 324964 h 1705557"/>
              <a:gd name="connsiteX151" fmla="*/ 5908729 w 10232859"/>
              <a:gd name="connsiteY151" fmla="*/ 338849 h 1705557"/>
              <a:gd name="connsiteX152" fmla="*/ 6009654 w 10232859"/>
              <a:gd name="connsiteY152" fmla="*/ 350040 h 1705557"/>
              <a:gd name="connsiteX153" fmla="*/ 6067487 w 10232859"/>
              <a:gd name="connsiteY153" fmla="*/ 340226 h 1705557"/>
              <a:gd name="connsiteX154" fmla="*/ 6073281 w 10232859"/>
              <a:gd name="connsiteY154" fmla="*/ 340830 h 1705557"/>
              <a:gd name="connsiteX155" fmla="*/ 6086225 w 10232859"/>
              <a:gd name="connsiteY155" fmla="*/ 346135 h 1705557"/>
              <a:gd name="connsiteX156" fmla="*/ 6105063 w 10232859"/>
              <a:gd name="connsiteY156" fmla="*/ 353854 h 1705557"/>
              <a:gd name="connsiteX157" fmla="*/ 6135796 w 10232859"/>
              <a:gd name="connsiteY157" fmla="*/ 369657 h 1705557"/>
              <a:gd name="connsiteX158" fmla="*/ 6195166 w 10232859"/>
              <a:gd name="connsiteY158" fmla="*/ 366704 h 1705557"/>
              <a:gd name="connsiteX159" fmla="*/ 6216259 w 10232859"/>
              <a:gd name="connsiteY159" fmla="*/ 369879 h 1705557"/>
              <a:gd name="connsiteX160" fmla="*/ 6228331 w 10232859"/>
              <a:gd name="connsiteY160" fmla="*/ 370548 h 1705557"/>
              <a:gd name="connsiteX161" fmla="*/ 6229602 w 10232859"/>
              <a:gd name="connsiteY161" fmla="*/ 369928 h 1705557"/>
              <a:gd name="connsiteX162" fmla="*/ 6258988 w 10232859"/>
              <a:gd name="connsiteY162" fmla="*/ 385174 h 1705557"/>
              <a:gd name="connsiteX163" fmla="*/ 6264106 w 10232859"/>
              <a:gd name="connsiteY163" fmla="*/ 385655 h 1705557"/>
              <a:gd name="connsiteX164" fmla="*/ 6281703 w 10232859"/>
              <a:gd name="connsiteY164" fmla="*/ 397568 h 1705557"/>
              <a:gd name="connsiteX165" fmla="*/ 6291622 w 10232859"/>
              <a:gd name="connsiteY165" fmla="*/ 402669 h 1705557"/>
              <a:gd name="connsiteX166" fmla="*/ 6292712 w 10232859"/>
              <a:gd name="connsiteY166" fmla="*/ 406285 h 1705557"/>
              <a:gd name="connsiteX167" fmla="*/ 6308227 w 10232859"/>
              <a:gd name="connsiteY167" fmla="*/ 412710 h 1705557"/>
              <a:gd name="connsiteX168" fmla="*/ 6328981 w 10232859"/>
              <a:gd name="connsiteY168" fmla="*/ 416009 h 1705557"/>
              <a:gd name="connsiteX169" fmla="*/ 6368693 w 10232859"/>
              <a:gd name="connsiteY169" fmla="*/ 424359 h 1705557"/>
              <a:gd name="connsiteX170" fmla="*/ 6414811 w 10232859"/>
              <a:gd name="connsiteY170" fmla="*/ 458714 h 1705557"/>
              <a:gd name="connsiteX171" fmla="*/ 6467879 w 10232859"/>
              <a:gd name="connsiteY171" fmla="*/ 474762 h 1705557"/>
              <a:gd name="connsiteX172" fmla="*/ 6564351 w 10232859"/>
              <a:gd name="connsiteY172" fmla="*/ 544032 h 1705557"/>
              <a:gd name="connsiteX173" fmla="*/ 6711178 w 10232859"/>
              <a:gd name="connsiteY173" fmla="*/ 580124 h 1705557"/>
              <a:gd name="connsiteX174" fmla="*/ 6764036 w 10232859"/>
              <a:gd name="connsiteY174" fmla="*/ 595457 h 1705557"/>
              <a:gd name="connsiteX175" fmla="*/ 6858983 w 10232859"/>
              <a:gd name="connsiteY175" fmla="*/ 630237 h 1705557"/>
              <a:gd name="connsiteX176" fmla="*/ 6910661 w 10232859"/>
              <a:gd name="connsiteY176" fmla="*/ 641134 h 1705557"/>
              <a:gd name="connsiteX177" fmla="*/ 6944111 w 10232859"/>
              <a:gd name="connsiteY177" fmla="*/ 666016 h 1705557"/>
              <a:gd name="connsiteX178" fmla="*/ 6965771 w 10232859"/>
              <a:gd name="connsiteY178" fmla="*/ 666445 h 1705557"/>
              <a:gd name="connsiteX179" fmla="*/ 6969639 w 10232859"/>
              <a:gd name="connsiteY179" fmla="*/ 666351 h 1705557"/>
              <a:gd name="connsiteX180" fmla="*/ 6982242 w 10232859"/>
              <a:gd name="connsiteY180" fmla="*/ 669626 h 1705557"/>
              <a:gd name="connsiteX181" fmla="*/ 6989387 w 10232859"/>
              <a:gd name="connsiteY181" fmla="*/ 665988 h 1705557"/>
              <a:gd name="connsiteX182" fmla="*/ 7010930 w 10232859"/>
              <a:gd name="connsiteY182" fmla="*/ 667648 h 1705557"/>
              <a:gd name="connsiteX183" fmla="*/ 7033125 w 10232859"/>
              <a:gd name="connsiteY183" fmla="*/ 674950 h 1705557"/>
              <a:gd name="connsiteX184" fmla="*/ 7134461 w 10232859"/>
              <a:gd name="connsiteY184" fmla="*/ 714706 h 1705557"/>
              <a:gd name="connsiteX185" fmla="*/ 7197450 w 10232859"/>
              <a:gd name="connsiteY185" fmla="*/ 735608 h 1705557"/>
              <a:gd name="connsiteX186" fmla="*/ 7225084 w 10232859"/>
              <a:gd name="connsiteY186" fmla="*/ 739019 h 1705557"/>
              <a:gd name="connsiteX187" fmla="*/ 7261183 w 10232859"/>
              <a:gd name="connsiteY187" fmla="*/ 746827 h 1705557"/>
              <a:gd name="connsiteX188" fmla="*/ 7327760 w 10232859"/>
              <a:gd name="connsiteY188" fmla="*/ 757100 h 1705557"/>
              <a:gd name="connsiteX189" fmla="*/ 7412222 w 10232859"/>
              <a:gd name="connsiteY189" fmla="*/ 777001 h 1705557"/>
              <a:gd name="connsiteX190" fmla="*/ 7457904 w 10232859"/>
              <a:gd name="connsiteY190" fmla="*/ 810835 h 1705557"/>
              <a:gd name="connsiteX191" fmla="*/ 7465795 w 10232859"/>
              <a:gd name="connsiteY191" fmla="*/ 809112 h 1705557"/>
              <a:gd name="connsiteX192" fmla="*/ 7505046 w 10232859"/>
              <a:gd name="connsiteY192" fmla="*/ 823031 h 1705557"/>
              <a:gd name="connsiteX193" fmla="*/ 7623220 w 10232859"/>
              <a:gd name="connsiteY193" fmla="*/ 895034 h 1705557"/>
              <a:gd name="connsiteX194" fmla="*/ 7700458 w 10232859"/>
              <a:gd name="connsiteY194" fmla="*/ 921593 h 1705557"/>
              <a:gd name="connsiteX195" fmla="*/ 7730988 w 10232859"/>
              <a:gd name="connsiteY195" fmla="*/ 927270 h 1705557"/>
              <a:gd name="connsiteX196" fmla="*/ 7781942 w 10232859"/>
              <a:gd name="connsiteY196" fmla="*/ 937017 h 1705557"/>
              <a:gd name="connsiteX197" fmla="*/ 7827704 w 10232859"/>
              <a:gd name="connsiteY197" fmla="*/ 935072 h 1705557"/>
              <a:gd name="connsiteX198" fmla="*/ 7867270 w 10232859"/>
              <a:gd name="connsiteY198" fmla="*/ 946880 h 1705557"/>
              <a:gd name="connsiteX199" fmla="*/ 7866538 w 10232859"/>
              <a:gd name="connsiteY199" fmla="*/ 961559 h 1705557"/>
              <a:gd name="connsiteX200" fmla="*/ 7912084 w 10232859"/>
              <a:gd name="connsiteY200" fmla="*/ 970314 h 1705557"/>
              <a:gd name="connsiteX201" fmla="*/ 7982264 w 10232859"/>
              <a:gd name="connsiteY201" fmla="*/ 982287 h 1705557"/>
              <a:gd name="connsiteX202" fmla="*/ 7991272 w 10232859"/>
              <a:gd name="connsiteY202" fmla="*/ 987618 h 1705557"/>
              <a:gd name="connsiteX203" fmla="*/ 8006496 w 10232859"/>
              <a:gd name="connsiteY203" fmla="*/ 979353 h 1705557"/>
              <a:gd name="connsiteX204" fmla="*/ 8034497 w 10232859"/>
              <a:gd name="connsiteY204" fmla="*/ 978568 h 1705557"/>
              <a:gd name="connsiteX205" fmla="*/ 8150881 w 10232859"/>
              <a:gd name="connsiteY205" fmla="*/ 996925 h 1705557"/>
              <a:gd name="connsiteX206" fmla="*/ 8172106 w 10232859"/>
              <a:gd name="connsiteY206" fmla="*/ 997026 h 1705557"/>
              <a:gd name="connsiteX207" fmla="*/ 8196076 w 10232859"/>
              <a:gd name="connsiteY207" fmla="*/ 1006592 h 1705557"/>
              <a:gd name="connsiteX208" fmla="*/ 8247463 w 10232859"/>
              <a:gd name="connsiteY208" fmla="*/ 1022846 h 1705557"/>
              <a:gd name="connsiteX209" fmla="*/ 8279272 w 10232859"/>
              <a:gd name="connsiteY209" fmla="*/ 1039435 h 1705557"/>
              <a:gd name="connsiteX210" fmla="*/ 8289611 w 10232859"/>
              <a:gd name="connsiteY210" fmla="*/ 1035144 h 1705557"/>
              <a:gd name="connsiteX211" fmla="*/ 8311483 w 10232859"/>
              <a:gd name="connsiteY211" fmla="*/ 1035913 h 1705557"/>
              <a:gd name="connsiteX212" fmla="*/ 8399489 w 10232859"/>
              <a:gd name="connsiteY212" fmla="*/ 1055076 h 1705557"/>
              <a:gd name="connsiteX213" fmla="*/ 8415973 w 10232859"/>
              <a:gd name="connsiteY213" fmla="*/ 1056174 h 1705557"/>
              <a:gd name="connsiteX214" fmla="*/ 8433326 w 10232859"/>
              <a:gd name="connsiteY214" fmla="*/ 1064395 h 1705557"/>
              <a:gd name="connsiteX215" fmla="*/ 8502328 w 10232859"/>
              <a:gd name="connsiteY215" fmla="*/ 1098012 h 1705557"/>
              <a:gd name="connsiteX216" fmla="*/ 8534346 w 10232859"/>
              <a:gd name="connsiteY216" fmla="*/ 1113494 h 1705557"/>
              <a:gd name="connsiteX217" fmla="*/ 8534980 w 10232859"/>
              <a:gd name="connsiteY217" fmla="*/ 1117375 h 1705557"/>
              <a:gd name="connsiteX218" fmla="*/ 8544104 w 10232859"/>
              <a:gd name="connsiteY218" fmla="*/ 1114920 h 1705557"/>
              <a:gd name="connsiteX219" fmla="*/ 8567742 w 10232859"/>
              <a:gd name="connsiteY219" fmla="*/ 1124104 h 1705557"/>
              <a:gd name="connsiteX220" fmla="*/ 8633779 w 10232859"/>
              <a:gd name="connsiteY220" fmla="*/ 1145740 h 1705557"/>
              <a:gd name="connsiteX221" fmla="*/ 8676965 w 10232859"/>
              <a:gd name="connsiteY221" fmla="*/ 1163463 h 1705557"/>
              <a:gd name="connsiteX222" fmla="*/ 8698944 w 10232859"/>
              <a:gd name="connsiteY222" fmla="*/ 1163453 h 1705557"/>
              <a:gd name="connsiteX223" fmla="*/ 8711456 w 10232859"/>
              <a:gd name="connsiteY223" fmla="*/ 1175731 h 1705557"/>
              <a:gd name="connsiteX224" fmla="*/ 8732793 w 10232859"/>
              <a:gd name="connsiteY224" fmla="*/ 1179486 h 1705557"/>
              <a:gd name="connsiteX225" fmla="*/ 8751897 w 10232859"/>
              <a:gd name="connsiteY225" fmla="*/ 1197400 h 1705557"/>
              <a:gd name="connsiteX226" fmla="*/ 8793564 w 10232859"/>
              <a:gd name="connsiteY226" fmla="*/ 1179086 h 1705557"/>
              <a:gd name="connsiteX227" fmla="*/ 8834270 w 10232859"/>
              <a:gd name="connsiteY227" fmla="*/ 1213138 h 1705557"/>
              <a:gd name="connsiteX228" fmla="*/ 8853872 w 10232859"/>
              <a:gd name="connsiteY228" fmla="*/ 1221228 h 1705557"/>
              <a:gd name="connsiteX229" fmla="*/ 8861901 w 10232859"/>
              <a:gd name="connsiteY229" fmla="*/ 1217889 h 1705557"/>
              <a:gd name="connsiteX230" fmla="*/ 8874168 w 10232859"/>
              <a:gd name="connsiteY230" fmla="*/ 1220481 h 1705557"/>
              <a:gd name="connsiteX231" fmla="*/ 8871123 w 10232859"/>
              <a:gd name="connsiteY231" fmla="*/ 1227674 h 1705557"/>
              <a:gd name="connsiteX232" fmla="*/ 8903537 w 10232859"/>
              <a:gd name="connsiteY232" fmla="*/ 1237102 h 1705557"/>
              <a:gd name="connsiteX233" fmla="*/ 8933767 w 10232859"/>
              <a:gd name="connsiteY233" fmla="*/ 1269882 h 1705557"/>
              <a:gd name="connsiteX234" fmla="*/ 8985765 w 10232859"/>
              <a:gd name="connsiteY234" fmla="*/ 1294178 h 1705557"/>
              <a:gd name="connsiteX235" fmla="*/ 9071444 w 10232859"/>
              <a:gd name="connsiteY235" fmla="*/ 1323819 h 1705557"/>
              <a:gd name="connsiteX236" fmla="*/ 9096711 w 10232859"/>
              <a:gd name="connsiteY236" fmla="*/ 1334291 h 1705557"/>
              <a:gd name="connsiteX237" fmla="*/ 9338853 w 10232859"/>
              <a:gd name="connsiteY237" fmla="*/ 1454560 h 1705557"/>
              <a:gd name="connsiteX238" fmla="*/ 9520814 w 10232859"/>
              <a:gd name="connsiteY238" fmla="*/ 1456341 h 1705557"/>
              <a:gd name="connsiteX239" fmla="*/ 9702271 w 10232859"/>
              <a:gd name="connsiteY239" fmla="*/ 1495067 h 1705557"/>
              <a:gd name="connsiteX240" fmla="*/ 9744273 w 10232859"/>
              <a:gd name="connsiteY240" fmla="*/ 1530026 h 1705557"/>
              <a:gd name="connsiteX241" fmla="*/ 9771903 w 10232859"/>
              <a:gd name="connsiteY241" fmla="*/ 1536548 h 1705557"/>
              <a:gd name="connsiteX242" fmla="*/ 9818565 w 10232859"/>
              <a:gd name="connsiteY242" fmla="*/ 1545059 h 1705557"/>
              <a:gd name="connsiteX243" fmla="*/ 9882202 w 10232859"/>
              <a:gd name="connsiteY243" fmla="*/ 1572402 h 1705557"/>
              <a:gd name="connsiteX244" fmla="*/ 10022025 w 10232859"/>
              <a:gd name="connsiteY244" fmla="*/ 1606210 h 1705557"/>
              <a:gd name="connsiteX245" fmla="*/ 10220406 w 10232859"/>
              <a:gd name="connsiteY245" fmla="*/ 1683519 h 1705557"/>
              <a:gd name="connsiteX246" fmla="*/ 10232859 w 10232859"/>
              <a:gd name="connsiteY246" fmla="*/ 1705557 h 1705557"/>
              <a:gd name="connsiteX247" fmla="*/ 0 w 10232859"/>
              <a:gd name="connsiteY247" fmla="*/ 1705557 h 1705557"/>
              <a:gd name="connsiteX248" fmla="*/ 0 w 10232859"/>
              <a:gd name="connsiteY248" fmla="*/ 28342 h 1705557"/>
              <a:gd name="connsiteX249" fmla="*/ 8097 w 10232859"/>
              <a:gd name="connsiteY249" fmla="*/ 30869 h 1705557"/>
              <a:gd name="connsiteX250" fmla="*/ 77128 w 10232859"/>
              <a:gd name="connsiteY250" fmla="*/ 13381 h 1705557"/>
              <a:gd name="connsiteX251" fmla="*/ 188338 w 10232859"/>
              <a:gd name="connsiteY251" fmla="*/ 11593 h 1705557"/>
              <a:gd name="connsiteX252" fmla="*/ 298809 w 10232859"/>
              <a:gd name="connsiteY252" fmla="*/ 12712 h 1705557"/>
              <a:gd name="connsiteX253" fmla="*/ 338985 w 10232859"/>
              <a:gd name="connsiteY253" fmla="*/ 14520 h 1705557"/>
              <a:gd name="connsiteX254" fmla="*/ 409815 w 10232859"/>
              <a:gd name="connsiteY254" fmla="*/ 11559 h 1705557"/>
              <a:gd name="connsiteX255" fmla="*/ 424169 w 10232859"/>
              <a:gd name="connsiteY255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110077 w 10232859"/>
              <a:gd name="connsiteY76" fmla="*/ 155716 h 1705557"/>
              <a:gd name="connsiteX77" fmla="*/ 3173743 w 10232859"/>
              <a:gd name="connsiteY77" fmla="*/ 166095 h 1705557"/>
              <a:gd name="connsiteX78" fmla="*/ 3254203 w 10232859"/>
              <a:gd name="connsiteY78" fmla="*/ 158270 h 1705557"/>
              <a:gd name="connsiteX79" fmla="*/ 3380350 w 10232859"/>
              <a:gd name="connsiteY79" fmla="*/ 157665 h 1705557"/>
              <a:gd name="connsiteX80" fmla="*/ 3476147 w 10232859"/>
              <a:gd name="connsiteY80" fmla="*/ 177439 h 1705557"/>
              <a:gd name="connsiteX81" fmla="*/ 3581876 w 10232859"/>
              <a:gd name="connsiteY81" fmla="*/ 156962 h 1705557"/>
              <a:gd name="connsiteX82" fmla="*/ 3704761 w 10232859"/>
              <a:gd name="connsiteY82" fmla="*/ 157006 h 1705557"/>
              <a:gd name="connsiteX83" fmla="*/ 3755040 w 10232859"/>
              <a:gd name="connsiteY83" fmla="*/ 148492 h 1705557"/>
              <a:gd name="connsiteX84" fmla="*/ 3804689 w 10232859"/>
              <a:gd name="connsiteY84" fmla="*/ 158407 h 1705557"/>
              <a:gd name="connsiteX85" fmla="*/ 3821793 w 10232859"/>
              <a:gd name="connsiteY85" fmla="*/ 151257 h 1705557"/>
              <a:gd name="connsiteX86" fmla="*/ 3824682 w 10232859"/>
              <a:gd name="connsiteY86" fmla="*/ 149833 h 1705557"/>
              <a:gd name="connsiteX87" fmla="*/ 3837536 w 10232859"/>
              <a:gd name="connsiteY87" fmla="*/ 148292 h 1705557"/>
              <a:gd name="connsiteX88" fmla="*/ 3839550 w 10232859"/>
              <a:gd name="connsiteY88" fmla="*/ 142661 h 1705557"/>
              <a:gd name="connsiteX89" fmla="*/ 3857743 w 10232859"/>
              <a:gd name="connsiteY89" fmla="*/ 136618 h 1705557"/>
              <a:gd name="connsiteX90" fmla="*/ 3881852 w 10232859"/>
              <a:gd name="connsiteY90" fmla="*/ 135231 h 1705557"/>
              <a:gd name="connsiteX91" fmla="*/ 3998088 w 10232859"/>
              <a:gd name="connsiteY91" fmla="*/ 134446 h 1705557"/>
              <a:gd name="connsiteX92" fmla="*/ 4066682 w 10232859"/>
              <a:gd name="connsiteY92" fmla="*/ 130661 h 1705557"/>
              <a:gd name="connsiteX93" fmla="*/ 4091246 w 10232859"/>
              <a:gd name="connsiteY93" fmla="*/ 124017 h 1705557"/>
              <a:gd name="connsiteX94" fmla="*/ 4126556 w 10232859"/>
              <a:gd name="connsiteY94" fmla="*/ 118239 h 1705557"/>
              <a:gd name="connsiteX95" fmla="*/ 4187717 w 10232859"/>
              <a:gd name="connsiteY95" fmla="*/ 104010 h 1705557"/>
              <a:gd name="connsiteX96" fmla="*/ 4220826 w 10232859"/>
              <a:gd name="connsiteY96" fmla="*/ 102505 h 1705557"/>
              <a:gd name="connsiteX97" fmla="*/ 4239014 w 10232859"/>
              <a:gd name="connsiteY97" fmla="*/ 97354 h 1705557"/>
              <a:gd name="connsiteX98" fmla="*/ 4246653 w 10232859"/>
              <a:gd name="connsiteY98" fmla="*/ 97874 h 1705557"/>
              <a:gd name="connsiteX99" fmla="*/ 4271841 w 10232859"/>
              <a:gd name="connsiteY99" fmla="*/ 96702 h 1705557"/>
              <a:gd name="connsiteX100" fmla="*/ 4286277 w 10232859"/>
              <a:gd name="connsiteY100" fmla="*/ 96687 h 1705557"/>
              <a:gd name="connsiteX101" fmla="*/ 4292025 w 10232859"/>
              <a:gd name="connsiteY101" fmla="*/ 96921 h 1705557"/>
              <a:gd name="connsiteX102" fmla="*/ 4304713 w 10232859"/>
              <a:gd name="connsiteY102" fmla="*/ 102187 h 1705557"/>
              <a:gd name="connsiteX103" fmla="*/ 4321285 w 10232859"/>
              <a:gd name="connsiteY103" fmla="*/ 100074 h 1705557"/>
              <a:gd name="connsiteX104" fmla="*/ 4339561 w 10232859"/>
              <a:gd name="connsiteY104" fmla="*/ 105320 h 1705557"/>
              <a:gd name="connsiteX105" fmla="*/ 4343990 w 10232859"/>
              <a:gd name="connsiteY105" fmla="*/ 101090 h 1705557"/>
              <a:gd name="connsiteX106" fmla="*/ 4358885 w 10232859"/>
              <a:gd name="connsiteY106" fmla="*/ 96778 h 1705557"/>
              <a:gd name="connsiteX107" fmla="*/ 4371648 w 10232859"/>
              <a:gd name="connsiteY107" fmla="*/ 101826 h 1705557"/>
              <a:gd name="connsiteX108" fmla="*/ 4398380 w 10232859"/>
              <a:gd name="connsiteY108" fmla="*/ 104961 h 1705557"/>
              <a:gd name="connsiteX109" fmla="*/ 4405729 w 10232859"/>
              <a:gd name="connsiteY109" fmla="*/ 104191 h 1705557"/>
              <a:gd name="connsiteX110" fmla="*/ 4431408 w 10232859"/>
              <a:gd name="connsiteY110" fmla="*/ 110825 h 1705557"/>
              <a:gd name="connsiteX111" fmla="*/ 4472183 w 10232859"/>
              <a:gd name="connsiteY111" fmla="*/ 116430 h 1705557"/>
              <a:gd name="connsiteX112" fmla="*/ 4518828 w 10232859"/>
              <a:gd name="connsiteY112" fmla="*/ 119114 h 1705557"/>
              <a:gd name="connsiteX113" fmla="*/ 4532040 w 10232859"/>
              <a:gd name="connsiteY113" fmla="*/ 124307 h 1705557"/>
              <a:gd name="connsiteX114" fmla="*/ 4617778 w 10232859"/>
              <a:gd name="connsiteY114" fmla="*/ 136993 h 1705557"/>
              <a:gd name="connsiteX115" fmla="*/ 4641872 w 10232859"/>
              <a:gd name="connsiteY115" fmla="*/ 140721 h 1705557"/>
              <a:gd name="connsiteX116" fmla="*/ 4662766 w 10232859"/>
              <a:gd name="connsiteY116" fmla="*/ 138952 h 1705557"/>
              <a:gd name="connsiteX117" fmla="*/ 4667770 w 10232859"/>
              <a:gd name="connsiteY117" fmla="*/ 134208 h 1705557"/>
              <a:gd name="connsiteX118" fmla="*/ 4681052 w 10232859"/>
              <a:gd name="connsiteY118" fmla="*/ 135461 h 1705557"/>
              <a:gd name="connsiteX119" fmla="*/ 4684624 w 10232859"/>
              <a:gd name="connsiteY119" fmla="*/ 134755 h 1705557"/>
              <a:gd name="connsiteX120" fmla="*/ 4705061 w 10232859"/>
              <a:gd name="connsiteY120" fmla="*/ 131748 h 1705557"/>
              <a:gd name="connsiteX121" fmla="*/ 4747746 w 10232859"/>
              <a:gd name="connsiteY121" fmla="*/ 151131 h 1705557"/>
              <a:gd name="connsiteX122" fmla="*/ 4801045 w 10232859"/>
              <a:gd name="connsiteY122" fmla="*/ 153753 h 1705557"/>
              <a:gd name="connsiteX123" fmla="*/ 5001600 w 10232859"/>
              <a:gd name="connsiteY123" fmla="*/ 196753 h 1705557"/>
              <a:gd name="connsiteX124" fmla="*/ 5033465 w 10232859"/>
              <a:gd name="connsiteY124" fmla="*/ 182429 h 1705557"/>
              <a:gd name="connsiteX125" fmla="*/ 5115965 w 10232859"/>
              <a:gd name="connsiteY125" fmla="*/ 192583 h 1705557"/>
              <a:gd name="connsiteX126" fmla="*/ 5237936 w 10232859"/>
              <a:gd name="connsiteY126" fmla="*/ 246022 h 1705557"/>
              <a:gd name="connsiteX127" fmla="*/ 5290566 w 10232859"/>
              <a:gd name="connsiteY127" fmla="*/ 269809 h 1705557"/>
              <a:gd name="connsiteX128" fmla="*/ 5344878 w 10232859"/>
              <a:gd name="connsiteY128" fmla="*/ 282874 h 1705557"/>
              <a:gd name="connsiteX129" fmla="*/ 5413398 w 10232859"/>
              <a:gd name="connsiteY129" fmla="*/ 282749 h 1705557"/>
              <a:gd name="connsiteX130" fmla="*/ 5415629 w 10232859"/>
              <a:gd name="connsiteY130" fmla="*/ 282282 h 1705557"/>
              <a:gd name="connsiteX131" fmla="*/ 5433078 w 10232859"/>
              <a:gd name="connsiteY131" fmla="*/ 286198 h 1705557"/>
              <a:gd name="connsiteX132" fmla="*/ 5435759 w 10232859"/>
              <a:gd name="connsiteY132" fmla="*/ 289614 h 1705557"/>
              <a:gd name="connsiteX133" fmla="*/ 5447372 w 10232859"/>
              <a:gd name="connsiteY133" fmla="*/ 293101 h 1705557"/>
              <a:gd name="connsiteX134" fmla="*/ 5469289 w 10232859"/>
              <a:gd name="connsiteY134" fmla="*/ 302134 h 1705557"/>
              <a:gd name="connsiteX135" fmla="*/ 5508752 w 10232859"/>
              <a:gd name="connsiteY135" fmla="*/ 312267 h 1705557"/>
              <a:gd name="connsiteX136" fmla="*/ 5509657 w 10232859"/>
              <a:gd name="connsiteY136" fmla="*/ 311450 h 1705557"/>
              <a:gd name="connsiteX137" fmla="*/ 5521245 w 10232859"/>
              <a:gd name="connsiteY137" fmla="*/ 310202 h 1705557"/>
              <a:gd name="connsiteX138" fmla="*/ 5542415 w 10232859"/>
              <a:gd name="connsiteY138" fmla="*/ 310009 h 1705557"/>
              <a:gd name="connsiteX139" fmla="*/ 5596538 w 10232859"/>
              <a:gd name="connsiteY139" fmla="*/ 297667 h 1705557"/>
              <a:gd name="connsiteX140" fmla="*/ 5632514 w 10232859"/>
              <a:gd name="connsiteY140" fmla="*/ 308476 h 1705557"/>
              <a:gd name="connsiteX141" fmla="*/ 5640005 w 10232859"/>
              <a:gd name="connsiteY141" fmla="*/ 310131 h 1705557"/>
              <a:gd name="connsiteX142" fmla="*/ 5640259 w 10232859"/>
              <a:gd name="connsiteY142" fmla="*/ 309949 h 1705557"/>
              <a:gd name="connsiteX143" fmla="*/ 5648365 w 10232859"/>
              <a:gd name="connsiteY143" fmla="*/ 311268 h 1705557"/>
              <a:gd name="connsiteX144" fmla="*/ 5653662 w 10232859"/>
              <a:gd name="connsiteY144" fmla="*/ 313149 h 1705557"/>
              <a:gd name="connsiteX145" fmla="*/ 5668196 w 10232859"/>
              <a:gd name="connsiteY145" fmla="*/ 316360 h 1705557"/>
              <a:gd name="connsiteX146" fmla="*/ 5673886 w 10232859"/>
              <a:gd name="connsiteY146" fmla="*/ 316040 h 1705557"/>
              <a:gd name="connsiteX147" fmla="*/ 5677139 w 10232859"/>
              <a:gd name="connsiteY147" fmla="*/ 313859 h 1705557"/>
              <a:gd name="connsiteX148" fmla="*/ 5708983 w 10232859"/>
              <a:gd name="connsiteY148" fmla="*/ 313188 h 1705557"/>
              <a:gd name="connsiteX149" fmla="*/ 5773909 w 10232859"/>
              <a:gd name="connsiteY149" fmla="*/ 318575 h 1705557"/>
              <a:gd name="connsiteX150" fmla="*/ 5809500 w 10232859"/>
              <a:gd name="connsiteY150" fmla="*/ 324964 h 1705557"/>
              <a:gd name="connsiteX151" fmla="*/ 5908729 w 10232859"/>
              <a:gd name="connsiteY151" fmla="*/ 338849 h 1705557"/>
              <a:gd name="connsiteX152" fmla="*/ 6009654 w 10232859"/>
              <a:gd name="connsiteY152" fmla="*/ 350040 h 1705557"/>
              <a:gd name="connsiteX153" fmla="*/ 6067487 w 10232859"/>
              <a:gd name="connsiteY153" fmla="*/ 340226 h 1705557"/>
              <a:gd name="connsiteX154" fmla="*/ 6073281 w 10232859"/>
              <a:gd name="connsiteY154" fmla="*/ 340830 h 1705557"/>
              <a:gd name="connsiteX155" fmla="*/ 6086225 w 10232859"/>
              <a:gd name="connsiteY155" fmla="*/ 346135 h 1705557"/>
              <a:gd name="connsiteX156" fmla="*/ 6105063 w 10232859"/>
              <a:gd name="connsiteY156" fmla="*/ 353854 h 1705557"/>
              <a:gd name="connsiteX157" fmla="*/ 6135796 w 10232859"/>
              <a:gd name="connsiteY157" fmla="*/ 369657 h 1705557"/>
              <a:gd name="connsiteX158" fmla="*/ 6195166 w 10232859"/>
              <a:gd name="connsiteY158" fmla="*/ 366704 h 1705557"/>
              <a:gd name="connsiteX159" fmla="*/ 6216259 w 10232859"/>
              <a:gd name="connsiteY159" fmla="*/ 369879 h 1705557"/>
              <a:gd name="connsiteX160" fmla="*/ 6228331 w 10232859"/>
              <a:gd name="connsiteY160" fmla="*/ 370548 h 1705557"/>
              <a:gd name="connsiteX161" fmla="*/ 6229602 w 10232859"/>
              <a:gd name="connsiteY161" fmla="*/ 369928 h 1705557"/>
              <a:gd name="connsiteX162" fmla="*/ 6258988 w 10232859"/>
              <a:gd name="connsiteY162" fmla="*/ 385174 h 1705557"/>
              <a:gd name="connsiteX163" fmla="*/ 6264106 w 10232859"/>
              <a:gd name="connsiteY163" fmla="*/ 385655 h 1705557"/>
              <a:gd name="connsiteX164" fmla="*/ 6281703 w 10232859"/>
              <a:gd name="connsiteY164" fmla="*/ 397568 h 1705557"/>
              <a:gd name="connsiteX165" fmla="*/ 6291622 w 10232859"/>
              <a:gd name="connsiteY165" fmla="*/ 402669 h 1705557"/>
              <a:gd name="connsiteX166" fmla="*/ 6292712 w 10232859"/>
              <a:gd name="connsiteY166" fmla="*/ 406285 h 1705557"/>
              <a:gd name="connsiteX167" fmla="*/ 6308227 w 10232859"/>
              <a:gd name="connsiteY167" fmla="*/ 412710 h 1705557"/>
              <a:gd name="connsiteX168" fmla="*/ 6328981 w 10232859"/>
              <a:gd name="connsiteY168" fmla="*/ 416009 h 1705557"/>
              <a:gd name="connsiteX169" fmla="*/ 6368693 w 10232859"/>
              <a:gd name="connsiteY169" fmla="*/ 424359 h 1705557"/>
              <a:gd name="connsiteX170" fmla="*/ 6414811 w 10232859"/>
              <a:gd name="connsiteY170" fmla="*/ 458714 h 1705557"/>
              <a:gd name="connsiteX171" fmla="*/ 6467879 w 10232859"/>
              <a:gd name="connsiteY171" fmla="*/ 474762 h 1705557"/>
              <a:gd name="connsiteX172" fmla="*/ 6564351 w 10232859"/>
              <a:gd name="connsiteY172" fmla="*/ 544032 h 1705557"/>
              <a:gd name="connsiteX173" fmla="*/ 6711178 w 10232859"/>
              <a:gd name="connsiteY173" fmla="*/ 580124 h 1705557"/>
              <a:gd name="connsiteX174" fmla="*/ 6764036 w 10232859"/>
              <a:gd name="connsiteY174" fmla="*/ 595457 h 1705557"/>
              <a:gd name="connsiteX175" fmla="*/ 6858983 w 10232859"/>
              <a:gd name="connsiteY175" fmla="*/ 630237 h 1705557"/>
              <a:gd name="connsiteX176" fmla="*/ 6910661 w 10232859"/>
              <a:gd name="connsiteY176" fmla="*/ 641134 h 1705557"/>
              <a:gd name="connsiteX177" fmla="*/ 6944111 w 10232859"/>
              <a:gd name="connsiteY177" fmla="*/ 666016 h 1705557"/>
              <a:gd name="connsiteX178" fmla="*/ 6965771 w 10232859"/>
              <a:gd name="connsiteY178" fmla="*/ 666445 h 1705557"/>
              <a:gd name="connsiteX179" fmla="*/ 6969639 w 10232859"/>
              <a:gd name="connsiteY179" fmla="*/ 666351 h 1705557"/>
              <a:gd name="connsiteX180" fmla="*/ 6982242 w 10232859"/>
              <a:gd name="connsiteY180" fmla="*/ 669626 h 1705557"/>
              <a:gd name="connsiteX181" fmla="*/ 6989387 w 10232859"/>
              <a:gd name="connsiteY181" fmla="*/ 665988 h 1705557"/>
              <a:gd name="connsiteX182" fmla="*/ 7010930 w 10232859"/>
              <a:gd name="connsiteY182" fmla="*/ 667648 h 1705557"/>
              <a:gd name="connsiteX183" fmla="*/ 7033125 w 10232859"/>
              <a:gd name="connsiteY183" fmla="*/ 674950 h 1705557"/>
              <a:gd name="connsiteX184" fmla="*/ 7134461 w 10232859"/>
              <a:gd name="connsiteY184" fmla="*/ 714706 h 1705557"/>
              <a:gd name="connsiteX185" fmla="*/ 7197450 w 10232859"/>
              <a:gd name="connsiteY185" fmla="*/ 735608 h 1705557"/>
              <a:gd name="connsiteX186" fmla="*/ 7225084 w 10232859"/>
              <a:gd name="connsiteY186" fmla="*/ 739019 h 1705557"/>
              <a:gd name="connsiteX187" fmla="*/ 7261183 w 10232859"/>
              <a:gd name="connsiteY187" fmla="*/ 746827 h 1705557"/>
              <a:gd name="connsiteX188" fmla="*/ 7327760 w 10232859"/>
              <a:gd name="connsiteY188" fmla="*/ 757100 h 1705557"/>
              <a:gd name="connsiteX189" fmla="*/ 7412222 w 10232859"/>
              <a:gd name="connsiteY189" fmla="*/ 777001 h 1705557"/>
              <a:gd name="connsiteX190" fmla="*/ 7457904 w 10232859"/>
              <a:gd name="connsiteY190" fmla="*/ 810835 h 1705557"/>
              <a:gd name="connsiteX191" fmla="*/ 7465795 w 10232859"/>
              <a:gd name="connsiteY191" fmla="*/ 809112 h 1705557"/>
              <a:gd name="connsiteX192" fmla="*/ 7505046 w 10232859"/>
              <a:gd name="connsiteY192" fmla="*/ 823031 h 1705557"/>
              <a:gd name="connsiteX193" fmla="*/ 7623220 w 10232859"/>
              <a:gd name="connsiteY193" fmla="*/ 895034 h 1705557"/>
              <a:gd name="connsiteX194" fmla="*/ 7700458 w 10232859"/>
              <a:gd name="connsiteY194" fmla="*/ 921593 h 1705557"/>
              <a:gd name="connsiteX195" fmla="*/ 7730988 w 10232859"/>
              <a:gd name="connsiteY195" fmla="*/ 927270 h 1705557"/>
              <a:gd name="connsiteX196" fmla="*/ 7781942 w 10232859"/>
              <a:gd name="connsiteY196" fmla="*/ 937017 h 1705557"/>
              <a:gd name="connsiteX197" fmla="*/ 7827704 w 10232859"/>
              <a:gd name="connsiteY197" fmla="*/ 935072 h 1705557"/>
              <a:gd name="connsiteX198" fmla="*/ 7867270 w 10232859"/>
              <a:gd name="connsiteY198" fmla="*/ 946880 h 1705557"/>
              <a:gd name="connsiteX199" fmla="*/ 7866538 w 10232859"/>
              <a:gd name="connsiteY199" fmla="*/ 961559 h 1705557"/>
              <a:gd name="connsiteX200" fmla="*/ 7912084 w 10232859"/>
              <a:gd name="connsiteY200" fmla="*/ 970314 h 1705557"/>
              <a:gd name="connsiteX201" fmla="*/ 7982264 w 10232859"/>
              <a:gd name="connsiteY201" fmla="*/ 982287 h 1705557"/>
              <a:gd name="connsiteX202" fmla="*/ 7991272 w 10232859"/>
              <a:gd name="connsiteY202" fmla="*/ 987618 h 1705557"/>
              <a:gd name="connsiteX203" fmla="*/ 8006496 w 10232859"/>
              <a:gd name="connsiteY203" fmla="*/ 979353 h 1705557"/>
              <a:gd name="connsiteX204" fmla="*/ 8034497 w 10232859"/>
              <a:gd name="connsiteY204" fmla="*/ 978568 h 1705557"/>
              <a:gd name="connsiteX205" fmla="*/ 8150881 w 10232859"/>
              <a:gd name="connsiteY205" fmla="*/ 996925 h 1705557"/>
              <a:gd name="connsiteX206" fmla="*/ 8172106 w 10232859"/>
              <a:gd name="connsiteY206" fmla="*/ 997026 h 1705557"/>
              <a:gd name="connsiteX207" fmla="*/ 8196076 w 10232859"/>
              <a:gd name="connsiteY207" fmla="*/ 1006592 h 1705557"/>
              <a:gd name="connsiteX208" fmla="*/ 8247463 w 10232859"/>
              <a:gd name="connsiteY208" fmla="*/ 1022846 h 1705557"/>
              <a:gd name="connsiteX209" fmla="*/ 8279272 w 10232859"/>
              <a:gd name="connsiteY209" fmla="*/ 1039435 h 1705557"/>
              <a:gd name="connsiteX210" fmla="*/ 8289611 w 10232859"/>
              <a:gd name="connsiteY210" fmla="*/ 1035144 h 1705557"/>
              <a:gd name="connsiteX211" fmla="*/ 8311483 w 10232859"/>
              <a:gd name="connsiteY211" fmla="*/ 1035913 h 1705557"/>
              <a:gd name="connsiteX212" fmla="*/ 8399489 w 10232859"/>
              <a:gd name="connsiteY212" fmla="*/ 1055076 h 1705557"/>
              <a:gd name="connsiteX213" fmla="*/ 8415973 w 10232859"/>
              <a:gd name="connsiteY213" fmla="*/ 1056174 h 1705557"/>
              <a:gd name="connsiteX214" fmla="*/ 8433326 w 10232859"/>
              <a:gd name="connsiteY214" fmla="*/ 1064395 h 1705557"/>
              <a:gd name="connsiteX215" fmla="*/ 8502328 w 10232859"/>
              <a:gd name="connsiteY215" fmla="*/ 1098012 h 1705557"/>
              <a:gd name="connsiteX216" fmla="*/ 8534346 w 10232859"/>
              <a:gd name="connsiteY216" fmla="*/ 1113494 h 1705557"/>
              <a:gd name="connsiteX217" fmla="*/ 8534980 w 10232859"/>
              <a:gd name="connsiteY217" fmla="*/ 1117375 h 1705557"/>
              <a:gd name="connsiteX218" fmla="*/ 8544104 w 10232859"/>
              <a:gd name="connsiteY218" fmla="*/ 1114920 h 1705557"/>
              <a:gd name="connsiteX219" fmla="*/ 8567742 w 10232859"/>
              <a:gd name="connsiteY219" fmla="*/ 1124104 h 1705557"/>
              <a:gd name="connsiteX220" fmla="*/ 8633779 w 10232859"/>
              <a:gd name="connsiteY220" fmla="*/ 1145740 h 1705557"/>
              <a:gd name="connsiteX221" fmla="*/ 8676965 w 10232859"/>
              <a:gd name="connsiteY221" fmla="*/ 1163463 h 1705557"/>
              <a:gd name="connsiteX222" fmla="*/ 8698944 w 10232859"/>
              <a:gd name="connsiteY222" fmla="*/ 1163453 h 1705557"/>
              <a:gd name="connsiteX223" fmla="*/ 8711456 w 10232859"/>
              <a:gd name="connsiteY223" fmla="*/ 1175731 h 1705557"/>
              <a:gd name="connsiteX224" fmla="*/ 8732793 w 10232859"/>
              <a:gd name="connsiteY224" fmla="*/ 1179486 h 1705557"/>
              <a:gd name="connsiteX225" fmla="*/ 8751897 w 10232859"/>
              <a:gd name="connsiteY225" fmla="*/ 1197400 h 1705557"/>
              <a:gd name="connsiteX226" fmla="*/ 8793564 w 10232859"/>
              <a:gd name="connsiteY226" fmla="*/ 1179086 h 1705557"/>
              <a:gd name="connsiteX227" fmla="*/ 8834270 w 10232859"/>
              <a:gd name="connsiteY227" fmla="*/ 1213138 h 1705557"/>
              <a:gd name="connsiteX228" fmla="*/ 8853872 w 10232859"/>
              <a:gd name="connsiteY228" fmla="*/ 1221228 h 1705557"/>
              <a:gd name="connsiteX229" fmla="*/ 8861901 w 10232859"/>
              <a:gd name="connsiteY229" fmla="*/ 1217889 h 1705557"/>
              <a:gd name="connsiteX230" fmla="*/ 8874168 w 10232859"/>
              <a:gd name="connsiteY230" fmla="*/ 1220481 h 1705557"/>
              <a:gd name="connsiteX231" fmla="*/ 8871123 w 10232859"/>
              <a:gd name="connsiteY231" fmla="*/ 1227674 h 1705557"/>
              <a:gd name="connsiteX232" fmla="*/ 8903537 w 10232859"/>
              <a:gd name="connsiteY232" fmla="*/ 1237102 h 1705557"/>
              <a:gd name="connsiteX233" fmla="*/ 8933767 w 10232859"/>
              <a:gd name="connsiteY233" fmla="*/ 1269882 h 1705557"/>
              <a:gd name="connsiteX234" fmla="*/ 8985765 w 10232859"/>
              <a:gd name="connsiteY234" fmla="*/ 1294178 h 1705557"/>
              <a:gd name="connsiteX235" fmla="*/ 9071444 w 10232859"/>
              <a:gd name="connsiteY235" fmla="*/ 1323819 h 1705557"/>
              <a:gd name="connsiteX236" fmla="*/ 9096711 w 10232859"/>
              <a:gd name="connsiteY236" fmla="*/ 1334291 h 1705557"/>
              <a:gd name="connsiteX237" fmla="*/ 9338853 w 10232859"/>
              <a:gd name="connsiteY237" fmla="*/ 1454560 h 1705557"/>
              <a:gd name="connsiteX238" fmla="*/ 9520814 w 10232859"/>
              <a:gd name="connsiteY238" fmla="*/ 1456341 h 1705557"/>
              <a:gd name="connsiteX239" fmla="*/ 9702271 w 10232859"/>
              <a:gd name="connsiteY239" fmla="*/ 1495067 h 1705557"/>
              <a:gd name="connsiteX240" fmla="*/ 9744273 w 10232859"/>
              <a:gd name="connsiteY240" fmla="*/ 1530026 h 1705557"/>
              <a:gd name="connsiteX241" fmla="*/ 9771903 w 10232859"/>
              <a:gd name="connsiteY241" fmla="*/ 1536548 h 1705557"/>
              <a:gd name="connsiteX242" fmla="*/ 9818565 w 10232859"/>
              <a:gd name="connsiteY242" fmla="*/ 1545059 h 1705557"/>
              <a:gd name="connsiteX243" fmla="*/ 9882202 w 10232859"/>
              <a:gd name="connsiteY243" fmla="*/ 1572402 h 1705557"/>
              <a:gd name="connsiteX244" fmla="*/ 10022025 w 10232859"/>
              <a:gd name="connsiteY244" fmla="*/ 1606210 h 1705557"/>
              <a:gd name="connsiteX245" fmla="*/ 10220406 w 10232859"/>
              <a:gd name="connsiteY245" fmla="*/ 1683519 h 1705557"/>
              <a:gd name="connsiteX246" fmla="*/ 10232859 w 10232859"/>
              <a:gd name="connsiteY246" fmla="*/ 1705557 h 1705557"/>
              <a:gd name="connsiteX247" fmla="*/ 0 w 10232859"/>
              <a:gd name="connsiteY247" fmla="*/ 1705557 h 1705557"/>
              <a:gd name="connsiteX248" fmla="*/ 0 w 10232859"/>
              <a:gd name="connsiteY248" fmla="*/ 28342 h 1705557"/>
              <a:gd name="connsiteX249" fmla="*/ 8097 w 10232859"/>
              <a:gd name="connsiteY249" fmla="*/ 30869 h 1705557"/>
              <a:gd name="connsiteX250" fmla="*/ 77128 w 10232859"/>
              <a:gd name="connsiteY250" fmla="*/ 13381 h 1705557"/>
              <a:gd name="connsiteX251" fmla="*/ 188338 w 10232859"/>
              <a:gd name="connsiteY251" fmla="*/ 11593 h 1705557"/>
              <a:gd name="connsiteX252" fmla="*/ 298809 w 10232859"/>
              <a:gd name="connsiteY252" fmla="*/ 12712 h 1705557"/>
              <a:gd name="connsiteX253" fmla="*/ 338985 w 10232859"/>
              <a:gd name="connsiteY253" fmla="*/ 14520 h 1705557"/>
              <a:gd name="connsiteX254" fmla="*/ 409815 w 10232859"/>
              <a:gd name="connsiteY254" fmla="*/ 11559 h 1705557"/>
              <a:gd name="connsiteX255" fmla="*/ 424169 w 10232859"/>
              <a:gd name="connsiteY255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90341 w 10232859"/>
              <a:gd name="connsiteY50" fmla="*/ 217588 h 1705557"/>
              <a:gd name="connsiteX51" fmla="*/ 2588929 w 10232859"/>
              <a:gd name="connsiteY51" fmla="*/ 207494 h 1705557"/>
              <a:gd name="connsiteX52" fmla="*/ 2687426 w 10232859"/>
              <a:gd name="connsiteY52" fmla="*/ 200362 h 1705557"/>
              <a:gd name="connsiteX53" fmla="*/ 2723517 w 10232859"/>
              <a:gd name="connsiteY53" fmla="*/ 199166 h 1705557"/>
              <a:gd name="connsiteX54" fmla="*/ 2785956 w 10232859"/>
              <a:gd name="connsiteY54" fmla="*/ 190918 h 1705557"/>
              <a:gd name="connsiteX55" fmla="*/ 2813378 w 10232859"/>
              <a:gd name="connsiteY55" fmla="*/ 183347 h 1705557"/>
              <a:gd name="connsiteX56" fmla="*/ 2814782 w 10232859"/>
              <a:gd name="connsiteY56" fmla="*/ 183667 h 1705557"/>
              <a:gd name="connsiteX57" fmla="*/ 2816580 w 10232859"/>
              <a:gd name="connsiteY57" fmla="*/ 180880 h 1705557"/>
              <a:gd name="connsiteX58" fmla="*/ 2821623 w 10232859"/>
              <a:gd name="connsiteY58" fmla="*/ 179389 h 1705557"/>
              <a:gd name="connsiteX59" fmla="*/ 2836688 w 10232859"/>
              <a:gd name="connsiteY59" fmla="*/ 179485 h 1705557"/>
              <a:gd name="connsiteX60" fmla="*/ 2842564 w 10232859"/>
              <a:gd name="connsiteY60" fmla="*/ 180209 h 1705557"/>
              <a:gd name="connsiteX61" fmla="*/ 2850712 w 10232859"/>
              <a:gd name="connsiteY61" fmla="*/ 179804 h 1705557"/>
              <a:gd name="connsiteX62" fmla="*/ 2850846 w 10232859"/>
              <a:gd name="connsiteY62" fmla="*/ 179576 h 1705557"/>
              <a:gd name="connsiteX63" fmla="*/ 2858611 w 10232859"/>
              <a:gd name="connsiteY63" fmla="*/ 179626 h 1705557"/>
              <a:gd name="connsiteX64" fmla="*/ 2897454 w 10232859"/>
              <a:gd name="connsiteY64" fmla="*/ 182628 h 1705557"/>
              <a:gd name="connsiteX65" fmla="*/ 2940369 w 10232859"/>
              <a:gd name="connsiteY65" fmla="*/ 159458 h 1705557"/>
              <a:gd name="connsiteX66" fmla="*/ 2959670 w 10232859"/>
              <a:gd name="connsiteY66" fmla="*/ 154881 h 1705557"/>
              <a:gd name="connsiteX67" fmla="*/ 2969615 w 10232859"/>
              <a:gd name="connsiteY67" fmla="*/ 151269 h 1705557"/>
              <a:gd name="connsiteX68" fmla="*/ 2970000 w 10232859"/>
              <a:gd name="connsiteY68" fmla="*/ 150290 h 1705557"/>
              <a:gd name="connsiteX69" fmla="*/ 3007272 w 10232859"/>
              <a:gd name="connsiteY69" fmla="*/ 153280 h 1705557"/>
              <a:gd name="connsiteX70" fmla="*/ 3011677 w 10232859"/>
              <a:gd name="connsiteY70" fmla="*/ 151918 h 1705557"/>
              <a:gd name="connsiteX71" fmla="*/ 3036668 w 10232859"/>
              <a:gd name="connsiteY71" fmla="*/ 156118 h 1705557"/>
              <a:gd name="connsiteX72" fmla="*/ 3049208 w 10232859"/>
              <a:gd name="connsiteY72" fmla="*/ 157087 h 1705557"/>
              <a:gd name="connsiteX73" fmla="*/ 3053517 w 10232859"/>
              <a:gd name="connsiteY73" fmla="*/ 159836 h 1705557"/>
              <a:gd name="connsiteX74" fmla="*/ 3071637 w 10232859"/>
              <a:gd name="connsiteY74" fmla="*/ 160010 h 1705557"/>
              <a:gd name="connsiteX75" fmla="*/ 3110077 w 10232859"/>
              <a:gd name="connsiteY75" fmla="*/ 155716 h 1705557"/>
              <a:gd name="connsiteX76" fmla="*/ 3173743 w 10232859"/>
              <a:gd name="connsiteY76" fmla="*/ 166095 h 1705557"/>
              <a:gd name="connsiteX77" fmla="*/ 3254203 w 10232859"/>
              <a:gd name="connsiteY77" fmla="*/ 158270 h 1705557"/>
              <a:gd name="connsiteX78" fmla="*/ 3380350 w 10232859"/>
              <a:gd name="connsiteY78" fmla="*/ 157665 h 1705557"/>
              <a:gd name="connsiteX79" fmla="*/ 3476147 w 10232859"/>
              <a:gd name="connsiteY79" fmla="*/ 177439 h 1705557"/>
              <a:gd name="connsiteX80" fmla="*/ 3581876 w 10232859"/>
              <a:gd name="connsiteY80" fmla="*/ 156962 h 1705557"/>
              <a:gd name="connsiteX81" fmla="*/ 3704761 w 10232859"/>
              <a:gd name="connsiteY81" fmla="*/ 157006 h 1705557"/>
              <a:gd name="connsiteX82" fmla="*/ 3755040 w 10232859"/>
              <a:gd name="connsiteY82" fmla="*/ 148492 h 1705557"/>
              <a:gd name="connsiteX83" fmla="*/ 3804689 w 10232859"/>
              <a:gd name="connsiteY83" fmla="*/ 158407 h 1705557"/>
              <a:gd name="connsiteX84" fmla="*/ 3821793 w 10232859"/>
              <a:gd name="connsiteY84" fmla="*/ 151257 h 1705557"/>
              <a:gd name="connsiteX85" fmla="*/ 3824682 w 10232859"/>
              <a:gd name="connsiteY85" fmla="*/ 149833 h 1705557"/>
              <a:gd name="connsiteX86" fmla="*/ 3837536 w 10232859"/>
              <a:gd name="connsiteY86" fmla="*/ 148292 h 1705557"/>
              <a:gd name="connsiteX87" fmla="*/ 3839550 w 10232859"/>
              <a:gd name="connsiteY87" fmla="*/ 142661 h 1705557"/>
              <a:gd name="connsiteX88" fmla="*/ 3857743 w 10232859"/>
              <a:gd name="connsiteY88" fmla="*/ 136618 h 1705557"/>
              <a:gd name="connsiteX89" fmla="*/ 3881852 w 10232859"/>
              <a:gd name="connsiteY89" fmla="*/ 135231 h 1705557"/>
              <a:gd name="connsiteX90" fmla="*/ 3998088 w 10232859"/>
              <a:gd name="connsiteY90" fmla="*/ 134446 h 1705557"/>
              <a:gd name="connsiteX91" fmla="*/ 4066682 w 10232859"/>
              <a:gd name="connsiteY91" fmla="*/ 130661 h 1705557"/>
              <a:gd name="connsiteX92" fmla="*/ 4091246 w 10232859"/>
              <a:gd name="connsiteY92" fmla="*/ 124017 h 1705557"/>
              <a:gd name="connsiteX93" fmla="*/ 4126556 w 10232859"/>
              <a:gd name="connsiteY93" fmla="*/ 118239 h 1705557"/>
              <a:gd name="connsiteX94" fmla="*/ 4187717 w 10232859"/>
              <a:gd name="connsiteY94" fmla="*/ 104010 h 1705557"/>
              <a:gd name="connsiteX95" fmla="*/ 4220826 w 10232859"/>
              <a:gd name="connsiteY95" fmla="*/ 102505 h 1705557"/>
              <a:gd name="connsiteX96" fmla="*/ 4239014 w 10232859"/>
              <a:gd name="connsiteY96" fmla="*/ 97354 h 1705557"/>
              <a:gd name="connsiteX97" fmla="*/ 4246653 w 10232859"/>
              <a:gd name="connsiteY97" fmla="*/ 97874 h 1705557"/>
              <a:gd name="connsiteX98" fmla="*/ 4271841 w 10232859"/>
              <a:gd name="connsiteY98" fmla="*/ 96702 h 1705557"/>
              <a:gd name="connsiteX99" fmla="*/ 4286277 w 10232859"/>
              <a:gd name="connsiteY99" fmla="*/ 96687 h 1705557"/>
              <a:gd name="connsiteX100" fmla="*/ 4292025 w 10232859"/>
              <a:gd name="connsiteY100" fmla="*/ 96921 h 1705557"/>
              <a:gd name="connsiteX101" fmla="*/ 4304713 w 10232859"/>
              <a:gd name="connsiteY101" fmla="*/ 102187 h 1705557"/>
              <a:gd name="connsiteX102" fmla="*/ 4321285 w 10232859"/>
              <a:gd name="connsiteY102" fmla="*/ 100074 h 1705557"/>
              <a:gd name="connsiteX103" fmla="*/ 4339561 w 10232859"/>
              <a:gd name="connsiteY103" fmla="*/ 105320 h 1705557"/>
              <a:gd name="connsiteX104" fmla="*/ 4343990 w 10232859"/>
              <a:gd name="connsiteY104" fmla="*/ 101090 h 1705557"/>
              <a:gd name="connsiteX105" fmla="*/ 4358885 w 10232859"/>
              <a:gd name="connsiteY105" fmla="*/ 96778 h 1705557"/>
              <a:gd name="connsiteX106" fmla="*/ 4371648 w 10232859"/>
              <a:gd name="connsiteY106" fmla="*/ 101826 h 1705557"/>
              <a:gd name="connsiteX107" fmla="*/ 4398380 w 10232859"/>
              <a:gd name="connsiteY107" fmla="*/ 104961 h 1705557"/>
              <a:gd name="connsiteX108" fmla="*/ 4405729 w 10232859"/>
              <a:gd name="connsiteY108" fmla="*/ 104191 h 1705557"/>
              <a:gd name="connsiteX109" fmla="*/ 4431408 w 10232859"/>
              <a:gd name="connsiteY109" fmla="*/ 110825 h 1705557"/>
              <a:gd name="connsiteX110" fmla="*/ 4472183 w 10232859"/>
              <a:gd name="connsiteY110" fmla="*/ 116430 h 1705557"/>
              <a:gd name="connsiteX111" fmla="*/ 4518828 w 10232859"/>
              <a:gd name="connsiteY111" fmla="*/ 119114 h 1705557"/>
              <a:gd name="connsiteX112" fmla="*/ 4532040 w 10232859"/>
              <a:gd name="connsiteY112" fmla="*/ 124307 h 1705557"/>
              <a:gd name="connsiteX113" fmla="*/ 4617778 w 10232859"/>
              <a:gd name="connsiteY113" fmla="*/ 136993 h 1705557"/>
              <a:gd name="connsiteX114" fmla="*/ 4641872 w 10232859"/>
              <a:gd name="connsiteY114" fmla="*/ 140721 h 1705557"/>
              <a:gd name="connsiteX115" fmla="*/ 4662766 w 10232859"/>
              <a:gd name="connsiteY115" fmla="*/ 138952 h 1705557"/>
              <a:gd name="connsiteX116" fmla="*/ 4667770 w 10232859"/>
              <a:gd name="connsiteY116" fmla="*/ 134208 h 1705557"/>
              <a:gd name="connsiteX117" fmla="*/ 4681052 w 10232859"/>
              <a:gd name="connsiteY117" fmla="*/ 135461 h 1705557"/>
              <a:gd name="connsiteX118" fmla="*/ 4684624 w 10232859"/>
              <a:gd name="connsiteY118" fmla="*/ 134755 h 1705557"/>
              <a:gd name="connsiteX119" fmla="*/ 4705061 w 10232859"/>
              <a:gd name="connsiteY119" fmla="*/ 131748 h 1705557"/>
              <a:gd name="connsiteX120" fmla="*/ 4747746 w 10232859"/>
              <a:gd name="connsiteY120" fmla="*/ 151131 h 1705557"/>
              <a:gd name="connsiteX121" fmla="*/ 4801045 w 10232859"/>
              <a:gd name="connsiteY121" fmla="*/ 153753 h 1705557"/>
              <a:gd name="connsiteX122" fmla="*/ 5001600 w 10232859"/>
              <a:gd name="connsiteY122" fmla="*/ 196753 h 1705557"/>
              <a:gd name="connsiteX123" fmla="*/ 5033465 w 10232859"/>
              <a:gd name="connsiteY123" fmla="*/ 182429 h 1705557"/>
              <a:gd name="connsiteX124" fmla="*/ 5115965 w 10232859"/>
              <a:gd name="connsiteY124" fmla="*/ 192583 h 1705557"/>
              <a:gd name="connsiteX125" fmla="*/ 5237936 w 10232859"/>
              <a:gd name="connsiteY125" fmla="*/ 246022 h 1705557"/>
              <a:gd name="connsiteX126" fmla="*/ 5290566 w 10232859"/>
              <a:gd name="connsiteY126" fmla="*/ 269809 h 1705557"/>
              <a:gd name="connsiteX127" fmla="*/ 5344878 w 10232859"/>
              <a:gd name="connsiteY127" fmla="*/ 282874 h 1705557"/>
              <a:gd name="connsiteX128" fmla="*/ 5413398 w 10232859"/>
              <a:gd name="connsiteY128" fmla="*/ 282749 h 1705557"/>
              <a:gd name="connsiteX129" fmla="*/ 5415629 w 10232859"/>
              <a:gd name="connsiteY129" fmla="*/ 282282 h 1705557"/>
              <a:gd name="connsiteX130" fmla="*/ 5433078 w 10232859"/>
              <a:gd name="connsiteY130" fmla="*/ 286198 h 1705557"/>
              <a:gd name="connsiteX131" fmla="*/ 5435759 w 10232859"/>
              <a:gd name="connsiteY131" fmla="*/ 289614 h 1705557"/>
              <a:gd name="connsiteX132" fmla="*/ 5447372 w 10232859"/>
              <a:gd name="connsiteY132" fmla="*/ 293101 h 1705557"/>
              <a:gd name="connsiteX133" fmla="*/ 5469289 w 10232859"/>
              <a:gd name="connsiteY133" fmla="*/ 302134 h 1705557"/>
              <a:gd name="connsiteX134" fmla="*/ 5508752 w 10232859"/>
              <a:gd name="connsiteY134" fmla="*/ 312267 h 1705557"/>
              <a:gd name="connsiteX135" fmla="*/ 5509657 w 10232859"/>
              <a:gd name="connsiteY135" fmla="*/ 311450 h 1705557"/>
              <a:gd name="connsiteX136" fmla="*/ 5521245 w 10232859"/>
              <a:gd name="connsiteY136" fmla="*/ 310202 h 1705557"/>
              <a:gd name="connsiteX137" fmla="*/ 5542415 w 10232859"/>
              <a:gd name="connsiteY137" fmla="*/ 310009 h 1705557"/>
              <a:gd name="connsiteX138" fmla="*/ 5596538 w 10232859"/>
              <a:gd name="connsiteY138" fmla="*/ 297667 h 1705557"/>
              <a:gd name="connsiteX139" fmla="*/ 5632514 w 10232859"/>
              <a:gd name="connsiteY139" fmla="*/ 308476 h 1705557"/>
              <a:gd name="connsiteX140" fmla="*/ 5640005 w 10232859"/>
              <a:gd name="connsiteY140" fmla="*/ 310131 h 1705557"/>
              <a:gd name="connsiteX141" fmla="*/ 5640259 w 10232859"/>
              <a:gd name="connsiteY141" fmla="*/ 309949 h 1705557"/>
              <a:gd name="connsiteX142" fmla="*/ 5648365 w 10232859"/>
              <a:gd name="connsiteY142" fmla="*/ 311268 h 1705557"/>
              <a:gd name="connsiteX143" fmla="*/ 5653662 w 10232859"/>
              <a:gd name="connsiteY143" fmla="*/ 313149 h 1705557"/>
              <a:gd name="connsiteX144" fmla="*/ 5668196 w 10232859"/>
              <a:gd name="connsiteY144" fmla="*/ 316360 h 1705557"/>
              <a:gd name="connsiteX145" fmla="*/ 5673886 w 10232859"/>
              <a:gd name="connsiteY145" fmla="*/ 316040 h 1705557"/>
              <a:gd name="connsiteX146" fmla="*/ 5677139 w 10232859"/>
              <a:gd name="connsiteY146" fmla="*/ 313859 h 1705557"/>
              <a:gd name="connsiteX147" fmla="*/ 5708983 w 10232859"/>
              <a:gd name="connsiteY147" fmla="*/ 313188 h 1705557"/>
              <a:gd name="connsiteX148" fmla="*/ 5773909 w 10232859"/>
              <a:gd name="connsiteY148" fmla="*/ 318575 h 1705557"/>
              <a:gd name="connsiteX149" fmla="*/ 5809500 w 10232859"/>
              <a:gd name="connsiteY149" fmla="*/ 324964 h 1705557"/>
              <a:gd name="connsiteX150" fmla="*/ 5908729 w 10232859"/>
              <a:gd name="connsiteY150" fmla="*/ 338849 h 1705557"/>
              <a:gd name="connsiteX151" fmla="*/ 6009654 w 10232859"/>
              <a:gd name="connsiteY151" fmla="*/ 350040 h 1705557"/>
              <a:gd name="connsiteX152" fmla="*/ 6067487 w 10232859"/>
              <a:gd name="connsiteY152" fmla="*/ 340226 h 1705557"/>
              <a:gd name="connsiteX153" fmla="*/ 6073281 w 10232859"/>
              <a:gd name="connsiteY153" fmla="*/ 340830 h 1705557"/>
              <a:gd name="connsiteX154" fmla="*/ 6086225 w 10232859"/>
              <a:gd name="connsiteY154" fmla="*/ 346135 h 1705557"/>
              <a:gd name="connsiteX155" fmla="*/ 6105063 w 10232859"/>
              <a:gd name="connsiteY155" fmla="*/ 353854 h 1705557"/>
              <a:gd name="connsiteX156" fmla="*/ 6135796 w 10232859"/>
              <a:gd name="connsiteY156" fmla="*/ 369657 h 1705557"/>
              <a:gd name="connsiteX157" fmla="*/ 6195166 w 10232859"/>
              <a:gd name="connsiteY157" fmla="*/ 366704 h 1705557"/>
              <a:gd name="connsiteX158" fmla="*/ 6216259 w 10232859"/>
              <a:gd name="connsiteY158" fmla="*/ 369879 h 1705557"/>
              <a:gd name="connsiteX159" fmla="*/ 6228331 w 10232859"/>
              <a:gd name="connsiteY159" fmla="*/ 370548 h 1705557"/>
              <a:gd name="connsiteX160" fmla="*/ 6229602 w 10232859"/>
              <a:gd name="connsiteY160" fmla="*/ 369928 h 1705557"/>
              <a:gd name="connsiteX161" fmla="*/ 6258988 w 10232859"/>
              <a:gd name="connsiteY161" fmla="*/ 385174 h 1705557"/>
              <a:gd name="connsiteX162" fmla="*/ 6264106 w 10232859"/>
              <a:gd name="connsiteY162" fmla="*/ 385655 h 1705557"/>
              <a:gd name="connsiteX163" fmla="*/ 6281703 w 10232859"/>
              <a:gd name="connsiteY163" fmla="*/ 397568 h 1705557"/>
              <a:gd name="connsiteX164" fmla="*/ 6291622 w 10232859"/>
              <a:gd name="connsiteY164" fmla="*/ 402669 h 1705557"/>
              <a:gd name="connsiteX165" fmla="*/ 6292712 w 10232859"/>
              <a:gd name="connsiteY165" fmla="*/ 406285 h 1705557"/>
              <a:gd name="connsiteX166" fmla="*/ 6308227 w 10232859"/>
              <a:gd name="connsiteY166" fmla="*/ 412710 h 1705557"/>
              <a:gd name="connsiteX167" fmla="*/ 6328981 w 10232859"/>
              <a:gd name="connsiteY167" fmla="*/ 416009 h 1705557"/>
              <a:gd name="connsiteX168" fmla="*/ 6368693 w 10232859"/>
              <a:gd name="connsiteY168" fmla="*/ 424359 h 1705557"/>
              <a:gd name="connsiteX169" fmla="*/ 6414811 w 10232859"/>
              <a:gd name="connsiteY169" fmla="*/ 458714 h 1705557"/>
              <a:gd name="connsiteX170" fmla="*/ 6467879 w 10232859"/>
              <a:gd name="connsiteY170" fmla="*/ 474762 h 1705557"/>
              <a:gd name="connsiteX171" fmla="*/ 6564351 w 10232859"/>
              <a:gd name="connsiteY171" fmla="*/ 544032 h 1705557"/>
              <a:gd name="connsiteX172" fmla="*/ 6711178 w 10232859"/>
              <a:gd name="connsiteY172" fmla="*/ 580124 h 1705557"/>
              <a:gd name="connsiteX173" fmla="*/ 6764036 w 10232859"/>
              <a:gd name="connsiteY173" fmla="*/ 595457 h 1705557"/>
              <a:gd name="connsiteX174" fmla="*/ 6858983 w 10232859"/>
              <a:gd name="connsiteY174" fmla="*/ 630237 h 1705557"/>
              <a:gd name="connsiteX175" fmla="*/ 6910661 w 10232859"/>
              <a:gd name="connsiteY175" fmla="*/ 641134 h 1705557"/>
              <a:gd name="connsiteX176" fmla="*/ 6944111 w 10232859"/>
              <a:gd name="connsiteY176" fmla="*/ 666016 h 1705557"/>
              <a:gd name="connsiteX177" fmla="*/ 6965771 w 10232859"/>
              <a:gd name="connsiteY177" fmla="*/ 666445 h 1705557"/>
              <a:gd name="connsiteX178" fmla="*/ 6969639 w 10232859"/>
              <a:gd name="connsiteY178" fmla="*/ 666351 h 1705557"/>
              <a:gd name="connsiteX179" fmla="*/ 6982242 w 10232859"/>
              <a:gd name="connsiteY179" fmla="*/ 669626 h 1705557"/>
              <a:gd name="connsiteX180" fmla="*/ 6989387 w 10232859"/>
              <a:gd name="connsiteY180" fmla="*/ 665988 h 1705557"/>
              <a:gd name="connsiteX181" fmla="*/ 7010930 w 10232859"/>
              <a:gd name="connsiteY181" fmla="*/ 667648 h 1705557"/>
              <a:gd name="connsiteX182" fmla="*/ 7033125 w 10232859"/>
              <a:gd name="connsiteY182" fmla="*/ 674950 h 1705557"/>
              <a:gd name="connsiteX183" fmla="*/ 7134461 w 10232859"/>
              <a:gd name="connsiteY183" fmla="*/ 714706 h 1705557"/>
              <a:gd name="connsiteX184" fmla="*/ 7197450 w 10232859"/>
              <a:gd name="connsiteY184" fmla="*/ 735608 h 1705557"/>
              <a:gd name="connsiteX185" fmla="*/ 7225084 w 10232859"/>
              <a:gd name="connsiteY185" fmla="*/ 739019 h 1705557"/>
              <a:gd name="connsiteX186" fmla="*/ 7261183 w 10232859"/>
              <a:gd name="connsiteY186" fmla="*/ 746827 h 1705557"/>
              <a:gd name="connsiteX187" fmla="*/ 7327760 w 10232859"/>
              <a:gd name="connsiteY187" fmla="*/ 757100 h 1705557"/>
              <a:gd name="connsiteX188" fmla="*/ 7412222 w 10232859"/>
              <a:gd name="connsiteY188" fmla="*/ 777001 h 1705557"/>
              <a:gd name="connsiteX189" fmla="*/ 7457904 w 10232859"/>
              <a:gd name="connsiteY189" fmla="*/ 810835 h 1705557"/>
              <a:gd name="connsiteX190" fmla="*/ 7465795 w 10232859"/>
              <a:gd name="connsiteY190" fmla="*/ 809112 h 1705557"/>
              <a:gd name="connsiteX191" fmla="*/ 7505046 w 10232859"/>
              <a:gd name="connsiteY191" fmla="*/ 823031 h 1705557"/>
              <a:gd name="connsiteX192" fmla="*/ 7623220 w 10232859"/>
              <a:gd name="connsiteY192" fmla="*/ 895034 h 1705557"/>
              <a:gd name="connsiteX193" fmla="*/ 7700458 w 10232859"/>
              <a:gd name="connsiteY193" fmla="*/ 921593 h 1705557"/>
              <a:gd name="connsiteX194" fmla="*/ 7730988 w 10232859"/>
              <a:gd name="connsiteY194" fmla="*/ 927270 h 1705557"/>
              <a:gd name="connsiteX195" fmla="*/ 7781942 w 10232859"/>
              <a:gd name="connsiteY195" fmla="*/ 937017 h 1705557"/>
              <a:gd name="connsiteX196" fmla="*/ 7827704 w 10232859"/>
              <a:gd name="connsiteY196" fmla="*/ 935072 h 1705557"/>
              <a:gd name="connsiteX197" fmla="*/ 7867270 w 10232859"/>
              <a:gd name="connsiteY197" fmla="*/ 946880 h 1705557"/>
              <a:gd name="connsiteX198" fmla="*/ 7866538 w 10232859"/>
              <a:gd name="connsiteY198" fmla="*/ 961559 h 1705557"/>
              <a:gd name="connsiteX199" fmla="*/ 7912084 w 10232859"/>
              <a:gd name="connsiteY199" fmla="*/ 970314 h 1705557"/>
              <a:gd name="connsiteX200" fmla="*/ 7982264 w 10232859"/>
              <a:gd name="connsiteY200" fmla="*/ 982287 h 1705557"/>
              <a:gd name="connsiteX201" fmla="*/ 7991272 w 10232859"/>
              <a:gd name="connsiteY201" fmla="*/ 987618 h 1705557"/>
              <a:gd name="connsiteX202" fmla="*/ 8006496 w 10232859"/>
              <a:gd name="connsiteY202" fmla="*/ 979353 h 1705557"/>
              <a:gd name="connsiteX203" fmla="*/ 8034497 w 10232859"/>
              <a:gd name="connsiteY203" fmla="*/ 978568 h 1705557"/>
              <a:gd name="connsiteX204" fmla="*/ 8150881 w 10232859"/>
              <a:gd name="connsiteY204" fmla="*/ 996925 h 1705557"/>
              <a:gd name="connsiteX205" fmla="*/ 8172106 w 10232859"/>
              <a:gd name="connsiteY205" fmla="*/ 997026 h 1705557"/>
              <a:gd name="connsiteX206" fmla="*/ 8196076 w 10232859"/>
              <a:gd name="connsiteY206" fmla="*/ 1006592 h 1705557"/>
              <a:gd name="connsiteX207" fmla="*/ 8247463 w 10232859"/>
              <a:gd name="connsiteY207" fmla="*/ 1022846 h 1705557"/>
              <a:gd name="connsiteX208" fmla="*/ 8279272 w 10232859"/>
              <a:gd name="connsiteY208" fmla="*/ 1039435 h 1705557"/>
              <a:gd name="connsiteX209" fmla="*/ 8289611 w 10232859"/>
              <a:gd name="connsiteY209" fmla="*/ 1035144 h 1705557"/>
              <a:gd name="connsiteX210" fmla="*/ 8311483 w 10232859"/>
              <a:gd name="connsiteY210" fmla="*/ 1035913 h 1705557"/>
              <a:gd name="connsiteX211" fmla="*/ 8399489 w 10232859"/>
              <a:gd name="connsiteY211" fmla="*/ 1055076 h 1705557"/>
              <a:gd name="connsiteX212" fmla="*/ 8415973 w 10232859"/>
              <a:gd name="connsiteY212" fmla="*/ 1056174 h 1705557"/>
              <a:gd name="connsiteX213" fmla="*/ 8433326 w 10232859"/>
              <a:gd name="connsiteY213" fmla="*/ 1064395 h 1705557"/>
              <a:gd name="connsiteX214" fmla="*/ 8502328 w 10232859"/>
              <a:gd name="connsiteY214" fmla="*/ 1098012 h 1705557"/>
              <a:gd name="connsiteX215" fmla="*/ 8534346 w 10232859"/>
              <a:gd name="connsiteY215" fmla="*/ 1113494 h 1705557"/>
              <a:gd name="connsiteX216" fmla="*/ 8534980 w 10232859"/>
              <a:gd name="connsiteY216" fmla="*/ 1117375 h 1705557"/>
              <a:gd name="connsiteX217" fmla="*/ 8544104 w 10232859"/>
              <a:gd name="connsiteY217" fmla="*/ 1114920 h 1705557"/>
              <a:gd name="connsiteX218" fmla="*/ 8567742 w 10232859"/>
              <a:gd name="connsiteY218" fmla="*/ 1124104 h 1705557"/>
              <a:gd name="connsiteX219" fmla="*/ 8633779 w 10232859"/>
              <a:gd name="connsiteY219" fmla="*/ 1145740 h 1705557"/>
              <a:gd name="connsiteX220" fmla="*/ 8676965 w 10232859"/>
              <a:gd name="connsiteY220" fmla="*/ 1163463 h 1705557"/>
              <a:gd name="connsiteX221" fmla="*/ 8698944 w 10232859"/>
              <a:gd name="connsiteY221" fmla="*/ 1163453 h 1705557"/>
              <a:gd name="connsiteX222" fmla="*/ 8711456 w 10232859"/>
              <a:gd name="connsiteY222" fmla="*/ 1175731 h 1705557"/>
              <a:gd name="connsiteX223" fmla="*/ 8732793 w 10232859"/>
              <a:gd name="connsiteY223" fmla="*/ 1179486 h 1705557"/>
              <a:gd name="connsiteX224" fmla="*/ 8751897 w 10232859"/>
              <a:gd name="connsiteY224" fmla="*/ 1197400 h 1705557"/>
              <a:gd name="connsiteX225" fmla="*/ 8793564 w 10232859"/>
              <a:gd name="connsiteY225" fmla="*/ 1179086 h 1705557"/>
              <a:gd name="connsiteX226" fmla="*/ 8834270 w 10232859"/>
              <a:gd name="connsiteY226" fmla="*/ 1213138 h 1705557"/>
              <a:gd name="connsiteX227" fmla="*/ 8853872 w 10232859"/>
              <a:gd name="connsiteY227" fmla="*/ 1221228 h 1705557"/>
              <a:gd name="connsiteX228" fmla="*/ 8861901 w 10232859"/>
              <a:gd name="connsiteY228" fmla="*/ 1217889 h 1705557"/>
              <a:gd name="connsiteX229" fmla="*/ 8874168 w 10232859"/>
              <a:gd name="connsiteY229" fmla="*/ 1220481 h 1705557"/>
              <a:gd name="connsiteX230" fmla="*/ 8871123 w 10232859"/>
              <a:gd name="connsiteY230" fmla="*/ 1227674 h 1705557"/>
              <a:gd name="connsiteX231" fmla="*/ 8903537 w 10232859"/>
              <a:gd name="connsiteY231" fmla="*/ 1237102 h 1705557"/>
              <a:gd name="connsiteX232" fmla="*/ 8933767 w 10232859"/>
              <a:gd name="connsiteY232" fmla="*/ 1269882 h 1705557"/>
              <a:gd name="connsiteX233" fmla="*/ 8985765 w 10232859"/>
              <a:gd name="connsiteY233" fmla="*/ 1294178 h 1705557"/>
              <a:gd name="connsiteX234" fmla="*/ 9071444 w 10232859"/>
              <a:gd name="connsiteY234" fmla="*/ 1323819 h 1705557"/>
              <a:gd name="connsiteX235" fmla="*/ 9096711 w 10232859"/>
              <a:gd name="connsiteY235" fmla="*/ 1334291 h 1705557"/>
              <a:gd name="connsiteX236" fmla="*/ 9338853 w 10232859"/>
              <a:gd name="connsiteY236" fmla="*/ 1454560 h 1705557"/>
              <a:gd name="connsiteX237" fmla="*/ 9520814 w 10232859"/>
              <a:gd name="connsiteY237" fmla="*/ 1456341 h 1705557"/>
              <a:gd name="connsiteX238" fmla="*/ 9702271 w 10232859"/>
              <a:gd name="connsiteY238" fmla="*/ 1495067 h 1705557"/>
              <a:gd name="connsiteX239" fmla="*/ 9744273 w 10232859"/>
              <a:gd name="connsiteY239" fmla="*/ 1530026 h 1705557"/>
              <a:gd name="connsiteX240" fmla="*/ 9771903 w 10232859"/>
              <a:gd name="connsiteY240" fmla="*/ 1536548 h 1705557"/>
              <a:gd name="connsiteX241" fmla="*/ 9818565 w 10232859"/>
              <a:gd name="connsiteY241" fmla="*/ 1545059 h 1705557"/>
              <a:gd name="connsiteX242" fmla="*/ 9882202 w 10232859"/>
              <a:gd name="connsiteY242" fmla="*/ 1572402 h 1705557"/>
              <a:gd name="connsiteX243" fmla="*/ 10022025 w 10232859"/>
              <a:gd name="connsiteY243" fmla="*/ 1606210 h 1705557"/>
              <a:gd name="connsiteX244" fmla="*/ 10220406 w 10232859"/>
              <a:gd name="connsiteY244" fmla="*/ 1683519 h 1705557"/>
              <a:gd name="connsiteX245" fmla="*/ 10232859 w 10232859"/>
              <a:gd name="connsiteY245" fmla="*/ 1705557 h 1705557"/>
              <a:gd name="connsiteX246" fmla="*/ 0 w 10232859"/>
              <a:gd name="connsiteY246" fmla="*/ 1705557 h 1705557"/>
              <a:gd name="connsiteX247" fmla="*/ 0 w 10232859"/>
              <a:gd name="connsiteY247" fmla="*/ 28342 h 1705557"/>
              <a:gd name="connsiteX248" fmla="*/ 8097 w 10232859"/>
              <a:gd name="connsiteY248" fmla="*/ 30869 h 1705557"/>
              <a:gd name="connsiteX249" fmla="*/ 77128 w 10232859"/>
              <a:gd name="connsiteY249" fmla="*/ 13381 h 1705557"/>
              <a:gd name="connsiteX250" fmla="*/ 188338 w 10232859"/>
              <a:gd name="connsiteY250" fmla="*/ 11593 h 1705557"/>
              <a:gd name="connsiteX251" fmla="*/ 298809 w 10232859"/>
              <a:gd name="connsiteY251" fmla="*/ 12712 h 1705557"/>
              <a:gd name="connsiteX252" fmla="*/ 338985 w 10232859"/>
              <a:gd name="connsiteY252" fmla="*/ 14520 h 1705557"/>
              <a:gd name="connsiteX253" fmla="*/ 409815 w 10232859"/>
              <a:gd name="connsiteY253" fmla="*/ 11559 h 1705557"/>
              <a:gd name="connsiteX254" fmla="*/ 424169 w 10232859"/>
              <a:gd name="connsiteY25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90341 w 10232859"/>
              <a:gd name="connsiteY49" fmla="*/ 217588 h 1705557"/>
              <a:gd name="connsiteX50" fmla="*/ 2588929 w 10232859"/>
              <a:gd name="connsiteY50" fmla="*/ 207494 h 1705557"/>
              <a:gd name="connsiteX51" fmla="*/ 2687426 w 10232859"/>
              <a:gd name="connsiteY51" fmla="*/ 200362 h 1705557"/>
              <a:gd name="connsiteX52" fmla="*/ 2723517 w 10232859"/>
              <a:gd name="connsiteY52" fmla="*/ 199166 h 1705557"/>
              <a:gd name="connsiteX53" fmla="*/ 2785956 w 10232859"/>
              <a:gd name="connsiteY53" fmla="*/ 190918 h 1705557"/>
              <a:gd name="connsiteX54" fmla="*/ 2813378 w 10232859"/>
              <a:gd name="connsiteY54" fmla="*/ 183347 h 1705557"/>
              <a:gd name="connsiteX55" fmla="*/ 2814782 w 10232859"/>
              <a:gd name="connsiteY55" fmla="*/ 183667 h 1705557"/>
              <a:gd name="connsiteX56" fmla="*/ 2816580 w 10232859"/>
              <a:gd name="connsiteY56" fmla="*/ 180880 h 1705557"/>
              <a:gd name="connsiteX57" fmla="*/ 2821623 w 10232859"/>
              <a:gd name="connsiteY57" fmla="*/ 179389 h 1705557"/>
              <a:gd name="connsiteX58" fmla="*/ 2836688 w 10232859"/>
              <a:gd name="connsiteY58" fmla="*/ 179485 h 1705557"/>
              <a:gd name="connsiteX59" fmla="*/ 2842564 w 10232859"/>
              <a:gd name="connsiteY59" fmla="*/ 180209 h 1705557"/>
              <a:gd name="connsiteX60" fmla="*/ 2850712 w 10232859"/>
              <a:gd name="connsiteY60" fmla="*/ 179804 h 1705557"/>
              <a:gd name="connsiteX61" fmla="*/ 2850846 w 10232859"/>
              <a:gd name="connsiteY61" fmla="*/ 179576 h 1705557"/>
              <a:gd name="connsiteX62" fmla="*/ 2858611 w 10232859"/>
              <a:gd name="connsiteY62" fmla="*/ 179626 h 1705557"/>
              <a:gd name="connsiteX63" fmla="*/ 2897454 w 10232859"/>
              <a:gd name="connsiteY63" fmla="*/ 182628 h 1705557"/>
              <a:gd name="connsiteX64" fmla="*/ 2940369 w 10232859"/>
              <a:gd name="connsiteY64" fmla="*/ 159458 h 1705557"/>
              <a:gd name="connsiteX65" fmla="*/ 2959670 w 10232859"/>
              <a:gd name="connsiteY65" fmla="*/ 154881 h 1705557"/>
              <a:gd name="connsiteX66" fmla="*/ 2969615 w 10232859"/>
              <a:gd name="connsiteY66" fmla="*/ 151269 h 1705557"/>
              <a:gd name="connsiteX67" fmla="*/ 2970000 w 10232859"/>
              <a:gd name="connsiteY67" fmla="*/ 150290 h 1705557"/>
              <a:gd name="connsiteX68" fmla="*/ 3007272 w 10232859"/>
              <a:gd name="connsiteY68" fmla="*/ 153280 h 1705557"/>
              <a:gd name="connsiteX69" fmla="*/ 3011677 w 10232859"/>
              <a:gd name="connsiteY69" fmla="*/ 151918 h 1705557"/>
              <a:gd name="connsiteX70" fmla="*/ 3036668 w 10232859"/>
              <a:gd name="connsiteY70" fmla="*/ 156118 h 1705557"/>
              <a:gd name="connsiteX71" fmla="*/ 3049208 w 10232859"/>
              <a:gd name="connsiteY71" fmla="*/ 157087 h 1705557"/>
              <a:gd name="connsiteX72" fmla="*/ 3053517 w 10232859"/>
              <a:gd name="connsiteY72" fmla="*/ 159836 h 1705557"/>
              <a:gd name="connsiteX73" fmla="*/ 3071637 w 10232859"/>
              <a:gd name="connsiteY73" fmla="*/ 160010 h 1705557"/>
              <a:gd name="connsiteX74" fmla="*/ 3110077 w 10232859"/>
              <a:gd name="connsiteY74" fmla="*/ 155716 h 1705557"/>
              <a:gd name="connsiteX75" fmla="*/ 3173743 w 10232859"/>
              <a:gd name="connsiteY75" fmla="*/ 166095 h 1705557"/>
              <a:gd name="connsiteX76" fmla="*/ 3254203 w 10232859"/>
              <a:gd name="connsiteY76" fmla="*/ 158270 h 1705557"/>
              <a:gd name="connsiteX77" fmla="*/ 3380350 w 10232859"/>
              <a:gd name="connsiteY77" fmla="*/ 157665 h 1705557"/>
              <a:gd name="connsiteX78" fmla="*/ 3476147 w 10232859"/>
              <a:gd name="connsiteY78" fmla="*/ 177439 h 1705557"/>
              <a:gd name="connsiteX79" fmla="*/ 3581876 w 10232859"/>
              <a:gd name="connsiteY79" fmla="*/ 156962 h 1705557"/>
              <a:gd name="connsiteX80" fmla="*/ 3704761 w 10232859"/>
              <a:gd name="connsiteY80" fmla="*/ 157006 h 1705557"/>
              <a:gd name="connsiteX81" fmla="*/ 3755040 w 10232859"/>
              <a:gd name="connsiteY81" fmla="*/ 148492 h 1705557"/>
              <a:gd name="connsiteX82" fmla="*/ 3804689 w 10232859"/>
              <a:gd name="connsiteY82" fmla="*/ 158407 h 1705557"/>
              <a:gd name="connsiteX83" fmla="*/ 3821793 w 10232859"/>
              <a:gd name="connsiteY83" fmla="*/ 151257 h 1705557"/>
              <a:gd name="connsiteX84" fmla="*/ 3824682 w 10232859"/>
              <a:gd name="connsiteY84" fmla="*/ 149833 h 1705557"/>
              <a:gd name="connsiteX85" fmla="*/ 3837536 w 10232859"/>
              <a:gd name="connsiteY85" fmla="*/ 148292 h 1705557"/>
              <a:gd name="connsiteX86" fmla="*/ 3839550 w 10232859"/>
              <a:gd name="connsiteY86" fmla="*/ 142661 h 1705557"/>
              <a:gd name="connsiteX87" fmla="*/ 3857743 w 10232859"/>
              <a:gd name="connsiteY87" fmla="*/ 136618 h 1705557"/>
              <a:gd name="connsiteX88" fmla="*/ 3881852 w 10232859"/>
              <a:gd name="connsiteY88" fmla="*/ 135231 h 1705557"/>
              <a:gd name="connsiteX89" fmla="*/ 3998088 w 10232859"/>
              <a:gd name="connsiteY89" fmla="*/ 134446 h 1705557"/>
              <a:gd name="connsiteX90" fmla="*/ 4066682 w 10232859"/>
              <a:gd name="connsiteY90" fmla="*/ 130661 h 1705557"/>
              <a:gd name="connsiteX91" fmla="*/ 4091246 w 10232859"/>
              <a:gd name="connsiteY91" fmla="*/ 124017 h 1705557"/>
              <a:gd name="connsiteX92" fmla="*/ 4126556 w 10232859"/>
              <a:gd name="connsiteY92" fmla="*/ 118239 h 1705557"/>
              <a:gd name="connsiteX93" fmla="*/ 4187717 w 10232859"/>
              <a:gd name="connsiteY93" fmla="*/ 104010 h 1705557"/>
              <a:gd name="connsiteX94" fmla="*/ 4220826 w 10232859"/>
              <a:gd name="connsiteY94" fmla="*/ 102505 h 1705557"/>
              <a:gd name="connsiteX95" fmla="*/ 4239014 w 10232859"/>
              <a:gd name="connsiteY95" fmla="*/ 97354 h 1705557"/>
              <a:gd name="connsiteX96" fmla="*/ 4246653 w 10232859"/>
              <a:gd name="connsiteY96" fmla="*/ 97874 h 1705557"/>
              <a:gd name="connsiteX97" fmla="*/ 4271841 w 10232859"/>
              <a:gd name="connsiteY97" fmla="*/ 96702 h 1705557"/>
              <a:gd name="connsiteX98" fmla="*/ 4286277 w 10232859"/>
              <a:gd name="connsiteY98" fmla="*/ 96687 h 1705557"/>
              <a:gd name="connsiteX99" fmla="*/ 4292025 w 10232859"/>
              <a:gd name="connsiteY99" fmla="*/ 96921 h 1705557"/>
              <a:gd name="connsiteX100" fmla="*/ 4304713 w 10232859"/>
              <a:gd name="connsiteY100" fmla="*/ 102187 h 1705557"/>
              <a:gd name="connsiteX101" fmla="*/ 4321285 w 10232859"/>
              <a:gd name="connsiteY101" fmla="*/ 100074 h 1705557"/>
              <a:gd name="connsiteX102" fmla="*/ 4339561 w 10232859"/>
              <a:gd name="connsiteY102" fmla="*/ 105320 h 1705557"/>
              <a:gd name="connsiteX103" fmla="*/ 4343990 w 10232859"/>
              <a:gd name="connsiteY103" fmla="*/ 101090 h 1705557"/>
              <a:gd name="connsiteX104" fmla="*/ 4358885 w 10232859"/>
              <a:gd name="connsiteY104" fmla="*/ 96778 h 1705557"/>
              <a:gd name="connsiteX105" fmla="*/ 4371648 w 10232859"/>
              <a:gd name="connsiteY105" fmla="*/ 101826 h 1705557"/>
              <a:gd name="connsiteX106" fmla="*/ 4398380 w 10232859"/>
              <a:gd name="connsiteY106" fmla="*/ 104961 h 1705557"/>
              <a:gd name="connsiteX107" fmla="*/ 4405729 w 10232859"/>
              <a:gd name="connsiteY107" fmla="*/ 104191 h 1705557"/>
              <a:gd name="connsiteX108" fmla="*/ 4431408 w 10232859"/>
              <a:gd name="connsiteY108" fmla="*/ 110825 h 1705557"/>
              <a:gd name="connsiteX109" fmla="*/ 4472183 w 10232859"/>
              <a:gd name="connsiteY109" fmla="*/ 116430 h 1705557"/>
              <a:gd name="connsiteX110" fmla="*/ 4518828 w 10232859"/>
              <a:gd name="connsiteY110" fmla="*/ 119114 h 1705557"/>
              <a:gd name="connsiteX111" fmla="*/ 4532040 w 10232859"/>
              <a:gd name="connsiteY111" fmla="*/ 124307 h 1705557"/>
              <a:gd name="connsiteX112" fmla="*/ 4617778 w 10232859"/>
              <a:gd name="connsiteY112" fmla="*/ 136993 h 1705557"/>
              <a:gd name="connsiteX113" fmla="*/ 4641872 w 10232859"/>
              <a:gd name="connsiteY113" fmla="*/ 140721 h 1705557"/>
              <a:gd name="connsiteX114" fmla="*/ 4662766 w 10232859"/>
              <a:gd name="connsiteY114" fmla="*/ 138952 h 1705557"/>
              <a:gd name="connsiteX115" fmla="*/ 4667770 w 10232859"/>
              <a:gd name="connsiteY115" fmla="*/ 134208 h 1705557"/>
              <a:gd name="connsiteX116" fmla="*/ 4681052 w 10232859"/>
              <a:gd name="connsiteY116" fmla="*/ 135461 h 1705557"/>
              <a:gd name="connsiteX117" fmla="*/ 4684624 w 10232859"/>
              <a:gd name="connsiteY117" fmla="*/ 134755 h 1705557"/>
              <a:gd name="connsiteX118" fmla="*/ 4705061 w 10232859"/>
              <a:gd name="connsiteY118" fmla="*/ 131748 h 1705557"/>
              <a:gd name="connsiteX119" fmla="*/ 4747746 w 10232859"/>
              <a:gd name="connsiteY119" fmla="*/ 151131 h 1705557"/>
              <a:gd name="connsiteX120" fmla="*/ 4801045 w 10232859"/>
              <a:gd name="connsiteY120" fmla="*/ 153753 h 1705557"/>
              <a:gd name="connsiteX121" fmla="*/ 5001600 w 10232859"/>
              <a:gd name="connsiteY121" fmla="*/ 196753 h 1705557"/>
              <a:gd name="connsiteX122" fmla="*/ 5033465 w 10232859"/>
              <a:gd name="connsiteY122" fmla="*/ 182429 h 1705557"/>
              <a:gd name="connsiteX123" fmla="*/ 5115965 w 10232859"/>
              <a:gd name="connsiteY123" fmla="*/ 192583 h 1705557"/>
              <a:gd name="connsiteX124" fmla="*/ 5237936 w 10232859"/>
              <a:gd name="connsiteY124" fmla="*/ 246022 h 1705557"/>
              <a:gd name="connsiteX125" fmla="*/ 5290566 w 10232859"/>
              <a:gd name="connsiteY125" fmla="*/ 269809 h 1705557"/>
              <a:gd name="connsiteX126" fmla="*/ 5344878 w 10232859"/>
              <a:gd name="connsiteY126" fmla="*/ 282874 h 1705557"/>
              <a:gd name="connsiteX127" fmla="*/ 5413398 w 10232859"/>
              <a:gd name="connsiteY127" fmla="*/ 282749 h 1705557"/>
              <a:gd name="connsiteX128" fmla="*/ 5415629 w 10232859"/>
              <a:gd name="connsiteY128" fmla="*/ 282282 h 1705557"/>
              <a:gd name="connsiteX129" fmla="*/ 5433078 w 10232859"/>
              <a:gd name="connsiteY129" fmla="*/ 286198 h 1705557"/>
              <a:gd name="connsiteX130" fmla="*/ 5435759 w 10232859"/>
              <a:gd name="connsiteY130" fmla="*/ 289614 h 1705557"/>
              <a:gd name="connsiteX131" fmla="*/ 5447372 w 10232859"/>
              <a:gd name="connsiteY131" fmla="*/ 293101 h 1705557"/>
              <a:gd name="connsiteX132" fmla="*/ 5469289 w 10232859"/>
              <a:gd name="connsiteY132" fmla="*/ 302134 h 1705557"/>
              <a:gd name="connsiteX133" fmla="*/ 5508752 w 10232859"/>
              <a:gd name="connsiteY133" fmla="*/ 312267 h 1705557"/>
              <a:gd name="connsiteX134" fmla="*/ 5509657 w 10232859"/>
              <a:gd name="connsiteY134" fmla="*/ 311450 h 1705557"/>
              <a:gd name="connsiteX135" fmla="*/ 5521245 w 10232859"/>
              <a:gd name="connsiteY135" fmla="*/ 310202 h 1705557"/>
              <a:gd name="connsiteX136" fmla="*/ 5542415 w 10232859"/>
              <a:gd name="connsiteY136" fmla="*/ 310009 h 1705557"/>
              <a:gd name="connsiteX137" fmla="*/ 5596538 w 10232859"/>
              <a:gd name="connsiteY137" fmla="*/ 297667 h 1705557"/>
              <a:gd name="connsiteX138" fmla="*/ 5632514 w 10232859"/>
              <a:gd name="connsiteY138" fmla="*/ 308476 h 1705557"/>
              <a:gd name="connsiteX139" fmla="*/ 5640005 w 10232859"/>
              <a:gd name="connsiteY139" fmla="*/ 310131 h 1705557"/>
              <a:gd name="connsiteX140" fmla="*/ 5640259 w 10232859"/>
              <a:gd name="connsiteY140" fmla="*/ 309949 h 1705557"/>
              <a:gd name="connsiteX141" fmla="*/ 5648365 w 10232859"/>
              <a:gd name="connsiteY141" fmla="*/ 311268 h 1705557"/>
              <a:gd name="connsiteX142" fmla="*/ 5653662 w 10232859"/>
              <a:gd name="connsiteY142" fmla="*/ 313149 h 1705557"/>
              <a:gd name="connsiteX143" fmla="*/ 5668196 w 10232859"/>
              <a:gd name="connsiteY143" fmla="*/ 316360 h 1705557"/>
              <a:gd name="connsiteX144" fmla="*/ 5673886 w 10232859"/>
              <a:gd name="connsiteY144" fmla="*/ 316040 h 1705557"/>
              <a:gd name="connsiteX145" fmla="*/ 5677139 w 10232859"/>
              <a:gd name="connsiteY145" fmla="*/ 313859 h 1705557"/>
              <a:gd name="connsiteX146" fmla="*/ 5708983 w 10232859"/>
              <a:gd name="connsiteY146" fmla="*/ 313188 h 1705557"/>
              <a:gd name="connsiteX147" fmla="*/ 5773909 w 10232859"/>
              <a:gd name="connsiteY147" fmla="*/ 318575 h 1705557"/>
              <a:gd name="connsiteX148" fmla="*/ 5809500 w 10232859"/>
              <a:gd name="connsiteY148" fmla="*/ 324964 h 1705557"/>
              <a:gd name="connsiteX149" fmla="*/ 5908729 w 10232859"/>
              <a:gd name="connsiteY149" fmla="*/ 338849 h 1705557"/>
              <a:gd name="connsiteX150" fmla="*/ 6009654 w 10232859"/>
              <a:gd name="connsiteY150" fmla="*/ 350040 h 1705557"/>
              <a:gd name="connsiteX151" fmla="*/ 6067487 w 10232859"/>
              <a:gd name="connsiteY151" fmla="*/ 340226 h 1705557"/>
              <a:gd name="connsiteX152" fmla="*/ 6073281 w 10232859"/>
              <a:gd name="connsiteY152" fmla="*/ 340830 h 1705557"/>
              <a:gd name="connsiteX153" fmla="*/ 6086225 w 10232859"/>
              <a:gd name="connsiteY153" fmla="*/ 346135 h 1705557"/>
              <a:gd name="connsiteX154" fmla="*/ 6105063 w 10232859"/>
              <a:gd name="connsiteY154" fmla="*/ 353854 h 1705557"/>
              <a:gd name="connsiteX155" fmla="*/ 6135796 w 10232859"/>
              <a:gd name="connsiteY155" fmla="*/ 369657 h 1705557"/>
              <a:gd name="connsiteX156" fmla="*/ 6195166 w 10232859"/>
              <a:gd name="connsiteY156" fmla="*/ 366704 h 1705557"/>
              <a:gd name="connsiteX157" fmla="*/ 6216259 w 10232859"/>
              <a:gd name="connsiteY157" fmla="*/ 369879 h 1705557"/>
              <a:gd name="connsiteX158" fmla="*/ 6228331 w 10232859"/>
              <a:gd name="connsiteY158" fmla="*/ 370548 h 1705557"/>
              <a:gd name="connsiteX159" fmla="*/ 6229602 w 10232859"/>
              <a:gd name="connsiteY159" fmla="*/ 369928 h 1705557"/>
              <a:gd name="connsiteX160" fmla="*/ 6258988 w 10232859"/>
              <a:gd name="connsiteY160" fmla="*/ 385174 h 1705557"/>
              <a:gd name="connsiteX161" fmla="*/ 6264106 w 10232859"/>
              <a:gd name="connsiteY161" fmla="*/ 385655 h 1705557"/>
              <a:gd name="connsiteX162" fmla="*/ 6281703 w 10232859"/>
              <a:gd name="connsiteY162" fmla="*/ 397568 h 1705557"/>
              <a:gd name="connsiteX163" fmla="*/ 6291622 w 10232859"/>
              <a:gd name="connsiteY163" fmla="*/ 402669 h 1705557"/>
              <a:gd name="connsiteX164" fmla="*/ 6292712 w 10232859"/>
              <a:gd name="connsiteY164" fmla="*/ 406285 h 1705557"/>
              <a:gd name="connsiteX165" fmla="*/ 6308227 w 10232859"/>
              <a:gd name="connsiteY165" fmla="*/ 412710 h 1705557"/>
              <a:gd name="connsiteX166" fmla="*/ 6328981 w 10232859"/>
              <a:gd name="connsiteY166" fmla="*/ 416009 h 1705557"/>
              <a:gd name="connsiteX167" fmla="*/ 6368693 w 10232859"/>
              <a:gd name="connsiteY167" fmla="*/ 424359 h 1705557"/>
              <a:gd name="connsiteX168" fmla="*/ 6414811 w 10232859"/>
              <a:gd name="connsiteY168" fmla="*/ 458714 h 1705557"/>
              <a:gd name="connsiteX169" fmla="*/ 6467879 w 10232859"/>
              <a:gd name="connsiteY169" fmla="*/ 474762 h 1705557"/>
              <a:gd name="connsiteX170" fmla="*/ 6564351 w 10232859"/>
              <a:gd name="connsiteY170" fmla="*/ 544032 h 1705557"/>
              <a:gd name="connsiteX171" fmla="*/ 6711178 w 10232859"/>
              <a:gd name="connsiteY171" fmla="*/ 580124 h 1705557"/>
              <a:gd name="connsiteX172" fmla="*/ 6764036 w 10232859"/>
              <a:gd name="connsiteY172" fmla="*/ 595457 h 1705557"/>
              <a:gd name="connsiteX173" fmla="*/ 6858983 w 10232859"/>
              <a:gd name="connsiteY173" fmla="*/ 630237 h 1705557"/>
              <a:gd name="connsiteX174" fmla="*/ 6910661 w 10232859"/>
              <a:gd name="connsiteY174" fmla="*/ 641134 h 1705557"/>
              <a:gd name="connsiteX175" fmla="*/ 6944111 w 10232859"/>
              <a:gd name="connsiteY175" fmla="*/ 666016 h 1705557"/>
              <a:gd name="connsiteX176" fmla="*/ 6965771 w 10232859"/>
              <a:gd name="connsiteY176" fmla="*/ 666445 h 1705557"/>
              <a:gd name="connsiteX177" fmla="*/ 6969639 w 10232859"/>
              <a:gd name="connsiteY177" fmla="*/ 666351 h 1705557"/>
              <a:gd name="connsiteX178" fmla="*/ 6982242 w 10232859"/>
              <a:gd name="connsiteY178" fmla="*/ 669626 h 1705557"/>
              <a:gd name="connsiteX179" fmla="*/ 6989387 w 10232859"/>
              <a:gd name="connsiteY179" fmla="*/ 665988 h 1705557"/>
              <a:gd name="connsiteX180" fmla="*/ 7010930 w 10232859"/>
              <a:gd name="connsiteY180" fmla="*/ 667648 h 1705557"/>
              <a:gd name="connsiteX181" fmla="*/ 7033125 w 10232859"/>
              <a:gd name="connsiteY181" fmla="*/ 674950 h 1705557"/>
              <a:gd name="connsiteX182" fmla="*/ 7134461 w 10232859"/>
              <a:gd name="connsiteY182" fmla="*/ 714706 h 1705557"/>
              <a:gd name="connsiteX183" fmla="*/ 7197450 w 10232859"/>
              <a:gd name="connsiteY183" fmla="*/ 735608 h 1705557"/>
              <a:gd name="connsiteX184" fmla="*/ 7225084 w 10232859"/>
              <a:gd name="connsiteY184" fmla="*/ 739019 h 1705557"/>
              <a:gd name="connsiteX185" fmla="*/ 7261183 w 10232859"/>
              <a:gd name="connsiteY185" fmla="*/ 746827 h 1705557"/>
              <a:gd name="connsiteX186" fmla="*/ 7327760 w 10232859"/>
              <a:gd name="connsiteY186" fmla="*/ 757100 h 1705557"/>
              <a:gd name="connsiteX187" fmla="*/ 7412222 w 10232859"/>
              <a:gd name="connsiteY187" fmla="*/ 777001 h 1705557"/>
              <a:gd name="connsiteX188" fmla="*/ 7457904 w 10232859"/>
              <a:gd name="connsiteY188" fmla="*/ 810835 h 1705557"/>
              <a:gd name="connsiteX189" fmla="*/ 7465795 w 10232859"/>
              <a:gd name="connsiteY189" fmla="*/ 809112 h 1705557"/>
              <a:gd name="connsiteX190" fmla="*/ 7505046 w 10232859"/>
              <a:gd name="connsiteY190" fmla="*/ 823031 h 1705557"/>
              <a:gd name="connsiteX191" fmla="*/ 7623220 w 10232859"/>
              <a:gd name="connsiteY191" fmla="*/ 895034 h 1705557"/>
              <a:gd name="connsiteX192" fmla="*/ 7700458 w 10232859"/>
              <a:gd name="connsiteY192" fmla="*/ 921593 h 1705557"/>
              <a:gd name="connsiteX193" fmla="*/ 7730988 w 10232859"/>
              <a:gd name="connsiteY193" fmla="*/ 927270 h 1705557"/>
              <a:gd name="connsiteX194" fmla="*/ 7781942 w 10232859"/>
              <a:gd name="connsiteY194" fmla="*/ 937017 h 1705557"/>
              <a:gd name="connsiteX195" fmla="*/ 7827704 w 10232859"/>
              <a:gd name="connsiteY195" fmla="*/ 935072 h 1705557"/>
              <a:gd name="connsiteX196" fmla="*/ 7867270 w 10232859"/>
              <a:gd name="connsiteY196" fmla="*/ 946880 h 1705557"/>
              <a:gd name="connsiteX197" fmla="*/ 7866538 w 10232859"/>
              <a:gd name="connsiteY197" fmla="*/ 961559 h 1705557"/>
              <a:gd name="connsiteX198" fmla="*/ 7912084 w 10232859"/>
              <a:gd name="connsiteY198" fmla="*/ 970314 h 1705557"/>
              <a:gd name="connsiteX199" fmla="*/ 7982264 w 10232859"/>
              <a:gd name="connsiteY199" fmla="*/ 982287 h 1705557"/>
              <a:gd name="connsiteX200" fmla="*/ 7991272 w 10232859"/>
              <a:gd name="connsiteY200" fmla="*/ 987618 h 1705557"/>
              <a:gd name="connsiteX201" fmla="*/ 8006496 w 10232859"/>
              <a:gd name="connsiteY201" fmla="*/ 979353 h 1705557"/>
              <a:gd name="connsiteX202" fmla="*/ 8034497 w 10232859"/>
              <a:gd name="connsiteY202" fmla="*/ 978568 h 1705557"/>
              <a:gd name="connsiteX203" fmla="*/ 8150881 w 10232859"/>
              <a:gd name="connsiteY203" fmla="*/ 996925 h 1705557"/>
              <a:gd name="connsiteX204" fmla="*/ 8172106 w 10232859"/>
              <a:gd name="connsiteY204" fmla="*/ 997026 h 1705557"/>
              <a:gd name="connsiteX205" fmla="*/ 8196076 w 10232859"/>
              <a:gd name="connsiteY205" fmla="*/ 1006592 h 1705557"/>
              <a:gd name="connsiteX206" fmla="*/ 8247463 w 10232859"/>
              <a:gd name="connsiteY206" fmla="*/ 1022846 h 1705557"/>
              <a:gd name="connsiteX207" fmla="*/ 8279272 w 10232859"/>
              <a:gd name="connsiteY207" fmla="*/ 1039435 h 1705557"/>
              <a:gd name="connsiteX208" fmla="*/ 8289611 w 10232859"/>
              <a:gd name="connsiteY208" fmla="*/ 1035144 h 1705557"/>
              <a:gd name="connsiteX209" fmla="*/ 8311483 w 10232859"/>
              <a:gd name="connsiteY209" fmla="*/ 1035913 h 1705557"/>
              <a:gd name="connsiteX210" fmla="*/ 8399489 w 10232859"/>
              <a:gd name="connsiteY210" fmla="*/ 1055076 h 1705557"/>
              <a:gd name="connsiteX211" fmla="*/ 8415973 w 10232859"/>
              <a:gd name="connsiteY211" fmla="*/ 1056174 h 1705557"/>
              <a:gd name="connsiteX212" fmla="*/ 8433326 w 10232859"/>
              <a:gd name="connsiteY212" fmla="*/ 1064395 h 1705557"/>
              <a:gd name="connsiteX213" fmla="*/ 8502328 w 10232859"/>
              <a:gd name="connsiteY213" fmla="*/ 1098012 h 1705557"/>
              <a:gd name="connsiteX214" fmla="*/ 8534346 w 10232859"/>
              <a:gd name="connsiteY214" fmla="*/ 1113494 h 1705557"/>
              <a:gd name="connsiteX215" fmla="*/ 8534980 w 10232859"/>
              <a:gd name="connsiteY215" fmla="*/ 1117375 h 1705557"/>
              <a:gd name="connsiteX216" fmla="*/ 8544104 w 10232859"/>
              <a:gd name="connsiteY216" fmla="*/ 1114920 h 1705557"/>
              <a:gd name="connsiteX217" fmla="*/ 8567742 w 10232859"/>
              <a:gd name="connsiteY217" fmla="*/ 1124104 h 1705557"/>
              <a:gd name="connsiteX218" fmla="*/ 8633779 w 10232859"/>
              <a:gd name="connsiteY218" fmla="*/ 1145740 h 1705557"/>
              <a:gd name="connsiteX219" fmla="*/ 8676965 w 10232859"/>
              <a:gd name="connsiteY219" fmla="*/ 1163463 h 1705557"/>
              <a:gd name="connsiteX220" fmla="*/ 8698944 w 10232859"/>
              <a:gd name="connsiteY220" fmla="*/ 1163453 h 1705557"/>
              <a:gd name="connsiteX221" fmla="*/ 8711456 w 10232859"/>
              <a:gd name="connsiteY221" fmla="*/ 1175731 h 1705557"/>
              <a:gd name="connsiteX222" fmla="*/ 8732793 w 10232859"/>
              <a:gd name="connsiteY222" fmla="*/ 1179486 h 1705557"/>
              <a:gd name="connsiteX223" fmla="*/ 8751897 w 10232859"/>
              <a:gd name="connsiteY223" fmla="*/ 1197400 h 1705557"/>
              <a:gd name="connsiteX224" fmla="*/ 8793564 w 10232859"/>
              <a:gd name="connsiteY224" fmla="*/ 1179086 h 1705557"/>
              <a:gd name="connsiteX225" fmla="*/ 8834270 w 10232859"/>
              <a:gd name="connsiteY225" fmla="*/ 1213138 h 1705557"/>
              <a:gd name="connsiteX226" fmla="*/ 8853872 w 10232859"/>
              <a:gd name="connsiteY226" fmla="*/ 1221228 h 1705557"/>
              <a:gd name="connsiteX227" fmla="*/ 8861901 w 10232859"/>
              <a:gd name="connsiteY227" fmla="*/ 1217889 h 1705557"/>
              <a:gd name="connsiteX228" fmla="*/ 8874168 w 10232859"/>
              <a:gd name="connsiteY228" fmla="*/ 1220481 h 1705557"/>
              <a:gd name="connsiteX229" fmla="*/ 8871123 w 10232859"/>
              <a:gd name="connsiteY229" fmla="*/ 1227674 h 1705557"/>
              <a:gd name="connsiteX230" fmla="*/ 8903537 w 10232859"/>
              <a:gd name="connsiteY230" fmla="*/ 1237102 h 1705557"/>
              <a:gd name="connsiteX231" fmla="*/ 8933767 w 10232859"/>
              <a:gd name="connsiteY231" fmla="*/ 1269882 h 1705557"/>
              <a:gd name="connsiteX232" fmla="*/ 8985765 w 10232859"/>
              <a:gd name="connsiteY232" fmla="*/ 1294178 h 1705557"/>
              <a:gd name="connsiteX233" fmla="*/ 9071444 w 10232859"/>
              <a:gd name="connsiteY233" fmla="*/ 1323819 h 1705557"/>
              <a:gd name="connsiteX234" fmla="*/ 9096711 w 10232859"/>
              <a:gd name="connsiteY234" fmla="*/ 1334291 h 1705557"/>
              <a:gd name="connsiteX235" fmla="*/ 9338853 w 10232859"/>
              <a:gd name="connsiteY235" fmla="*/ 1454560 h 1705557"/>
              <a:gd name="connsiteX236" fmla="*/ 9520814 w 10232859"/>
              <a:gd name="connsiteY236" fmla="*/ 1456341 h 1705557"/>
              <a:gd name="connsiteX237" fmla="*/ 9702271 w 10232859"/>
              <a:gd name="connsiteY237" fmla="*/ 1495067 h 1705557"/>
              <a:gd name="connsiteX238" fmla="*/ 9744273 w 10232859"/>
              <a:gd name="connsiteY238" fmla="*/ 1530026 h 1705557"/>
              <a:gd name="connsiteX239" fmla="*/ 9771903 w 10232859"/>
              <a:gd name="connsiteY239" fmla="*/ 1536548 h 1705557"/>
              <a:gd name="connsiteX240" fmla="*/ 9818565 w 10232859"/>
              <a:gd name="connsiteY240" fmla="*/ 1545059 h 1705557"/>
              <a:gd name="connsiteX241" fmla="*/ 9882202 w 10232859"/>
              <a:gd name="connsiteY241" fmla="*/ 1572402 h 1705557"/>
              <a:gd name="connsiteX242" fmla="*/ 10022025 w 10232859"/>
              <a:gd name="connsiteY242" fmla="*/ 1606210 h 1705557"/>
              <a:gd name="connsiteX243" fmla="*/ 10220406 w 10232859"/>
              <a:gd name="connsiteY243" fmla="*/ 1683519 h 1705557"/>
              <a:gd name="connsiteX244" fmla="*/ 10232859 w 10232859"/>
              <a:gd name="connsiteY244" fmla="*/ 1705557 h 1705557"/>
              <a:gd name="connsiteX245" fmla="*/ 0 w 10232859"/>
              <a:gd name="connsiteY245" fmla="*/ 1705557 h 1705557"/>
              <a:gd name="connsiteX246" fmla="*/ 0 w 10232859"/>
              <a:gd name="connsiteY246" fmla="*/ 28342 h 1705557"/>
              <a:gd name="connsiteX247" fmla="*/ 8097 w 10232859"/>
              <a:gd name="connsiteY247" fmla="*/ 30869 h 1705557"/>
              <a:gd name="connsiteX248" fmla="*/ 77128 w 10232859"/>
              <a:gd name="connsiteY248" fmla="*/ 13381 h 1705557"/>
              <a:gd name="connsiteX249" fmla="*/ 188338 w 10232859"/>
              <a:gd name="connsiteY249" fmla="*/ 11593 h 1705557"/>
              <a:gd name="connsiteX250" fmla="*/ 298809 w 10232859"/>
              <a:gd name="connsiteY250" fmla="*/ 12712 h 1705557"/>
              <a:gd name="connsiteX251" fmla="*/ 338985 w 10232859"/>
              <a:gd name="connsiteY251" fmla="*/ 14520 h 1705557"/>
              <a:gd name="connsiteX252" fmla="*/ 409815 w 10232859"/>
              <a:gd name="connsiteY252" fmla="*/ 11559 h 1705557"/>
              <a:gd name="connsiteX253" fmla="*/ 424169 w 10232859"/>
              <a:gd name="connsiteY253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876587 w 10232859"/>
              <a:gd name="connsiteY27" fmla="*/ 144797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909571 w 10232859"/>
              <a:gd name="connsiteY27" fmla="*/ 165085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909571 w 10232859"/>
              <a:gd name="connsiteY27" fmla="*/ 165085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909571 w 10232859"/>
              <a:gd name="connsiteY27" fmla="*/ 165085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11246 w 10232859"/>
              <a:gd name="connsiteY41" fmla="*/ 233408 h 1699043"/>
              <a:gd name="connsiteX42" fmla="*/ 2364066 w 10232859"/>
              <a:gd name="connsiteY42" fmla="*/ 218237 h 1699043"/>
              <a:gd name="connsiteX43" fmla="*/ 2400814 w 10232859"/>
              <a:gd name="connsiteY43" fmla="*/ 227165 h 1699043"/>
              <a:gd name="connsiteX44" fmla="*/ 2408414 w 10232859"/>
              <a:gd name="connsiteY44" fmla="*/ 228429 h 1699043"/>
              <a:gd name="connsiteX45" fmla="*/ 2408650 w 10232859"/>
              <a:gd name="connsiteY45" fmla="*/ 228234 h 1699043"/>
              <a:gd name="connsiteX46" fmla="*/ 2416835 w 10232859"/>
              <a:gd name="connsiteY46" fmla="*/ 229128 h 1699043"/>
              <a:gd name="connsiteX47" fmla="*/ 2422271 w 10232859"/>
              <a:gd name="connsiteY47" fmla="*/ 230733 h 1699043"/>
              <a:gd name="connsiteX48" fmla="*/ 2490341 w 10232859"/>
              <a:gd name="connsiteY48" fmla="*/ 211074 h 1699043"/>
              <a:gd name="connsiteX49" fmla="*/ 2588929 w 10232859"/>
              <a:gd name="connsiteY49" fmla="*/ 200980 h 1699043"/>
              <a:gd name="connsiteX50" fmla="*/ 2687426 w 10232859"/>
              <a:gd name="connsiteY50" fmla="*/ 193848 h 1699043"/>
              <a:gd name="connsiteX51" fmla="*/ 2723517 w 10232859"/>
              <a:gd name="connsiteY51" fmla="*/ 192652 h 1699043"/>
              <a:gd name="connsiteX52" fmla="*/ 2785956 w 10232859"/>
              <a:gd name="connsiteY52" fmla="*/ 184404 h 1699043"/>
              <a:gd name="connsiteX53" fmla="*/ 2813378 w 10232859"/>
              <a:gd name="connsiteY53" fmla="*/ 176833 h 1699043"/>
              <a:gd name="connsiteX54" fmla="*/ 2814782 w 10232859"/>
              <a:gd name="connsiteY54" fmla="*/ 177153 h 1699043"/>
              <a:gd name="connsiteX55" fmla="*/ 2816580 w 10232859"/>
              <a:gd name="connsiteY55" fmla="*/ 174366 h 1699043"/>
              <a:gd name="connsiteX56" fmla="*/ 2821623 w 10232859"/>
              <a:gd name="connsiteY56" fmla="*/ 172875 h 1699043"/>
              <a:gd name="connsiteX57" fmla="*/ 2836688 w 10232859"/>
              <a:gd name="connsiteY57" fmla="*/ 172971 h 1699043"/>
              <a:gd name="connsiteX58" fmla="*/ 2842564 w 10232859"/>
              <a:gd name="connsiteY58" fmla="*/ 173695 h 1699043"/>
              <a:gd name="connsiteX59" fmla="*/ 2850712 w 10232859"/>
              <a:gd name="connsiteY59" fmla="*/ 173290 h 1699043"/>
              <a:gd name="connsiteX60" fmla="*/ 2850846 w 10232859"/>
              <a:gd name="connsiteY60" fmla="*/ 173062 h 1699043"/>
              <a:gd name="connsiteX61" fmla="*/ 2858611 w 10232859"/>
              <a:gd name="connsiteY61" fmla="*/ 173112 h 1699043"/>
              <a:gd name="connsiteX62" fmla="*/ 2897454 w 10232859"/>
              <a:gd name="connsiteY62" fmla="*/ 176114 h 1699043"/>
              <a:gd name="connsiteX63" fmla="*/ 2940369 w 10232859"/>
              <a:gd name="connsiteY63" fmla="*/ 152944 h 1699043"/>
              <a:gd name="connsiteX64" fmla="*/ 2959670 w 10232859"/>
              <a:gd name="connsiteY64" fmla="*/ 148367 h 1699043"/>
              <a:gd name="connsiteX65" fmla="*/ 2969615 w 10232859"/>
              <a:gd name="connsiteY65" fmla="*/ 144755 h 1699043"/>
              <a:gd name="connsiteX66" fmla="*/ 2970000 w 10232859"/>
              <a:gd name="connsiteY66" fmla="*/ 143776 h 1699043"/>
              <a:gd name="connsiteX67" fmla="*/ 3007272 w 10232859"/>
              <a:gd name="connsiteY67" fmla="*/ 146766 h 1699043"/>
              <a:gd name="connsiteX68" fmla="*/ 3011677 w 10232859"/>
              <a:gd name="connsiteY68" fmla="*/ 145404 h 1699043"/>
              <a:gd name="connsiteX69" fmla="*/ 3036668 w 10232859"/>
              <a:gd name="connsiteY69" fmla="*/ 149604 h 1699043"/>
              <a:gd name="connsiteX70" fmla="*/ 3049208 w 10232859"/>
              <a:gd name="connsiteY70" fmla="*/ 150573 h 1699043"/>
              <a:gd name="connsiteX71" fmla="*/ 3053517 w 10232859"/>
              <a:gd name="connsiteY71" fmla="*/ 153322 h 1699043"/>
              <a:gd name="connsiteX72" fmla="*/ 3071637 w 10232859"/>
              <a:gd name="connsiteY72" fmla="*/ 153496 h 1699043"/>
              <a:gd name="connsiteX73" fmla="*/ 3110077 w 10232859"/>
              <a:gd name="connsiteY73" fmla="*/ 149202 h 1699043"/>
              <a:gd name="connsiteX74" fmla="*/ 3173743 w 10232859"/>
              <a:gd name="connsiteY74" fmla="*/ 159581 h 1699043"/>
              <a:gd name="connsiteX75" fmla="*/ 3254203 w 10232859"/>
              <a:gd name="connsiteY75" fmla="*/ 151756 h 1699043"/>
              <a:gd name="connsiteX76" fmla="*/ 3380350 w 10232859"/>
              <a:gd name="connsiteY76" fmla="*/ 151151 h 1699043"/>
              <a:gd name="connsiteX77" fmla="*/ 3476147 w 10232859"/>
              <a:gd name="connsiteY77" fmla="*/ 170925 h 1699043"/>
              <a:gd name="connsiteX78" fmla="*/ 3581876 w 10232859"/>
              <a:gd name="connsiteY78" fmla="*/ 150448 h 1699043"/>
              <a:gd name="connsiteX79" fmla="*/ 3704761 w 10232859"/>
              <a:gd name="connsiteY79" fmla="*/ 150492 h 1699043"/>
              <a:gd name="connsiteX80" fmla="*/ 3755040 w 10232859"/>
              <a:gd name="connsiteY80" fmla="*/ 141978 h 1699043"/>
              <a:gd name="connsiteX81" fmla="*/ 3804689 w 10232859"/>
              <a:gd name="connsiteY81" fmla="*/ 151893 h 1699043"/>
              <a:gd name="connsiteX82" fmla="*/ 3821793 w 10232859"/>
              <a:gd name="connsiteY82" fmla="*/ 144743 h 1699043"/>
              <a:gd name="connsiteX83" fmla="*/ 3824682 w 10232859"/>
              <a:gd name="connsiteY83" fmla="*/ 143319 h 1699043"/>
              <a:gd name="connsiteX84" fmla="*/ 3837536 w 10232859"/>
              <a:gd name="connsiteY84" fmla="*/ 141778 h 1699043"/>
              <a:gd name="connsiteX85" fmla="*/ 3839550 w 10232859"/>
              <a:gd name="connsiteY85" fmla="*/ 136147 h 1699043"/>
              <a:gd name="connsiteX86" fmla="*/ 3857743 w 10232859"/>
              <a:gd name="connsiteY86" fmla="*/ 130104 h 1699043"/>
              <a:gd name="connsiteX87" fmla="*/ 3881852 w 10232859"/>
              <a:gd name="connsiteY87" fmla="*/ 128717 h 1699043"/>
              <a:gd name="connsiteX88" fmla="*/ 3998088 w 10232859"/>
              <a:gd name="connsiteY88" fmla="*/ 127932 h 1699043"/>
              <a:gd name="connsiteX89" fmla="*/ 4066682 w 10232859"/>
              <a:gd name="connsiteY89" fmla="*/ 124147 h 1699043"/>
              <a:gd name="connsiteX90" fmla="*/ 4091246 w 10232859"/>
              <a:gd name="connsiteY90" fmla="*/ 117503 h 1699043"/>
              <a:gd name="connsiteX91" fmla="*/ 4126556 w 10232859"/>
              <a:gd name="connsiteY91" fmla="*/ 111725 h 1699043"/>
              <a:gd name="connsiteX92" fmla="*/ 4187717 w 10232859"/>
              <a:gd name="connsiteY92" fmla="*/ 97496 h 1699043"/>
              <a:gd name="connsiteX93" fmla="*/ 4220826 w 10232859"/>
              <a:gd name="connsiteY93" fmla="*/ 95991 h 1699043"/>
              <a:gd name="connsiteX94" fmla="*/ 4239014 w 10232859"/>
              <a:gd name="connsiteY94" fmla="*/ 90840 h 1699043"/>
              <a:gd name="connsiteX95" fmla="*/ 4246653 w 10232859"/>
              <a:gd name="connsiteY95" fmla="*/ 91360 h 1699043"/>
              <a:gd name="connsiteX96" fmla="*/ 4271841 w 10232859"/>
              <a:gd name="connsiteY96" fmla="*/ 90188 h 1699043"/>
              <a:gd name="connsiteX97" fmla="*/ 4286277 w 10232859"/>
              <a:gd name="connsiteY97" fmla="*/ 90173 h 1699043"/>
              <a:gd name="connsiteX98" fmla="*/ 4292025 w 10232859"/>
              <a:gd name="connsiteY98" fmla="*/ 90407 h 1699043"/>
              <a:gd name="connsiteX99" fmla="*/ 4304713 w 10232859"/>
              <a:gd name="connsiteY99" fmla="*/ 95673 h 1699043"/>
              <a:gd name="connsiteX100" fmla="*/ 4321285 w 10232859"/>
              <a:gd name="connsiteY100" fmla="*/ 93560 h 1699043"/>
              <a:gd name="connsiteX101" fmla="*/ 4339561 w 10232859"/>
              <a:gd name="connsiteY101" fmla="*/ 98806 h 1699043"/>
              <a:gd name="connsiteX102" fmla="*/ 4343990 w 10232859"/>
              <a:gd name="connsiteY102" fmla="*/ 94576 h 1699043"/>
              <a:gd name="connsiteX103" fmla="*/ 4358885 w 10232859"/>
              <a:gd name="connsiteY103" fmla="*/ 90264 h 1699043"/>
              <a:gd name="connsiteX104" fmla="*/ 4371648 w 10232859"/>
              <a:gd name="connsiteY104" fmla="*/ 95312 h 1699043"/>
              <a:gd name="connsiteX105" fmla="*/ 4398380 w 10232859"/>
              <a:gd name="connsiteY105" fmla="*/ 98447 h 1699043"/>
              <a:gd name="connsiteX106" fmla="*/ 4405729 w 10232859"/>
              <a:gd name="connsiteY106" fmla="*/ 97677 h 1699043"/>
              <a:gd name="connsiteX107" fmla="*/ 4431408 w 10232859"/>
              <a:gd name="connsiteY107" fmla="*/ 104311 h 1699043"/>
              <a:gd name="connsiteX108" fmla="*/ 4472183 w 10232859"/>
              <a:gd name="connsiteY108" fmla="*/ 109916 h 1699043"/>
              <a:gd name="connsiteX109" fmla="*/ 4518828 w 10232859"/>
              <a:gd name="connsiteY109" fmla="*/ 112600 h 1699043"/>
              <a:gd name="connsiteX110" fmla="*/ 4532040 w 10232859"/>
              <a:gd name="connsiteY110" fmla="*/ 117793 h 1699043"/>
              <a:gd name="connsiteX111" fmla="*/ 4617778 w 10232859"/>
              <a:gd name="connsiteY111" fmla="*/ 130479 h 1699043"/>
              <a:gd name="connsiteX112" fmla="*/ 4641872 w 10232859"/>
              <a:gd name="connsiteY112" fmla="*/ 134207 h 1699043"/>
              <a:gd name="connsiteX113" fmla="*/ 4662766 w 10232859"/>
              <a:gd name="connsiteY113" fmla="*/ 132438 h 1699043"/>
              <a:gd name="connsiteX114" fmla="*/ 4667770 w 10232859"/>
              <a:gd name="connsiteY114" fmla="*/ 127694 h 1699043"/>
              <a:gd name="connsiteX115" fmla="*/ 4681052 w 10232859"/>
              <a:gd name="connsiteY115" fmla="*/ 128947 h 1699043"/>
              <a:gd name="connsiteX116" fmla="*/ 4684624 w 10232859"/>
              <a:gd name="connsiteY116" fmla="*/ 128241 h 1699043"/>
              <a:gd name="connsiteX117" fmla="*/ 4705061 w 10232859"/>
              <a:gd name="connsiteY117" fmla="*/ 125234 h 1699043"/>
              <a:gd name="connsiteX118" fmla="*/ 4747746 w 10232859"/>
              <a:gd name="connsiteY118" fmla="*/ 144617 h 1699043"/>
              <a:gd name="connsiteX119" fmla="*/ 4801045 w 10232859"/>
              <a:gd name="connsiteY119" fmla="*/ 147239 h 1699043"/>
              <a:gd name="connsiteX120" fmla="*/ 5001600 w 10232859"/>
              <a:gd name="connsiteY120" fmla="*/ 190239 h 1699043"/>
              <a:gd name="connsiteX121" fmla="*/ 5033465 w 10232859"/>
              <a:gd name="connsiteY121" fmla="*/ 175915 h 1699043"/>
              <a:gd name="connsiteX122" fmla="*/ 5115965 w 10232859"/>
              <a:gd name="connsiteY122" fmla="*/ 186069 h 1699043"/>
              <a:gd name="connsiteX123" fmla="*/ 5237936 w 10232859"/>
              <a:gd name="connsiteY123" fmla="*/ 239508 h 1699043"/>
              <a:gd name="connsiteX124" fmla="*/ 5290566 w 10232859"/>
              <a:gd name="connsiteY124" fmla="*/ 263295 h 1699043"/>
              <a:gd name="connsiteX125" fmla="*/ 5344878 w 10232859"/>
              <a:gd name="connsiteY125" fmla="*/ 276360 h 1699043"/>
              <a:gd name="connsiteX126" fmla="*/ 5413398 w 10232859"/>
              <a:gd name="connsiteY126" fmla="*/ 276235 h 1699043"/>
              <a:gd name="connsiteX127" fmla="*/ 5415629 w 10232859"/>
              <a:gd name="connsiteY127" fmla="*/ 275768 h 1699043"/>
              <a:gd name="connsiteX128" fmla="*/ 5433078 w 10232859"/>
              <a:gd name="connsiteY128" fmla="*/ 279684 h 1699043"/>
              <a:gd name="connsiteX129" fmla="*/ 5435759 w 10232859"/>
              <a:gd name="connsiteY129" fmla="*/ 283100 h 1699043"/>
              <a:gd name="connsiteX130" fmla="*/ 5447372 w 10232859"/>
              <a:gd name="connsiteY130" fmla="*/ 286587 h 1699043"/>
              <a:gd name="connsiteX131" fmla="*/ 5469289 w 10232859"/>
              <a:gd name="connsiteY131" fmla="*/ 295620 h 1699043"/>
              <a:gd name="connsiteX132" fmla="*/ 5508752 w 10232859"/>
              <a:gd name="connsiteY132" fmla="*/ 305753 h 1699043"/>
              <a:gd name="connsiteX133" fmla="*/ 5509657 w 10232859"/>
              <a:gd name="connsiteY133" fmla="*/ 304936 h 1699043"/>
              <a:gd name="connsiteX134" fmla="*/ 5521245 w 10232859"/>
              <a:gd name="connsiteY134" fmla="*/ 303688 h 1699043"/>
              <a:gd name="connsiteX135" fmla="*/ 5542415 w 10232859"/>
              <a:gd name="connsiteY135" fmla="*/ 303495 h 1699043"/>
              <a:gd name="connsiteX136" fmla="*/ 5596538 w 10232859"/>
              <a:gd name="connsiteY136" fmla="*/ 291153 h 1699043"/>
              <a:gd name="connsiteX137" fmla="*/ 5632514 w 10232859"/>
              <a:gd name="connsiteY137" fmla="*/ 301962 h 1699043"/>
              <a:gd name="connsiteX138" fmla="*/ 5640005 w 10232859"/>
              <a:gd name="connsiteY138" fmla="*/ 303617 h 1699043"/>
              <a:gd name="connsiteX139" fmla="*/ 5640259 w 10232859"/>
              <a:gd name="connsiteY139" fmla="*/ 303435 h 1699043"/>
              <a:gd name="connsiteX140" fmla="*/ 5648365 w 10232859"/>
              <a:gd name="connsiteY140" fmla="*/ 304754 h 1699043"/>
              <a:gd name="connsiteX141" fmla="*/ 5653662 w 10232859"/>
              <a:gd name="connsiteY141" fmla="*/ 306635 h 1699043"/>
              <a:gd name="connsiteX142" fmla="*/ 5668196 w 10232859"/>
              <a:gd name="connsiteY142" fmla="*/ 309846 h 1699043"/>
              <a:gd name="connsiteX143" fmla="*/ 5673886 w 10232859"/>
              <a:gd name="connsiteY143" fmla="*/ 309526 h 1699043"/>
              <a:gd name="connsiteX144" fmla="*/ 5677139 w 10232859"/>
              <a:gd name="connsiteY144" fmla="*/ 307345 h 1699043"/>
              <a:gd name="connsiteX145" fmla="*/ 5708983 w 10232859"/>
              <a:gd name="connsiteY145" fmla="*/ 306674 h 1699043"/>
              <a:gd name="connsiteX146" fmla="*/ 5773909 w 10232859"/>
              <a:gd name="connsiteY146" fmla="*/ 312061 h 1699043"/>
              <a:gd name="connsiteX147" fmla="*/ 5809500 w 10232859"/>
              <a:gd name="connsiteY147" fmla="*/ 318450 h 1699043"/>
              <a:gd name="connsiteX148" fmla="*/ 5908729 w 10232859"/>
              <a:gd name="connsiteY148" fmla="*/ 332335 h 1699043"/>
              <a:gd name="connsiteX149" fmla="*/ 6009654 w 10232859"/>
              <a:gd name="connsiteY149" fmla="*/ 343526 h 1699043"/>
              <a:gd name="connsiteX150" fmla="*/ 6067487 w 10232859"/>
              <a:gd name="connsiteY150" fmla="*/ 333712 h 1699043"/>
              <a:gd name="connsiteX151" fmla="*/ 6073281 w 10232859"/>
              <a:gd name="connsiteY151" fmla="*/ 334316 h 1699043"/>
              <a:gd name="connsiteX152" fmla="*/ 6086225 w 10232859"/>
              <a:gd name="connsiteY152" fmla="*/ 339621 h 1699043"/>
              <a:gd name="connsiteX153" fmla="*/ 6105063 w 10232859"/>
              <a:gd name="connsiteY153" fmla="*/ 347340 h 1699043"/>
              <a:gd name="connsiteX154" fmla="*/ 6135796 w 10232859"/>
              <a:gd name="connsiteY154" fmla="*/ 363143 h 1699043"/>
              <a:gd name="connsiteX155" fmla="*/ 6195166 w 10232859"/>
              <a:gd name="connsiteY155" fmla="*/ 360190 h 1699043"/>
              <a:gd name="connsiteX156" fmla="*/ 6216259 w 10232859"/>
              <a:gd name="connsiteY156" fmla="*/ 363365 h 1699043"/>
              <a:gd name="connsiteX157" fmla="*/ 6228331 w 10232859"/>
              <a:gd name="connsiteY157" fmla="*/ 364034 h 1699043"/>
              <a:gd name="connsiteX158" fmla="*/ 6229602 w 10232859"/>
              <a:gd name="connsiteY158" fmla="*/ 363414 h 1699043"/>
              <a:gd name="connsiteX159" fmla="*/ 6258988 w 10232859"/>
              <a:gd name="connsiteY159" fmla="*/ 378660 h 1699043"/>
              <a:gd name="connsiteX160" fmla="*/ 6264106 w 10232859"/>
              <a:gd name="connsiteY160" fmla="*/ 379141 h 1699043"/>
              <a:gd name="connsiteX161" fmla="*/ 6281703 w 10232859"/>
              <a:gd name="connsiteY161" fmla="*/ 391054 h 1699043"/>
              <a:gd name="connsiteX162" fmla="*/ 6291622 w 10232859"/>
              <a:gd name="connsiteY162" fmla="*/ 396155 h 1699043"/>
              <a:gd name="connsiteX163" fmla="*/ 6292712 w 10232859"/>
              <a:gd name="connsiteY163" fmla="*/ 399771 h 1699043"/>
              <a:gd name="connsiteX164" fmla="*/ 6308227 w 10232859"/>
              <a:gd name="connsiteY164" fmla="*/ 406196 h 1699043"/>
              <a:gd name="connsiteX165" fmla="*/ 6328981 w 10232859"/>
              <a:gd name="connsiteY165" fmla="*/ 409495 h 1699043"/>
              <a:gd name="connsiteX166" fmla="*/ 6368693 w 10232859"/>
              <a:gd name="connsiteY166" fmla="*/ 417845 h 1699043"/>
              <a:gd name="connsiteX167" fmla="*/ 6414811 w 10232859"/>
              <a:gd name="connsiteY167" fmla="*/ 452200 h 1699043"/>
              <a:gd name="connsiteX168" fmla="*/ 6467879 w 10232859"/>
              <a:gd name="connsiteY168" fmla="*/ 468248 h 1699043"/>
              <a:gd name="connsiteX169" fmla="*/ 6564351 w 10232859"/>
              <a:gd name="connsiteY169" fmla="*/ 537518 h 1699043"/>
              <a:gd name="connsiteX170" fmla="*/ 6711178 w 10232859"/>
              <a:gd name="connsiteY170" fmla="*/ 573610 h 1699043"/>
              <a:gd name="connsiteX171" fmla="*/ 6764036 w 10232859"/>
              <a:gd name="connsiteY171" fmla="*/ 588943 h 1699043"/>
              <a:gd name="connsiteX172" fmla="*/ 6858983 w 10232859"/>
              <a:gd name="connsiteY172" fmla="*/ 623723 h 1699043"/>
              <a:gd name="connsiteX173" fmla="*/ 6910661 w 10232859"/>
              <a:gd name="connsiteY173" fmla="*/ 634620 h 1699043"/>
              <a:gd name="connsiteX174" fmla="*/ 6944111 w 10232859"/>
              <a:gd name="connsiteY174" fmla="*/ 659502 h 1699043"/>
              <a:gd name="connsiteX175" fmla="*/ 6965771 w 10232859"/>
              <a:gd name="connsiteY175" fmla="*/ 659931 h 1699043"/>
              <a:gd name="connsiteX176" fmla="*/ 6969639 w 10232859"/>
              <a:gd name="connsiteY176" fmla="*/ 659837 h 1699043"/>
              <a:gd name="connsiteX177" fmla="*/ 6982242 w 10232859"/>
              <a:gd name="connsiteY177" fmla="*/ 663112 h 1699043"/>
              <a:gd name="connsiteX178" fmla="*/ 6989387 w 10232859"/>
              <a:gd name="connsiteY178" fmla="*/ 659474 h 1699043"/>
              <a:gd name="connsiteX179" fmla="*/ 7010930 w 10232859"/>
              <a:gd name="connsiteY179" fmla="*/ 661134 h 1699043"/>
              <a:gd name="connsiteX180" fmla="*/ 7033125 w 10232859"/>
              <a:gd name="connsiteY180" fmla="*/ 668436 h 1699043"/>
              <a:gd name="connsiteX181" fmla="*/ 7134461 w 10232859"/>
              <a:gd name="connsiteY181" fmla="*/ 708192 h 1699043"/>
              <a:gd name="connsiteX182" fmla="*/ 7197450 w 10232859"/>
              <a:gd name="connsiteY182" fmla="*/ 729094 h 1699043"/>
              <a:gd name="connsiteX183" fmla="*/ 7225084 w 10232859"/>
              <a:gd name="connsiteY183" fmla="*/ 732505 h 1699043"/>
              <a:gd name="connsiteX184" fmla="*/ 7261183 w 10232859"/>
              <a:gd name="connsiteY184" fmla="*/ 740313 h 1699043"/>
              <a:gd name="connsiteX185" fmla="*/ 7327760 w 10232859"/>
              <a:gd name="connsiteY185" fmla="*/ 750586 h 1699043"/>
              <a:gd name="connsiteX186" fmla="*/ 7412222 w 10232859"/>
              <a:gd name="connsiteY186" fmla="*/ 770487 h 1699043"/>
              <a:gd name="connsiteX187" fmla="*/ 7457904 w 10232859"/>
              <a:gd name="connsiteY187" fmla="*/ 804321 h 1699043"/>
              <a:gd name="connsiteX188" fmla="*/ 7465795 w 10232859"/>
              <a:gd name="connsiteY188" fmla="*/ 802598 h 1699043"/>
              <a:gd name="connsiteX189" fmla="*/ 7505046 w 10232859"/>
              <a:gd name="connsiteY189" fmla="*/ 816517 h 1699043"/>
              <a:gd name="connsiteX190" fmla="*/ 7623220 w 10232859"/>
              <a:gd name="connsiteY190" fmla="*/ 888520 h 1699043"/>
              <a:gd name="connsiteX191" fmla="*/ 7700458 w 10232859"/>
              <a:gd name="connsiteY191" fmla="*/ 915079 h 1699043"/>
              <a:gd name="connsiteX192" fmla="*/ 7730988 w 10232859"/>
              <a:gd name="connsiteY192" fmla="*/ 920756 h 1699043"/>
              <a:gd name="connsiteX193" fmla="*/ 7781942 w 10232859"/>
              <a:gd name="connsiteY193" fmla="*/ 930503 h 1699043"/>
              <a:gd name="connsiteX194" fmla="*/ 7827704 w 10232859"/>
              <a:gd name="connsiteY194" fmla="*/ 928558 h 1699043"/>
              <a:gd name="connsiteX195" fmla="*/ 7867270 w 10232859"/>
              <a:gd name="connsiteY195" fmla="*/ 940366 h 1699043"/>
              <a:gd name="connsiteX196" fmla="*/ 7866538 w 10232859"/>
              <a:gd name="connsiteY196" fmla="*/ 955045 h 1699043"/>
              <a:gd name="connsiteX197" fmla="*/ 7912084 w 10232859"/>
              <a:gd name="connsiteY197" fmla="*/ 963800 h 1699043"/>
              <a:gd name="connsiteX198" fmla="*/ 7982264 w 10232859"/>
              <a:gd name="connsiteY198" fmla="*/ 975773 h 1699043"/>
              <a:gd name="connsiteX199" fmla="*/ 7991272 w 10232859"/>
              <a:gd name="connsiteY199" fmla="*/ 981104 h 1699043"/>
              <a:gd name="connsiteX200" fmla="*/ 8006496 w 10232859"/>
              <a:gd name="connsiteY200" fmla="*/ 972839 h 1699043"/>
              <a:gd name="connsiteX201" fmla="*/ 8034497 w 10232859"/>
              <a:gd name="connsiteY201" fmla="*/ 972054 h 1699043"/>
              <a:gd name="connsiteX202" fmla="*/ 8150881 w 10232859"/>
              <a:gd name="connsiteY202" fmla="*/ 990411 h 1699043"/>
              <a:gd name="connsiteX203" fmla="*/ 8172106 w 10232859"/>
              <a:gd name="connsiteY203" fmla="*/ 990512 h 1699043"/>
              <a:gd name="connsiteX204" fmla="*/ 8196076 w 10232859"/>
              <a:gd name="connsiteY204" fmla="*/ 1000078 h 1699043"/>
              <a:gd name="connsiteX205" fmla="*/ 8247463 w 10232859"/>
              <a:gd name="connsiteY205" fmla="*/ 1016332 h 1699043"/>
              <a:gd name="connsiteX206" fmla="*/ 8279272 w 10232859"/>
              <a:gd name="connsiteY206" fmla="*/ 1032921 h 1699043"/>
              <a:gd name="connsiteX207" fmla="*/ 8289611 w 10232859"/>
              <a:gd name="connsiteY207" fmla="*/ 1028630 h 1699043"/>
              <a:gd name="connsiteX208" fmla="*/ 8311483 w 10232859"/>
              <a:gd name="connsiteY208" fmla="*/ 1029399 h 1699043"/>
              <a:gd name="connsiteX209" fmla="*/ 8399489 w 10232859"/>
              <a:gd name="connsiteY209" fmla="*/ 1048562 h 1699043"/>
              <a:gd name="connsiteX210" fmla="*/ 8415973 w 10232859"/>
              <a:gd name="connsiteY210" fmla="*/ 1049660 h 1699043"/>
              <a:gd name="connsiteX211" fmla="*/ 8433326 w 10232859"/>
              <a:gd name="connsiteY211" fmla="*/ 1057881 h 1699043"/>
              <a:gd name="connsiteX212" fmla="*/ 8502328 w 10232859"/>
              <a:gd name="connsiteY212" fmla="*/ 1091498 h 1699043"/>
              <a:gd name="connsiteX213" fmla="*/ 8534346 w 10232859"/>
              <a:gd name="connsiteY213" fmla="*/ 1106980 h 1699043"/>
              <a:gd name="connsiteX214" fmla="*/ 8534980 w 10232859"/>
              <a:gd name="connsiteY214" fmla="*/ 1110861 h 1699043"/>
              <a:gd name="connsiteX215" fmla="*/ 8544104 w 10232859"/>
              <a:gd name="connsiteY215" fmla="*/ 1108406 h 1699043"/>
              <a:gd name="connsiteX216" fmla="*/ 8567742 w 10232859"/>
              <a:gd name="connsiteY216" fmla="*/ 1117590 h 1699043"/>
              <a:gd name="connsiteX217" fmla="*/ 8633779 w 10232859"/>
              <a:gd name="connsiteY217" fmla="*/ 1139226 h 1699043"/>
              <a:gd name="connsiteX218" fmla="*/ 8676965 w 10232859"/>
              <a:gd name="connsiteY218" fmla="*/ 1156949 h 1699043"/>
              <a:gd name="connsiteX219" fmla="*/ 8698944 w 10232859"/>
              <a:gd name="connsiteY219" fmla="*/ 1156939 h 1699043"/>
              <a:gd name="connsiteX220" fmla="*/ 8711456 w 10232859"/>
              <a:gd name="connsiteY220" fmla="*/ 1169217 h 1699043"/>
              <a:gd name="connsiteX221" fmla="*/ 8732793 w 10232859"/>
              <a:gd name="connsiteY221" fmla="*/ 1172972 h 1699043"/>
              <a:gd name="connsiteX222" fmla="*/ 8751897 w 10232859"/>
              <a:gd name="connsiteY222" fmla="*/ 1190886 h 1699043"/>
              <a:gd name="connsiteX223" fmla="*/ 8793564 w 10232859"/>
              <a:gd name="connsiteY223" fmla="*/ 1172572 h 1699043"/>
              <a:gd name="connsiteX224" fmla="*/ 8834270 w 10232859"/>
              <a:gd name="connsiteY224" fmla="*/ 1206624 h 1699043"/>
              <a:gd name="connsiteX225" fmla="*/ 8853872 w 10232859"/>
              <a:gd name="connsiteY225" fmla="*/ 1214714 h 1699043"/>
              <a:gd name="connsiteX226" fmla="*/ 8861901 w 10232859"/>
              <a:gd name="connsiteY226" fmla="*/ 1211375 h 1699043"/>
              <a:gd name="connsiteX227" fmla="*/ 8874168 w 10232859"/>
              <a:gd name="connsiteY227" fmla="*/ 1213967 h 1699043"/>
              <a:gd name="connsiteX228" fmla="*/ 8871123 w 10232859"/>
              <a:gd name="connsiteY228" fmla="*/ 1221160 h 1699043"/>
              <a:gd name="connsiteX229" fmla="*/ 8903537 w 10232859"/>
              <a:gd name="connsiteY229" fmla="*/ 1230588 h 1699043"/>
              <a:gd name="connsiteX230" fmla="*/ 8933767 w 10232859"/>
              <a:gd name="connsiteY230" fmla="*/ 1263368 h 1699043"/>
              <a:gd name="connsiteX231" fmla="*/ 8985765 w 10232859"/>
              <a:gd name="connsiteY231" fmla="*/ 1287664 h 1699043"/>
              <a:gd name="connsiteX232" fmla="*/ 9071444 w 10232859"/>
              <a:gd name="connsiteY232" fmla="*/ 1317305 h 1699043"/>
              <a:gd name="connsiteX233" fmla="*/ 9096711 w 10232859"/>
              <a:gd name="connsiteY233" fmla="*/ 1327777 h 1699043"/>
              <a:gd name="connsiteX234" fmla="*/ 9338853 w 10232859"/>
              <a:gd name="connsiteY234" fmla="*/ 1448046 h 1699043"/>
              <a:gd name="connsiteX235" fmla="*/ 9520814 w 10232859"/>
              <a:gd name="connsiteY235" fmla="*/ 1449827 h 1699043"/>
              <a:gd name="connsiteX236" fmla="*/ 9702271 w 10232859"/>
              <a:gd name="connsiteY236" fmla="*/ 1488553 h 1699043"/>
              <a:gd name="connsiteX237" fmla="*/ 9744273 w 10232859"/>
              <a:gd name="connsiteY237" fmla="*/ 1523512 h 1699043"/>
              <a:gd name="connsiteX238" fmla="*/ 9771903 w 10232859"/>
              <a:gd name="connsiteY238" fmla="*/ 1530034 h 1699043"/>
              <a:gd name="connsiteX239" fmla="*/ 9818565 w 10232859"/>
              <a:gd name="connsiteY239" fmla="*/ 1538545 h 1699043"/>
              <a:gd name="connsiteX240" fmla="*/ 9882202 w 10232859"/>
              <a:gd name="connsiteY240" fmla="*/ 1565888 h 1699043"/>
              <a:gd name="connsiteX241" fmla="*/ 10022025 w 10232859"/>
              <a:gd name="connsiteY241" fmla="*/ 1599696 h 1699043"/>
              <a:gd name="connsiteX242" fmla="*/ 10220406 w 10232859"/>
              <a:gd name="connsiteY242" fmla="*/ 1677005 h 1699043"/>
              <a:gd name="connsiteX243" fmla="*/ 10232859 w 10232859"/>
              <a:gd name="connsiteY243" fmla="*/ 1699043 h 1699043"/>
              <a:gd name="connsiteX244" fmla="*/ 0 w 10232859"/>
              <a:gd name="connsiteY244" fmla="*/ 1699043 h 1699043"/>
              <a:gd name="connsiteX245" fmla="*/ 0 w 10232859"/>
              <a:gd name="connsiteY245" fmla="*/ 21828 h 1699043"/>
              <a:gd name="connsiteX246" fmla="*/ 8097 w 10232859"/>
              <a:gd name="connsiteY246" fmla="*/ 24355 h 1699043"/>
              <a:gd name="connsiteX247" fmla="*/ 77128 w 10232859"/>
              <a:gd name="connsiteY247" fmla="*/ 6867 h 1699043"/>
              <a:gd name="connsiteX248" fmla="*/ 188338 w 10232859"/>
              <a:gd name="connsiteY248" fmla="*/ 5079 h 1699043"/>
              <a:gd name="connsiteX249" fmla="*/ 298809 w 10232859"/>
              <a:gd name="connsiteY249" fmla="*/ 6198 h 1699043"/>
              <a:gd name="connsiteX250" fmla="*/ 338985 w 10232859"/>
              <a:gd name="connsiteY250" fmla="*/ 8006 h 1699043"/>
              <a:gd name="connsiteX251" fmla="*/ 409815 w 10232859"/>
              <a:gd name="connsiteY251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11246 w 10232859"/>
              <a:gd name="connsiteY41" fmla="*/ 233408 h 1699043"/>
              <a:gd name="connsiteX42" fmla="*/ 2364066 w 10232859"/>
              <a:gd name="connsiteY42" fmla="*/ 218237 h 1699043"/>
              <a:gd name="connsiteX43" fmla="*/ 2400814 w 10232859"/>
              <a:gd name="connsiteY43" fmla="*/ 227165 h 1699043"/>
              <a:gd name="connsiteX44" fmla="*/ 2408414 w 10232859"/>
              <a:gd name="connsiteY44" fmla="*/ 228429 h 1699043"/>
              <a:gd name="connsiteX45" fmla="*/ 2408650 w 10232859"/>
              <a:gd name="connsiteY45" fmla="*/ 228234 h 1699043"/>
              <a:gd name="connsiteX46" fmla="*/ 2416835 w 10232859"/>
              <a:gd name="connsiteY46" fmla="*/ 229128 h 1699043"/>
              <a:gd name="connsiteX47" fmla="*/ 2422271 w 10232859"/>
              <a:gd name="connsiteY47" fmla="*/ 230733 h 1699043"/>
              <a:gd name="connsiteX48" fmla="*/ 2490341 w 10232859"/>
              <a:gd name="connsiteY48" fmla="*/ 211074 h 1699043"/>
              <a:gd name="connsiteX49" fmla="*/ 2588929 w 10232859"/>
              <a:gd name="connsiteY49" fmla="*/ 200980 h 1699043"/>
              <a:gd name="connsiteX50" fmla="*/ 2687426 w 10232859"/>
              <a:gd name="connsiteY50" fmla="*/ 193848 h 1699043"/>
              <a:gd name="connsiteX51" fmla="*/ 2723517 w 10232859"/>
              <a:gd name="connsiteY51" fmla="*/ 192652 h 1699043"/>
              <a:gd name="connsiteX52" fmla="*/ 2785956 w 10232859"/>
              <a:gd name="connsiteY52" fmla="*/ 184404 h 1699043"/>
              <a:gd name="connsiteX53" fmla="*/ 2813378 w 10232859"/>
              <a:gd name="connsiteY53" fmla="*/ 176833 h 1699043"/>
              <a:gd name="connsiteX54" fmla="*/ 2814782 w 10232859"/>
              <a:gd name="connsiteY54" fmla="*/ 177153 h 1699043"/>
              <a:gd name="connsiteX55" fmla="*/ 2816580 w 10232859"/>
              <a:gd name="connsiteY55" fmla="*/ 174366 h 1699043"/>
              <a:gd name="connsiteX56" fmla="*/ 2821623 w 10232859"/>
              <a:gd name="connsiteY56" fmla="*/ 172875 h 1699043"/>
              <a:gd name="connsiteX57" fmla="*/ 2836688 w 10232859"/>
              <a:gd name="connsiteY57" fmla="*/ 172971 h 1699043"/>
              <a:gd name="connsiteX58" fmla="*/ 2842564 w 10232859"/>
              <a:gd name="connsiteY58" fmla="*/ 173695 h 1699043"/>
              <a:gd name="connsiteX59" fmla="*/ 2850712 w 10232859"/>
              <a:gd name="connsiteY59" fmla="*/ 173290 h 1699043"/>
              <a:gd name="connsiteX60" fmla="*/ 2850846 w 10232859"/>
              <a:gd name="connsiteY60" fmla="*/ 173062 h 1699043"/>
              <a:gd name="connsiteX61" fmla="*/ 2858611 w 10232859"/>
              <a:gd name="connsiteY61" fmla="*/ 173112 h 1699043"/>
              <a:gd name="connsiteX62" fmla="*/ 2897454 w 10232859"/>
              <a:gd name="connsiteY62" fmla="*/ 176114 h 1699043"/>
              <a:gd name="connsiteX63" fmla="*/ 2940369 w 10232859"/>
              <a:gd name="connsiteY63" fmla="*/ 152944 h 1699043"/>
              <a:gd name="connsiteX64" fmla="*/ 2959670 w 10232859"/>
              <a:gd name="connsiteY64" fmla="*/ 148367 h 1699043"/>
              <a:gd name="connsiteX65" fmla="*/ 2969615 w 10232859"/>
              <a:gd name="connsiteY65" fmla="*/ 144755 h 1699043"/>
              <a:gd name="connsiteX66" fmla="*/ 2970000 w 10232859"/>
              <a:gd name="connsiteY66" fmla="*/ 143776 h 1699043"/>
              <a:gd name="connsiteX67" fmla="*/ 3007272 w 10232859"/>
              <a:gd name="connsiteY67" fmla="*/ 146766 h 1699043"/>
              <a:gd name="connsiteX68" fmla="*/ 3011677 w 10232859"/>
              <a:gd name="connsiteY68" fmla="*/ 145404 h 1699043"/>
              <a:gd name="connsiteX69" fmla="*/ 3036668 w 10232859"/>
              <a:gd name="connsiteY69" fmla="*/ 149604 h 1699043"/>
              <a:gd name="connsiteX70" fmla="*/ 3049208 w 10232859"/>
              <a:gd name="connsiteY70" fmla="*/ 150573 h 1699043"/>
              <a:gd name="connsiteX71" fmla="*/ 3053517 w 10232859"/>
              <a:gd name="connsiteY71" fmla="*/ 153322 h 1699043"/>
              <a:gd name="connsiteX72" fmla="*/ 3071637 w 10232859"/>
              <a:gd name="connsiteY72" fmla="*/ 153496 h 1699043"/>
              <a:gd name="connsiteX73" fmla="*/ 3110077 w 10232859"/>
              <a:gd name="connsiteY73" fmla="*/ 149202 h 1699043"/>
              <a:gd name="connsiteX74" fmla="*/ 3173743 w 10232859"/>
              <a:gd name="connsiteY74" fmla="*/ 159581 h 1699043"/>
              <a:gd name="connsiteX75" fmla="*/ 3254203 w 10232859"/>
              <a:gd name="connsiteY75" fmla="*/ 151756 h 1699043"/>
              <a:gd name="connsiteX76" fmla="*/ 3380350 w 10232859"/>
              <a:gd name="connsiteY76" fmla="*/ 151151 h 1699043"/>
              <a:gd name="connsiteX77" fmla="*/ 3476147 w 10232859"/>
              <a:gd name="connsiteY77" fmla="*/ 170925 h 1699043"/>
              <a:gd name="connsiteX78" fmla="*/ 3581876 w 10232859"/>
              <a:gd name="connsiteY78" fmla="*/ 150448 h 1699043"/>
              <a:gd name="connsiteX79" fmla="*/ 3704761 w 10232859"/>
              <a:gd name="connsiteY79" fmla="*/ 150492 h 1699043"/>
              <a:gd name="connsiteX80" fmla="*/ 3755040 w 10232859"/>
              <a:gd name="connsiteY80" fmla="*/ 141978 h 1699043"/>
              <a:gd name="connsiteX81" fmla="*/ 3804689 w 10232859"/>
              <a:gd name="connsiteY81" fmla="*/ 151893 h 1699043"/>
              <a:gd name="connsiteX82" fmla="*/ 3821793 w 10232859"/>
              <a:gd name="connsiteY82" fmla="*/ 144743 h 1699043"/>
              <a:gd name="connsiteX83" fmla="*/ 3824682 w 10232859"/>
              <a:gd name="connsiteY83" fmla="*/ 143319 h 1699043"/>
              <a:gd name="connsiteX84" fmla="*/ 3837536 w 10232859"/>
              <a:gd name="connsiteY84" fmla="*/ 141778 h 1699043"/>
              <a:gd name="connsiteX85" fmla="*/ 3839550 w 10232859"/>
              <a:gd name="connsiteY85" fmla="*/ 136147 h 1699043"/>
              <a:gd name="connsiteX86" fmla="*/ 3857743 w 10232859"/>
              <a:gd name="connsiteY86" fmla="*/ 130104 h 1699043"/>
              <a:gd name="connsiteX87" fmla="*/ 3881852 w 10232859"/>
              <a:gd name="connsiteY87" fmla="*/ 128717 h 1699043"/>
              <a:gd name="connsiteX88" fmla="*/ 3998088 w 10232859"/>
              <a:gd name="connsiteY88" fmla="*/ 127932 h 1699043"/>
              <a:gd name="connsiteX89" fmla="*/ 4066682 w 10232859"/>
              <a:gd name="connsiteY89" fmla="*/ 124147 h 1699043"/>
              <a:gd name="connsiteX90" fmla="*/ 4091246 w 10232859"/>
              <a:gd name="connsiteY90" fmla="*/ 117503 h 1699043"/>
              <a:gd name="connsiteX91" fmla="*/ 4126556 w 10232859"/>
              <a:gd name="connsiteY91" fmla="*/ 111725 h 1699043"/>
              <a:gd name="connsiteX92" fmla="*/ 4187717 w 10232859"/>
              <a:gd name="connsiteY92" fmla="*/ 97496 h 1699043"/>
              <a:gd name="connsiteX93" fmla="*/ 4220826 w 10232859"/>
              <a:gd name="connsiteY93" fmla="*/ 95991 h 1699043"/>
              <a:gd name="connsiteX94" fmla="*/ 4239014 w 10232859"/>
              <a:gd name="connsiteY94" fmla="*/ 90840 h 1699043"/>
              <a:gd name="connsiteX95" fmla="*/ 4246653 w 10232859"/>
              <a:gd name="connsiteY95" fmla="*/ 91360 h 1699043"/>
              <a:gd name="connsiteX96" fmla="*/ 4271841 w 10232859"/>
              <a:gd name="connsiteY96" fmla="*/ 90188 h 1699043"/>
              <a:gd name="connsiteX97" fmla="*/ 4286277 w 10232859"/>
              <a:gd name="connsiteY97" fmla="*/ 90173 h 1699043"/>
              <a:gd name="connsiteX98" fmla="*/ 4292025 w 10232859"/>
              <a:gd name="connsiteY98" fmla="*/ 90407 h 1699043"/>
              <a:gd name="connsiteX99" fmla="*/ 4304713 w 10232859"/>
              <a:gd name="connsiteY99" fmla="*/ 95673 h 1699043"/>
              <a:gd name="connsiteX100" fmla="*/ 4321285 w 10232859"/>
              <a:gd name="connsiteY100" fmla="*/ 93560 h 1699043"/>
              <a:gd name="connsiteX101" fmla="*/ 4339561 w 10232859"/>
              <a:gd name="connsiteY101" fmla="*/ 98806 h 1699043"/>
              <a:gd name="connsiteX102" fmla="*/ 4343990 w 10232859"/>
              <a:gd name="connsiteY102" fmla="*/ 94576 h 1699043"/>
              <a:gd name="connsiteX103" fmla="*/ 4358885 w 10232859"/>
              <a:gd name="connsiteY103" fmla="*/ 90264 h 1699043"/>
              <a:gd name="connsiteX104" fmla="*/ 4371648 w 10232859"/>
              <a:gd name="connsiteY104" fmla="*/ 95312 h 1699043"/>
              <a:gd name="connsiteX105" fmla="*/ 4398380 w 10232859"/>
              <a:gd name="connsiteY105" fmla="*/ 98447 h 1699043"/>
              <a:gd name="connsiteX106" fmla="*/ 4405729 w 10232859"/>
              <a:gd name="connsiteY106" fmla="*/ 97677 h 1699043"/>
              <a:gd name="connsiteX107" fmla="*/ 4431408 w 10232859"/>
              <a:gd name="connsiteY107" fmla="*/ 104311 h 1699043"/>
              <a:gd name="connsiteX108" fmla="*/ 4472183 w 10232859"/>
              <a:gd name="connsiteY108" fmla="*/ 109916 h 1699043"/>
              <a:gd name="connsiteX109" fmla="*/ 4518828 w 10232859"/>
              <a:gd name="connsiteY109" fmla="*/ 112600 h 1699043"/>
              <a:gd name="connsiteX110" fmla="*/ 4532040 w 10232859"/>
              <a:gd name="connsiteY110" fmla="*/ 117793 h 1699043"/>
              <a:gd name="connsiteX111" fmla="*/ 4617778 w 10232859"/>
              <a:gd name="connsiteY111" fmla="*/ 130479 h 1699043"/>
              <a:gd name="connsiteX112" fmla="*/ 4641872 w 10232859"/>
              <a:gd name="connsiteY112" fmla="*/ 134207 h 1699043"/>
              <a:gd name="connsiteX113" fmla="*/ 4662766 w 10232859"/>
              <a:gd name="connsiteY113" fmla="*/ 132438 h 1699043"/>
              <a:gd name="connsiteX114" fmla="*/ 4667770 w 10232859"/>
              <a:gd name="connsiteY114" fmla="*/ 127694 h 1699043"/>
              <a:gd name="connsiteX115" fmla="*/ 4681052 w 10232859"/>
              <a:gd name="connsiteY115" fmla="*/ 128947 h 1699043"/>
              <a:gd name="connsiteX116" fmla="*/ 4684624 w 10232859"/>
              <a:gd name="connsiteY116" fmla="*/ 128241 h 1699043"/>
              <a:gd name="connsiteX117" fmla="*/ 4705061 w 10232859"/>
              <a:gd name="connsiteY117" fmla="*/ 125234 h 1699043"/>
              <a:gd name="connsiteX118" fmla="*/ 4747746 w 10232859"/>
              <a:gd name="connsiteY118" fmla="*/ 144617 h 1699043"/>
              <a:gd name="connsiteX119" fmla="*/ 4801045 w 10232859"/>
              <a:gd name="connsiteY119" fmla="*/ 147239 h 1699043"/>
              <a:gd name="connsiteX120" fmla="*/ 5001600 w 10232859"/>
              <a:gd name="connsiteY120" fmla="*/ 190239 h 1699043"/>
              <a:gd name="connsiteX121" fmla="*/ 5033465 w 10232859"/>
              <a:gd name="connsiteY121" fmla="*/ 175915 h 1699043"/>
              <a:gd name="connsiteX122" fmla="*/ 5115965 w 10232859"/>
              <a:gd name="connsiteY122" fmla="*/ 186069 h 1699043"/>
              <a:gd name="connsiteX123" fmla="*/ 5237936 w 10232859"/>
              <a:gd name="connsiteY123" fmla="*/ 239508 h 1699043"/>
              <a:gd name="connsiteX124" fmla="*/ 5290566 w 10232859"/>
              <a:gd name="connsiteY124" fmla="*/ 263295 h 1699043"/>
              <a:gd name="connsiteX125" fmla="*/ 5344878 w 10232859"/>
              <a:gd name="connsiteY125" fmla="*/ 276360 h 1699043"/>
              <a:gd name="connsiteX126" fmla="*/ 5413398 w 10232859"/>
              <a:gd name="connsiteY126" fmla="*/ 276235 h 1699043"/>
              <a:gd name="connsiteX127" fmla="*/ 5415629 w 10232859"/>
              <a:gd name="connsiteY127" fmla="*/ 275768 h 1699043"/>
              <a:gd name="connsiteX128" fmla="*/ 5433078 w 10232859"/>
              <a:gd name="connsiteY128" fmla="*/ 279684 h 1699043"/>
              <a:gd name="connsiteX129" fmla="*/ 5435759 w 10232859"/>
              <a:gd name="connsiteY129" fmla="*/ 283100 h 1699043"/>
              <a:gd name="connsiteX130" fmla="*/ 5447372 w 10232859"/>
              <a:gd name="connsiteY130" fmla="*/ 286587 h 1699043"/>
              <a:gd name="connsiteX131" fmla="*/ 5469289 w 10232859"/>
              <a:gd name="connsiteY131" fmla="*/ 295620 h 1699043"/>
              <a:gd name="connsiteX132" fmla="*/ 5508752 w 10232859"/>
              <a:gd name="connsiteY132" fmla="*/ 305753 h 1699043"/>
              <a:gd name="connsiteX133" fmla="*/ 5509657 w 10232859"/>
              <a:gd name="connsiteY133" fmla="*/ 304936 h 1699043"/>
              <a:gd name="connsiteX134" fmla="*/ 5521245 w 10232859"/>
              <a:gd name="connsiteY134" fmla="*/ 303688 h 1699043"/>
              <a:gd name="connsiteX135" fmla="*/ 5542415 w 10232859"/>
              <a:gd name="connsiteY135" fmla="*/ 303495 h 1699043"/>
              <a:gd name="connsiteX136" fmla="*/ 5596538 w 10232859"/>
              <a:gd name="connsiteY136" fmla="*/ 291153 h 1699043"/>
              <a:gd name="connsiteX137" fmla="*/ 5632514 w 10232859"/>
              <a:gd name="connsiteY137" fmla="*/ 301962 h 1699043"/>
              <a:gd name="connsiteX138" fmla="*/ 5640005 w 10232859"/>
              <a:gd name="connsiteY138" fmla="*/ 303617 h 1699043"/>
              <a:gd name="connsiteX139" fmla="*/ 5640259 w 10232859"/>
              <a:gd name="connsiteY139" fmla="*/ 303435 h 1699043"/>
              <a:gd name="connsiteX140" fmla="*/ 5648365 w 10232859"/>
              <a:gd name="connsiteY140" fmla="*/ 304754 h 1699043"/>
              <a:gd name="connsiteX141" fmla="*/ 5653662 w 10232859"/>
              <a:gd name="connsiteY141" fmla="*/ 306635 h 1699043"/>
              <a:gd name="connsiteX142" fmla="*/ 5668196 w 10232859"/>
              <a:gd name="connsiteY142" fmla="*/ 309846 h 1699043"/>
              <a:gd name="connsiteX143" fmla="*/ 5673886 w 10232859"/>
              <a:gd name="connsiteY143" fmla="*/ 309526 h 1699043"/>
              <a:gd name="connsiteX144" fmla="*/ 5677139 w 10232859"/>
              <a:gd name="connsiteY144" fmla="*/ 307345 h 1699043"/>
              <a:gd name="connsiteX145" fmla="*/ 5708983 w 10232859"/>
              <a:gd name="connsiteY145" fmla="*/ 306674 h 1699043"/>
              <a:gd name="connsiteX146" fmla="*/ 5773909 w 10232859"/>
              <a:gd name="connsiteY146" fmla="*/ 312061 h 1699043"/>
              <a:gd name="connsiteX147" fmla="*/ 5809500 w 10232859"/>
              <a:gd name="connsiteY147" fmla="*/ 318450 h 1699043"/>
              <a:gd name="connsiteX148" fmla="*/ 5908729 w 10232859"/>
              <a:gd name="connsiteY148" fmla="*/ 332335 h 1699043"/>
              <a:gd name="connsiteX149" fmla="*/ 6009654 w 10232859"/>
              <a:gd name="connsiteY149" fmla="*/ 343526 h 1699043"/>
              <a:gd name="connsiteX150" fmla="*/ 6067487 w 10232859"/>
              <a:gd name="connsiteY150" fmla="*/ 333712 h 1699043"/>
              <a:gd name="connsiteX151" fmla="*/ 6073281 w 10232859"/>
              <a:gd name="connsiteY151" fmla="*/ 334316 h 1699043"/>
              <a:gd name="connsiteX152" fmla="*/ 6086225 w 10232859"/>
              <a:gd name="connsiteY152" fmla="*/ 339621 h 1699043"/>
              <a:gd name="connsiteX153" fmla="*/ 6105063 w 10232859"/>
              <a:gd name="connsiteY153" fmla="*/ 347340 h 1699043"/>
              <a:gd name="connsiteX154" fmla="*/ 6135796 w 10232859"/>
              <a:gd name="connsiteY154" fmla="*/ 363143 h 1699043"/>
              <a:gd name="connsiteX155" fmla="*/ 6195166 w 10232859"/>
              <a:gd name="connsiteY155" fmla="*/ 360190 h 1699043"/>
              <a:gd name="connsiteX156" fmla="*/ 6216259 w 10232859"/>
              <a:gd name="connsiteY156" fmla="*/ 363365 h 1699043"/>
              <a:gd name="connsiteX157" fmla="*/ 6228331 w 10232859"/>
              <a:gd name="connsiteY157" fmla="*/ 364034 h 1699043"/>
              <a:gd name="connsiteX158" fmla="*/ 6229602 w 10232859"/>
              <a:gd name="connsiteY158" fmla="*/ 363414 h 1699043"/>
              <a:gd name="connsiteX159" fmla="*/ 6258988 w 10232859"/>
              <a:gd name="connsiteY159" fmla="*/ 378660 h 1699043"/>
              <a:gd name="connsiteX160" fmla="*/ 6264106 w 10232859"/>
              <a:gd name="connsiteY160" fmla="*/ 379141 h 1699043"/>
              <a:gd name="connsiteX161" fmla="*/ 6281703 w 10232859"/>
              <a:gd name="connsiteY161" fmla="*/ 391054 h 1699043"/>
              <a:gd name="connsiteX162" fmla="*/ 6291622 w 10232859"/>
              <a:gd name="connsiteY162" fmla="*/ 396155 h 1699043"/>
              <a:gd name="connsiteX163" fmla="*/ 6292712 w 10232859"/>
              <a:gd name="connsiteY163" fmla="*/ 399771 h 1699043"/>
              <a:gd name="connsiteX164" fmla="*/ 6308227 w 10232859"/>
              <a:gd name="connsiteY164" fmla="*/ 406196 h 1699043"/>
              <a:gd name="connsiteX165" fmla="*/ 6328981 w 10232859"/>
              <a:gd name="connsiteY165" fmla="*/ 409495 h 1699043"/>
              <a:gd name="connsiteX166" fmla="*/ 6368693 w 10232859"/>
              <a:gd name="connsiteY166" fmla="*/ 417845 h 1699043"/>
              <a:gd name="connsiteX167" fmla="*/ 6414811 w 10232859"/>
              <a:gd name="connsiteY167" fmla="*/ 452200 h 1699043"/>
              <a:gd name="connsiteX168" fmla="*/ 6467879 w 10232859"/>
              <a:gd name="connsiteY168" fmla="*/ 468248 h 1699043"/>
              <a:gd name="connsiteX169" fmla="*/ 6564351 w 10232859"/>
              <a:gd name="connsiteY169" fmla="*/ 537518 h 1699043"/>
              <a:gd name="connsiteX170" fmla="*/ 6711178 w 10232859"/>
              <a:gd name="connsiteY170" fmla="*/ 573610 h 1699043"/>
              <a:gd name="connsiteX171" fmla="*/ 6764036 w 10232859"/>
              <a:gd name="connsiteY171" fmla="*/ 588943 h 1699043"/>
              <a:gd name="connsiteX172" fmla="*/ 6858983 w 10232859"/>
              <a:gd name="connsiteY172" fmla="*/ 623723 h 1699043"/>
              <a:gd name="connsiteX173" fmla="*/ 6910661 w 10232859"/>
              <a:gd name="connsiteY173" fmla="*/ 634620 h 1699043"/>
              <a:gd name="connsiteX174" fmla="*/ 6944111 w 10232859"/>
              <a:gd name="connsiteY174" fmla="*/ 659502 h 1699043"/>
              <a:gd name="connsiteX175" fmla="*/ 6965771 w 10232859"/>
              <a:gd name="connsiteY175" fmla="*/ 659931 h 1699043"/>
              <a:gd name="connsiteX176" fmla="*/ 6969639 w 10232859"/>
              <a:gd name="connsiteY176" fmla="*/ 659837 h 1699043"/>
              <a:gd name="connsiteX177" fmla="*/ 6982242 w 10232859"/>
              <a:gd name="connsiteY177" fmla="*/ 663112 h 1699043"/>
              <a:gd name="connsiteX178" fmla="*/ 6989387 w 10232859"/>
              <a:gd name="connsiteY178" fmla="*/ 659474 h 1699043"/>
              <a:gd name="connsiteX179" fmla="*/ 7010930 w 10232859"/>
              <a:gd name="connsiteY179" fmla="*/ 661134 h 1699043"/>
              <a:gd name="connsiteX180" fmla="*/ 7033125 w 10232859"/>
              <a:gd name="connsiteY180" fmla="*/ 668436 h 1699043"/>
              <a:gd name="connsiteX181" fmla="*/ 7134461 w 10232859"/>
              <a:gd name="connsiteY181" fmla="*/ 708192 h 1699043"/>
              <a:gd name="connsiteX182" fmla="*/ 7197450 w 10232859"/>
              <a:gd name="connsiteY182" fmla="*/ 729094 h 1699043"/>
              <a:gd name="connsiteX183" fmla="*/ 7225084 w 10232859"/>
              <a:gd name="connsiteY183" fmla="*/ 732505 h 1699043"/>
              <a:gd name="connsiteX184" fmla="*/ 7261183 w 10232859"/>
              <a:gd name="connsiteY184" fmla="*/ 740313 h 1699043"/>
              <a:gd name="connsiteX185" fmla="*/ 7327760 w 10232859"/>
              <a:gd name="connsiteY185" fmla="*/ 750586 h 1699043"/>
              <a:gd name="connsiteX186" fmla="*/ 7412222 w 10232859"/>
              <a:gd name="connsiteY186" fmla="*/ 770487 h 1699043"/>
              <a:gd name="connsiteX187" fmla="*/ 7457904 w 10232859"/>
              <a:gd name="connsiteY187" fmla="*/ 804321 h 1699043"/>
              <a:gd name="connsiteX188" fmla="*/ 7465795 w 10232859"/>
              <a:gd name="connsiteY188" fmla="*/ 802598 h 1699043"/>
              <a:gd name="connsiteX189" fmla="*/ 7505046 w 10232859"/>
              <a:gd name="connsiteY189" fmla="*/ 816517 h 1699043"/>
              <a:gd name="connsiteX190" fmla="*/ 7623220 w 10232859"/>
              <a:gd name="connsiteY190" fmla="*/ 888520 h 1699043"/>
              <a:gd name="connsiteX191" fmla="*/ 7700458 w 10232859"/>
              <a:gd name="connsiteY191" fmla="*/ 915079 h 1699043"/>
              <a:gd name="connsiteX192" fmla="*/ 7730988 w 10232859"/>
              <a:gd name="connsiteY192" fmla="*/ 920756 h 1699043"/>
              <a:gd name="connsiteX193" fmla="*/ 7781942 w 10232859"/>
              <a:gd name="connsiteY193" fmla="*/ 930503 h 1699043"/>
              <a:gd name="connsiteX194" fmla="*/ 7827704 w 10232859"/>
              <a:gd name="connsiteY194" fmla="*/ 928558 h 1699043"/>
              <a:gd name="connsiteX195" fmla="*/ 7867270 w 10232859"/>
              <a:gd name="connsiteY195" fmla="*/ 940366 h 1699043"/>
              <a:gd name="connsiteX196" fmla="*/ 7866538 w 10232859"/>
              <a:gd name="connsiteY196" fmla="*/ 955045 h 1699043"/>
              <a:gd name="connsiteX197" fmla="*/ 7912084 w 10232859"/>
              <a:gd name="connsiteY197" fmla="*/ 963800 h 1699043"/>
              <a:gd name="connsiteX198" fmla="*/ 7982264 w 10232859"/>
              <a:gd name="connsiteY198" fmla="*/ 975773 h 1699043"/>
              <a:gd name="connsiteX199" fmla="*/ 7991272 w 10232859"/>
              <a:gd name="connsiteY199" fmla="*/ 981104 h 1699043"/>
              <a:gd name="connsiteX200" fmla="*/ 8006496 w 10232859"/>
              <a:gd name="connsiteY200" fmla="*/ 972839 h 1699043"/>
              <a:gd name="connsiteX201" fmla="*/ 8034497 w 10232859"/>
              <a:gd name="connsiteY201" fmla="*/ 972054 h 1699043"/>
              <a:gd name="connsiteX202" fmla="*/ 8150881 w 10232859"/>
              <a:gd name="connsiteY202" fmla="*/ 990411 h 1699043"/>
              <a:gd name="connsiteX203" fmla="*/ 8172106 w 10232859"/>
              <a:gd name="connsiteY203" fmla="*/ 990512 h 1699043"/>
              <a:gd name="connsiteX204" fmla="*/ 8196076 w 10232859"/>
              <a:gd name="connsiteY204" fmla="*/ 1000078 h 1699043"/>
              <a:gd name="connsiteX205" fmla="*/ 8247463 w 10232859"/>
              <a:gd name="connsiteY205" fmla="*/ 1016332 h 1699043"/>
              <a:gd name="connsiteX206" fmla="*/ 8279272 w 10232859"/>
              <a:gd name="connsiteY206" fmla="*/ 1032921 h 1699043"/>
              <a:gd name="connsiteX207" fmla="*/ 8289611 w 10232859"/>
              <a:gd name="connsiteY207" fmla="*/ 1028630 h 1699043"/>
              <a:gd name="connsiteX208" fmla="*/ 8311483 w 10232859"/>
              <a:gd name="connsiteY208" fmla="*/ 1029399 h 1699043"/>
              <a:gd name="connsiteX209" fmla="*/ 8399489 w 10232859"/>
              <a:gd name="connsiteY209" fmla="*/ 1048562 h 1699043"/>
              <a:gd name="connsiteX210" fmla="*/ 8415973 w 10232859"/>
              <a:gd name="connsiteY210" fmla="*/ 1049660 h 1699043"/>
              <a:gd name="connsiteX211" fmla="*/ 8433326 w 10232859"/>
              <a:gd name="connsiteY211" fmla="*/ 1057881 h 1699043"/>
              <a:gd name="connsiteX212" fmla="*/ 8502328 w 10232859"/>
              <a:gd name="connsiteY212" fmla="*/ 1091498 h 1699043"/>
              <a:gd name="connsiteX213" fmla="*/ 8534346 w 10232859"/>
              <a:gd name="connsiteY213" fmla="*/ 1106980 h 1699043"/>
              <a:gd name="connsiteX214" fmla="*/ 8534980 w 10232859"/>
              <a:gd name="connsiteY214" fmla="*/ 1110861 h 1699043"/>
              <a:gd name="connsiteX215" fmla="*/ 8544104 w 10232859"/>
              <a:gd name="connsiteY215" fmla="*/ 1108406 h 1699043"/>
              <a:gd name="connsiteX216" fmla="*/ 8567742 w 10232859"/>
              <a:gd name="connsiteY216" fmla="*/ 1117590 h 1699043"/>
              <a:gd name="connsiteX217" fmla="*/ 8633779 w 10232859"/>
              <a:gd name="connsiteY217" fmla="*/ 1139226 h 1699043"/>
              <a:gd name="connsiteX218" fmla="*/ 8676965 w 10232859"/>
              <a:gd name="connsiteY218" fmla="*/ 1156949 h 1699043"/>
              <a:gd name="connsiteX219" fmla="*/ 8698944 w 10232859"/>
              <a:gd name="connsiteY219" fmla="*/ 1156939 h 1699043"/>
              <a:gd name="connsiteX220" fmla="*/ 8711456 w 10232859"/>
              <a:gd name="connsiteY220" fmla="*/ 1169217 h 1699043"/>
              <a:gd name="connsiteX221" fmla="*/ 8732793 w 10232859"/>
              <a:gd name="connsiteY221" fmla="*/ 1172972 h 1699043"/>
              <a:gd name="connsiteX222" fmla="*/ 8751897 w 10232859"/>
              <a:gd name="connsiteY222" fmla="*/ 1190886 h 1699043"/>
              <a:gd name="connsiteX223" fmla="*/ 8793564 w 10232859"/>
              <a:gd name="connsiteY223" fmla="*/ 1172572 h 1699043"/>
              <a:gd name="connsiteX224" fmla="*/ 8834270 w 10232859"/>
              <a:gd name="connsiteY224" fmla="*/ 1206624 h 1699043"/>
              <a:gd name="connsiteX225" fmla="*/ 8853872 w 10232859"/>
              <a:gd name="connsiteY225" fmla="*/ 1214714 h 1699043"/>
              <a:gd name="connsiteX226" fmla="*/ 8861901 w 10232859"/>
              <a:gd name="connsiteY226" fmla="*/ 1211375 h 1699043"/>
              <a:gd name="connsiteX227" fmla="*/ 8874168 w 10232859"/>
              <a:gd name="connsiteY227" fmla="*/ 1213967 h 1699043"/>
              <a:gd name="connsiteX228" fmla="*/ 8871123 w 10232859"/>
              <a:gd name="connsiteY228" fmla="*/ 1221160 h 1699043"/>
              <a:gd name="connsiteX229" fmla="*/ 8903537 w 10232859"/>
              <a:gd name="connsiteY229" fmla="*/ 1230588 h 1699043"/>
              <a:gd name="connsiteX230" fmla="*/ 8933767 w 10232859"/>
              <a:gd name="connsiteY230" fmla="*/ 1263368 h 1699043"/>
              <a:gd name="connsiteX231" fmla="*/ 8985765 w 10232859"/>
              <a:gd name="connsiteY231" fmla="*/ 1287664 h 1699043"/>
              <a:gd name="connsiteX232" fmla="*/ 9071444 w 10232859"/>
              <a:gd name="connsiteY232" fmla="*/ 1317305 h 1699043"/>
              <a:gd name="connsiteX233" fmla="*/ 9096711 w 10232859"/>
              <a:gd name="connsiteY233" fmla="*/ 1327777 h 1699043"/>
              <a:gd name="connsiteX234" fmla="*/ 9338853 w 10232859"/>
              <a:gd name="connsiteY234" fmla="*/ 1448046 h 1699043"/>
              <a:gd name="connsiteX235" fmla="*/ 9520814 w 10232859"/>
              <a:gd name="connsiteY235" fmla="*/ 1449827 h 1699043"/>
              <a:gd name="connsiteX236" fmla="*/ 9702271 w 10232859"/>
              <a:gd name="connsiteY236" fmla="*/ 1488553 h 1699043"/>
              <a:gd name="connsiteX237" fmla="*/ 9744273 w 10232859"/>
              <a:gd name="connsiteY237" fmla="*/ 1523512 h 1699043"/>
              <a:gd name="connsiteX238" fmla="*/ 9771903 w 10232859"/>
              <a:gd name="connsiteY238" fmla="*/ 1530034 h 1699043"/>
              <a:gd name="connsiteX239" fmla="*/ 9818565 w 10232859"/>
              <a:gd name="connsiteY239" fmla="*/ 1538545 h 1699043"/>
              <a:gd name="connsiteX240" fmla="*/ 9882202 w 10232859"/>
              <a:gd name="connsiteY240" fmla="*/ 1565888 h 1699043"/>
              <a:gd name="connsiteX241" fmla="*/ 10022025 w 10232859"/>
              <a:gd name="connsiteY241" fmla="*/ 1599696 h 1699043"/>
              <a:gd name="connsiteX242" fmla="*/ 10220406 w 10232859"/>
              <a:gd name="connsiteY242" fmla="*/ 1677005 h 1699043"/>
              <a:gd name="connsiteX243" fmla="*/ 10232859 w 10232859"/>
              <a:gd name="connsiteY243" fmla="*/ 1699043 h 1699043"/>
              <a:gd name="connsiteX244" fmla="*/ 0 w 10232859"/>
              <a:gd name="connsiteY244" fmla="*/ 1699043 h 1699043"/>
              <a:gd name="connsiteX245" fmla="*/ 0 w 10232859"/>
              <a:gd name="connsiteY245" fmla="*/ 21828 h 1699043"/>
              <a:gd name="connsiteX246" fmla="*/ 8097 w 10232859"/>
              <a:gd name="connsiteY246" fmla="*/ 24355 h 1699043"/>
              <a:gd name="connsiteX247" fmla="*/ 77128 w 10232859"/>
              <a:gd name="connsiteY247" fmla="*/ 6867 h 1699043"/>
              <a:gd name="connsiteX248" fmla="*/ 188338 w 10232859"/>
              <a:gd name="connsiteY248" fmla="*/ 5079 h 1699043"/>
              <a:gd name="connsiteX249" fmla="*/ 298809 w 10232859"/>
              <a:gd name="connsiteY249" fmla="*/ 6198 h 1699043"/>
              <a:gd name="connsiteX250" fmla="*/ 338985 w 10232859"/>
              <a:gd name="connsiteY250" fmla="*/ 8006 h 1699043"/>
              <a:gd name="connsiteX251" fmla="*/ 409815 w 10232859"/>
              <a:gd name="connsiteY251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01045 w 10232859"/>
              <a:gd name="connsiteY118" fmla="*/ 147239 h 1699043"/>
              <a:gd name="connsiteX119" fmla="*/ 5001600 w 10232859"/>
              <a:gd name="connsiteY119" fmla="*/ 190239 h 1699043"/>
              <a:gd name="connsiteX120" fmla="*/ 5033465 w 10232859"/>
              <a:gd name="connsiteY120" fmla="*/ 175915 h 1699043"/>
              <a:gd name="connsiteX121" fmla="*/ 5115965 w 10232859"/>
              <a:gd name="connsiteY121" fmla="*/ 186069 h 1699043"/>
              <a:gd name="connsiteX122" fmla="*/ 5237936 w 10232859"/>
              <a:gd name="connsiteY122" fmla="*/ 239508 h 1699043"/>
              <a:gd name="connsiteX123" fmla="*/ 5290566 w 10232859"/>
              <a:gd name="connsiteY123" fmla="*/ 263295 h 1699043"/>
              <a:gd name="connsiteX124" fmla="*/ 5344878 w 10232859"/>
              <a:gd name="connsiteY124" fmla="*/ 276360 h 1699043"/>
              <a:gd name="connsiteX125" fmla="*/ 5413398 w 10232859"/>
              <a:gd name="connsiteY125" fmla="*/ 276235 h 1699043"/>
              <a:gd name="connsiteX126" fmla="*/ 5415629 w 10232859"/>
              <a:gd name="connsiteY126" fmla="*/ 275768 h 1699043"/>
              <a:gd name="connsiteX127" fmla="*/ 5433078 w 10232859"/>
              <a:gd name="connsiteY127" fmla="*/ 279684 h 1699043"/>
              <a:gd name="connsiteX128" fmla="*/ 5435759 w 10232859"/>
              <a:gd name="connsiteY128" fmla="*/ 283100 h 1699043"/>
              <a:gd name="connsiteX129" fmla="*/ 5447372 w 10232859"/>
              <a:gd name="connsiteY129" fmla="*/ 286587 h 1699043"/>
              <a:gd name="connsiteX130" fmla="*/ 5469289 w 10232859"/>
              <a:gd name="connsiteY130" fmla="*/ 295620 h 1699043"/>
              <a:gd name="connsiteX131" fmla="*/ 5508752 w 10232859"/>
              <a:gd name="connsiteY131" fmla="*/ 305753 h 1699043"/>
              <a:gd name="connsiteX132" fmla="*/ 5509657 w 10232859"/>
              <a:gd name="connsiteY132" fmla="*/ 304936 h 1699043"/>
              <a:gd name="connsiteX133" fmla="*/ 5521245 w 10232859"/>
              <a:gd name="connsiteY133" fmla="*/ 303688 h 1699043"/>
              <a:gd name="connsiteX134" fmla="*/ 5542415 w 10232859"/>
              <a:gd name="connsiteY134" fmla="*/ 303495 h 1699043"/>
              <a:gd name="connsiteX135" fmla="*/ 5596538 w 10232859"/>
              <a:gd name="connsiteY135" fmla="*/ 291153 h 1699043"/>
              <a:gd name="connsiteX136" fmla="*/ 5632514 w 10232859"/>
              <a:gd name="connsiteY136" fmla="*/ 301962 h 1699043"/>
              <a:gd name="connsiteX137" fmla="*/ 5640005 w 10232859"/>
              <a:gd name="connsiteY137" fmla="*/ 303617 h 1699043"/>
              <a:gd name="connsiteX138" fmla="*/ 5640259 w 10232859"/>
              <a:gd name="connsiteY138" fmla="*/ 303435 h 1699043"/>
              <a:gd name="connsiteX139" fmla="*/ 5648365 w 10232859"/>
              <a:gd name="connsiteY139" fmla="*/ 304754 h 1699043"/>
              <a:gd name="connsiteX140" fmla="*/ 5653662 w 10232859"/>
              <a:gd name="connsiteY140" fmla="*/ 306635 h 1699043"/>
              <a:gd name="connsiteX141" fmla="*/ 5668196 w 10232859"/>
              <a:gd name="connsiteY141" fmla="*/ 309846 h 1699043"/>
              <a:gd name="connsiteX142" fmla="*/ 5673886 w 10232859"/>
              <a:gd name="connsiteY142" fmla="*/ 309526 h 1699043"/>
              <a:gd name="connsiteX143" fmla="*/ 5677139 w 10232859"/>
              <a:gd name="connsiteY143" fmla="*/ 307345 h 1699043"/>
              <a:gd name="connsiteX144" fmla="*/ 5708983 w 10232859"/>
              <a:gd name="connsiteY144" fmla="*/ 306674 h 1699043"/>
              <a:gd name="connsiteX145" fmla="*/ 5773909 w 10232859"/>
              <a:gd name="connsiteY145" fmla="*/ 312061 h 1699043"/>
              <a:gd name="connsiteX146" fmla="*/ 5809500 w 10232859"/>
              <a:gd name="connsiteY146" fmla="*/ 318450 h 1699043"/>
              <a:gd name="connsiteX147" fmla="*/ 5908729 w 10232859"/>
              <a:gd name="connsiteY147" fmla="*/ 332335 h 1699043"/>
              <a:gd name="connsiteX148" fmla="*/ 6009654 w 10232859"/>
              <a:gd name="connsiteY148" fmla="*/ 343526 h 1699043"/>
              <a:gd name="connsiteX149" fmla="*/ 6067487 w 10232859"/>
              <a:gd name="connsiteY149" fmla="*/ 333712 h 1699043"/>
              <a:gd name="connsiteX150" fmla="*/ 6073281 w 10232859"/>
              <a:gd name="connsiteY150" fmla="*/ 334316 h 1699043"/>
              <a:gd name="connsiteX151" fmla="*/ 6086225 w 10232859"/>
              <a:gd name="connsiteY151" fmla="*/ 339621 h 1699043"/>
              <a:gd name="connsiteX152" fmla="*/ 6105063 w 10232859"/>
              <a:gd name="connsiteY152" fmla="*/ 347340 h 1699043"/>
              <a:gd name="connsiteX153" fmla="*/ 6135796 w 10232859"/>
              <a:gd name="connsiteY153" fmla="*/ 363143 h 1699043"/>
              <a:gd name="connsiteX154" fmla="*/ 6195166 w 10232859"/>
              <a:gd name="connsiteY154" fmla="*/ 360190 h 1699043"/>
              <a:gd name="connsiteX155" fmla="*/ 6216259 w 10232859"/>
              <a:gd name="connsiteY155" fmla="*/ 363365 h 1699043"/>
              <a:gd name="connsiteX156" fmla="*/ 6228331 w 10232859"/>
              <a:gd name="connsiteY156" fmla="*/ 364034 h 1699043"/>
              <a:gd name="connsiteX157" fmla="*/ 6229602 w 10232859"/>
              <a:gd name="connsiteY157" fmla="*/ 363414 h 1699043"/>
              <a:gd name="connsiteX158" fmla="*/ 6258988 w 10232859"/>
              <a:gd name="connsiteY158" fmla="*/ 378660 h 1699043"/>
              <a:gd name="connsiteX159" fmla="*/ 6264106 w 10232859"/>
              <a:gd name="connsiteY159" fmla="*/ 379141 h 1699043"/>
              <a:gd name="connsiteX160" fmla="*/ 6281703 w 10232859"/>
              <a:gd name="connsiteY160" fmla="*/ 391054 h 1699043"/>
              <a:gd name="connsiteX161" fmla="*/ 6291622 w 10232859"/>
              <a:gd name="connsiteY161" fmla="*/ 396155 h 1699043"/>
              <a:gd name="connsiteX162" fmla="*/ 6292712 w 10232859"/>
              <a:gd name="connsiteY162" fmla="*/ 399771 h 1699043"/>
              <a:gd name="connsiteX163" fmla="*/ 6308227 w 10232859"/>
              <a:gd name="connsiteY163" fmla="*/ 406196 h 1699043"/>
              <a:gd name="connsiteX164" fmla="*/ 6328981 w 10232859"/>
              <a:gd name="connsiteY164" fmla="*/ 409495 h 1699043"/>
              <a:gd name="connsiteX165" fmla="*/ 6368693 w 10232859"/>
              <a:gd name="connsiteY165" fmla="*/ 417845 h 1699043"/>
              <a:gd name="connsiteX166" fmla="*/ 6414811 w 10232859"/>
              <a:gd name="connsiteY166" fmla="*/ 452200 h 1699043"/>
              <a:gd name="connsiteX167" fmla="*/ 6467879 w 10232859"/>
              <a:gd name="connsiteY167" fmla="*/ 468248 h 1699043"/>
              <a:gd name="connsiteX168" fmla="*/ 6564351 w 10232859"/>
              <a:gd name="connsiteY168" fmla="*/ 537518 h 1699043"/>
              <a:gd name="connsiteX169" fmla="*/ 6711178 w 10232859"/>
              <a:gd name="connsiteY169" fmla="*/ 573610 h 1699043"/>
              <a:gd name="connsiteX170" fmla="*/ 6764036 w 10232859"/>
              <a:gd name="connsiteY170" fmla="*/ 588943 h 1699043"/>
              <a:gd name="connsiteX171" fmla="*/ 6858983 w 10232859"/>
              <a:gd name="connsiteY171" fmla="*/ 623723 h 1699043"/>
              <a:gd name="connsiteX172" fmla="*/ 6910661 w 10232859"/>
              <a:gd name="connsiteY172" fmla="*/ 634620 h 1699043"/>
              <a:gd name="connsiteX173" fmla="*/ 6944111 w 10232859"/>
              <a:gd name="connsiteY173" fmla="*/ 659502 h 1699043"/>
              <a:gd name="connsiteX174" fmla="*/ 6965771 w 10232859"/>
              <a:gd name="connsiteY174" fmla="*/ 659931 h 1699043"/>
              <a:gd name="connsiteX175" fmla="*/ 6969639 w 10232859"/>
              <a:gd name="connsiteY175" fmla="*/ 659837 h 1699043"/>
              <a:gd name="connsiteX176" fmla="*/ 6982242 w 10232859"/>
              <a:gd name="connsiteY176" fmla="*/ 663112 h 1699043"/>
              <a:gd name="connsiteX177" fmla="*/ 6989387 w 10232859"/>
              <a:gd name="connsiteY177" fmla="*/ 659474 h 1699043"/>
              <a:gd name="connsiteX178" fmla="*/ 7010930 w 10232859"/>
              <a:gd name="connsiteY178" fmla="*/ 661134 h 1699043"/>
              <a:gd name="connsiteX179" fmla="*/ 7033125 w 10232859"/>
              <a:gd name="connsiteY179" fmla="*/ 668436 h 1699043"/>
              <a:gd name="connsiteX180" fmla="*/ 7134461 w 10232859"/>
              <a:gd name="connsiteY180" fmla="*/ 708192 h 1699043"/>
              <a:gd name="connsiteX181" fmla="*/ 7197450 w 10232859"/>
              <a:gd name="connsiteY181" fmla="*/ 729094 h 1699043"/>
              <a:gd name="connsiteX182" fmla="*/ 7225084 w 10232859"/>
              <a:gd name="connsiteY182" fmla="*/ 732505 h 1699043"/>
              <a:gd name="connsiteX183" fmla="*/ 7261183 w 10232859"/>
              <a:gd name="connsiteY183" fmla="*/ 740313 h 1699043"/>
              <a:gd name="connsiteX184" fmla="*/ 7327760 w 10232859"/>
              <a:gd name="connsiteY184" fmla="*/ 750586 h 1699043"/>
              <a:gd name="connsiteX185" fmla="*/ 7412222 w 10232859"/>
              <a:gd name="connsiteY185" fmla="*/ 770487 h 1699043"/>
              <a:gd name="connsiteX186" fmla="*/ 7457904 w 10232859"/>
              <a:gd name="connsiteY186" fmla="*/ 804321 h 1699043"/>
              <a:gd name="connsiteX187" fmla="*/ 7465795 w 10232859"/>
              <a:gd name="connsiteY187" fmla="*/ 802598 h 1699043"/>
              <a:gd name="connsiteX188" fmla="*/ 7505046 w 10232859"/>
              <a:gd name="connsiteY188" fmla="*/ 816517 h 1699043"/>
              <a:gd name="connsiteX189" fmla="*/ 7623220 w 10232859"/>
              <a:gd name="connsiteY189" fmla="*/ 888520 h 1699043"/>
              <a:gd name="connsiteX190" fmla="*/ 7700458 w 10232859"/>
              <a:gd name="connsiteY190" fmla="*/ 915079 h 1699043"/>
              <a:gd name="connsiteX191" fmla="*/ 7730988 w 10232859"/>
              <a:gd name="connsiteY191" fmla="*/ 920756 h 1699043"/>
              <a:gd name="connsiteX192" fmla="*/ 7781942 w 10232859"/>
              <a:gd name="connsiteY192" fmla="*/ 930503 h 1699043"/>
              <a:gd name="connsiteX193" fmla="*/ 7827704 w 10232859"/>
              <a:gd name="connsiteY193" fmla="*/ 928558 h 1699043"/>
              <a:gd name="connsiteX194" fmla="*/ 7867270 w 10232859"/>
              <a:gd name="connsiteY194" fmla="*/ 940366 h 1699043"/>
              <a:gd name="connsiteX195" fmla="*/ 7866538 w 10232859"/>
              <a:gd name="connsiteY195" fmla="*/ 955045 h 1699043"/>
              <a:gd name="connsiteX196" fmla="*/ 7912084 w 10232859"/>
              <a:gd name="connsiteY196" fmla="*/ 963800 h 1699043"/>
              <a:gd name="connsiteX197" fmla="*/ 7982264 w 10232859"/>
              <a:gd name="connsiteY197" fmla="*/ 975773 h 1699043"/>
              <a:gd name="connsiteX198" fmla="*/ 7991272 w 10232859"/>
              <a:gd name="connsiteY198" fmla="*/ 981104 h 1699043"/>
              <a:gd name="connsiteX199" fmla="*/ 8006496 w 10232859"/>
              <a:gd name="connsiteY199" fmla="*/ 972839 h 1699043"/>
              <a:gd name="connsiteX200" fmla="*/ 8034497 w 10232859"/>
              <a:gd name="connsiteY200" fmla="*/ 972054 h 1699043"/>
              <a:gd name="connsiteX201" fmla="*/ 8150881 w 10232859"/>
              <a:gd name="connsiteY201" fmla="*/ 990411 h 1699043"/>
              <a:gd name="connsiteX202" fmla="*/ 8172106 w 10232859"/>
              <a:gd name="connsiteY202" fmla="*/ 990512 h 1699043"/>
              <a:gd name="connsiteX203" fmla="*/ 8196076 w 10232859"/>
              <a:gd name="connsiteY203" fmla="*/ 1000078 h 1699043"/>
              <a:gd name="connsiteX204" fmla="*/ 8247463 w 10232859"/>
              <a:gd name="connsiteY204" fmla="*/ 1016332 h 1699043"/>
              <a:gd name="connsiteX205" fmla="*/ 8279272 w 10232859"/>
              <a:gd name="connsiteY205" fmla="*/ 1032921 h 1699043"/>
              <a:gd name="connsiteX206" fmla="*/ 8289611 w 10232859"/>
              <a:gd name="connsiteY206" fmla="*/ 1028630 h 1699043"/>
              <a:gd name="connsiteX207" fmla="*/ 8311483 w 10232859"/>
              <a:gd name="connsiteY207" fmla="*/ 1029399 h 1699043"/>
              <a:gd name="connsiteX208" fmla="*/ 8399489 w 10232859"/>
              <a:gd name="connsiteY208" fmla="*/ 1048562 h 1699043"/>
              <a:gd name="connsiteX209" fmla="*/ 8415973 w 10232859"/>
              <a:gd name="connsiteY209" fmla="*/ 1049660 h 1699043"/>
              <a:gd name="connsiteX210" fmla="*/ 8433326 w 10232859"/>
              <a:gd name="connsiteY210" fmla="*/ 1057881 h 1699043"/>
              <a:gd name="connsiteX211" fmla="*/ 8502328 w 10232859"/>
              <a:gd name="connsiteY211" fmla="*/ 1091498 h 1699043"/>
              <a:gd name="connsiteX212" fmla="*/ 8534346 w 10232859"/>
              <a:gd name="connsiteY212" fmla="*/ 1106980 h 1699043"/>
              <a:gd name="connsiteX213" fmla="*/ 8534980 w 10232859"/>
              <a:gd name="connsiteY213" fmla="*/ 1110861 h 1699043"/>
              <a:gd name="connsiteX214" fmla="*/ 8544104 w 10232859"/>
              <a:gd name="connsiteY214" fmla="*/ 1108406 h 1699043"/>
              <a:gd name="connsiteX215" fmla="*/ 8567742 w 10232859"/>
              <a:gd name="connsiteY215" fmla="*/ 1117590 h 1699043"/>
              <a:gd name="connsiteX216" fmla="*/ 8633779 w 10232859"/>
              <a:gd name="connsiteY216" fmla="*/ 1139226 h 1699043"/>
              <a:gd name="connsiteX217" fmla="*/ 8676965 w 10232859"/>
              <a:gd name="connsiteY217" fmla="*/ 1156949 h 1699043"/>
              <a:gd name="connsiteX218" fmla="*/ 8698944 w 10232859"/>
              <a:gd name="connsiteY218" fmla="*/ 1156939 h 1699043"/>
              <a:gd name="connsiteX219" fmla="*/ 8711456 w 10232859"/>
              <a:gd name="connsiteY219" fmla="*/ 1169217 h 1699043"/>
              <a:gd name="connsiteX220" fmla="*/ 8732793 w 10232859"/>
              <a:gd name="connsiteY220" fmla="*/ 1172972 h 1699043"/>
              <a:gd name="connsiteX221" fmla="*/ 8751897 w 10232859"/>
              <a:gd name="connsiteY221" fmla="*/ 1190886 h 1699043"/>
              <a:gd name="connsiteX222" fmla="*/ 8793564 w 10232859"/>
              <a:gd name="connsiteY222" fmla="*/ 1172572 h 1699043"/>
              <a:gd name="connsiteX223" fmla="*/ 8834270 w 10232859"/>
              <a:gd name="connsiteY223" fmla="*/ 1206624 h 1699043"/>
              <a:gd name="connsiteX224" fmla="*/ 8853872 w 10232859"/>
              <a:gd name="connsiteY224" fmla="*/ 1214714 h 1699043"/>
              <a:gd name="connsiteX225" fmla="*/ 8861901 w 10232859"/>
              <a:gd name="connsiteY225" fmla="*/ 1211375 h 1699043"/>
              <a:gd name="connsiteX226" fmla="*/ 8874168 w 10232859"/>
              <a:gd name="connsiteY226" fmla="*/ 1213967 h 1699043"/>
              <a:gd name="connsiteX227" fmla="*/ 8871123 w 10232859"/>
              <a:gd name="connsiteY227" fmla="*/ 1221160 h 1699043"/>
              <a:gd name="connsiteX228" fmla="*/ 8903537 w 10232859"/>
              <a:gd name="connsiteY228" fmla="*/ 1230588 h 1699043"/>
              <a:gd name="connsiteX229" fmla="*/ 8933767 w 10232859"/>
              <a:gd name="connsiteY229" fmla="*/ 1263368 h 1699043"/>
              <a:gd name="connsiteX230" fmla="*/ 8985765 w 10232859"/>
              <a:gd name="connsiteY230" fmla="*/ 1287664 h 1699043"/>
              <a:gd name="connsiteX231" fmla="*/ 9071444 w 10232859"/>
              <a:gd name="connsiteY231" fmla="*/ 1317305 h 1699043"/>
              <a:gd name="connsiteX232" fmla="*/ 9096711 w 10232859"/>
              <a:gd name="connsiteY232" fmla="*/ 1327777 h 1699043"/>
              <a:gd name="connsiteX233" fmla="*/ 9338853 w 10232859"/>
              <a:gd name="connsiteY233" fmla="*/ 1448046 h 1699043"/>
              <a:gd name="connsiteX234" fmla="*/ 9520814 w 10232859"/>
              <a:gd name="connsiteY234" fmla="*/ 1449827 h 1699043"/>
              <a:gd name="connsiteX235" fmla="*/ 9702271 w 10232859"/>
              <a:gd name="connsiteY235" fmla="*/ 1488553 h 1699043"/>
              <a:gd name="connsiteX236" fmla="*/ 9744273 w 10232859"/>
              <a:gd name="connsiteY236" fmla="*/ 1523512 h 1699043"/>
              <a:gd name="connsiteX237" fmla="*/ 9771903 w 10232859"/>
              <a:gd name="connsiteY237" fmla="*/ 1530034 h 1699043"/>
              <a:gd name="connsiteX238" fmla="*/ 9818565 w 10232859"/>
              <a:gd name="connsiteY238" fmla="*/ 1538545 h 1699043"/>
              <a:gd name="connsiteX239" fmla="*/ 9882202 w 10232859"/>
              <a:gd name="connsiteY239" fmla="*/ 1565888 h 1699043"/>
              <a:gd name="connsiteX240" fmla="*/ 10022025 w 10232859"/>
              <a:gd name="connsiteY240" fmla="*/ 1599696 h 1699043"/>
              <a:gd name="connsiteX241" fmla="*/ 10220406 w 10232859"/>
              <a:gd name="connsiteY241" fmla="*/ 1677005 h 1699043"/>
              <a:gd name="connsiteX242" fmla="*/ 10232859 w 10232859"/>
              <a:gd name="connsiteY242" fmla="*/ 1699043 h 1699043"/>
              <a:gd name="connsiteX243" fmla="*/ 0 w 10232859"/>
              <a:gd name="connsiteY243" fmla="*/ 1699043 h 1699043"/>
              <a:gd name="connsiteX244" fmla="*/ 0 w 10232859"/>
              <a:gd name="connsiteY244" fmla="*/ 21828 h 1699043"/>
              <a:gd name="connsiteX245" fmla="*/ 8097 w 10232859"/>
              <a:gd name="connsiteY245" fmla="*/ 24355 h 1699043"/>
              <a:gd name="connsiteX246" fmla="*/ 77128 w 10232859"/>
              <a:gd name="connsiteY246" fmla="*/ 6867 h 1699043"/>
              <a:gd name="connsiteX247" fmla="*/ 188338 w 10232859"/>
              <a:gd name="connsiteY247" fmla="*/ 5079 h 1699043"/>
              <a:gd name="connsiteX248" fmla="*/ 298809 w 10232859"/>
              <a:gd name="connsiteY248" fmla="*/ 6198 h 1699043"/>
              <a:gd name="connsiteX249" fmla="*/ 338985 w 10232859"/>
              <a:gd name="connsiteY249" fmla="*/ 8006 h 1699043"/>
              <a:gd name="connsiteX250" fmla="*/ 409815 w 10232859"/>
              <a:gd name="connsiteY250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01045 w 10232859"/>
              <a:gd name="connsiteY118" fmla="*/ 147239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237936 w 10232859"/>
              <a:gd name="connsiteY121" fmla="*/ 239508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237936 w 10232859"/>
              <a:gd name="connsiteY121" fmla="*/ 239508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237936 w 10232859"/>
              <a:gd name="connsiteY121" fmla="*/ 239508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09654 w 10232859"/>
              <a:gd name="connsiteY146" fmla="*/ 343526 h 1699043"/>
              <a:gd name="connsiteX147" fmla="*/ 6067487 w 10232859"/>
              <a:gd name="connsiteY147" fmla="*/ 333712 h 1699043"/>
              <a:gd name="connsiteX148" fmla="*/ 6073281 w 10232859"/>
              <a:gd name="connsiteY148" fmla="*/ 334316 h 1699043"/>
              <a:gd name="connsiteX149" fmla="*/ 6086225 w 10232859"/>
              <a:gd name="connsiteY149" fmla="*/ 339621 h 1699043"/>
              <a:gd name="connsiteX150" fmla="*/ 6105063 w 10232859"/>
              <a:gd name="connsiteY150" fmla="*/ 347340 h 1699043"/>
              <a:gd name="connsiteX151" fmla="*/ 6135796 w 10232859"/>
              <a:gd name="connsiteY151" fmla="*/ 363143 h 1699043"/>
              <a:gd name="connsiteX152" fmla="*/ 6195166 w 10232859"/>
              <a:gd name="connsiteY152" fmla="*/ 360190 h 1699043"/>
              <a:gd name="connsiteX153" fmla="*/ 6216259 w 10232859"/>
              <a:gd name="connsiteY153" fmla="*/ 363365 h 1699043"/>
              <a:gd name="connsiteX154" fmla="*/ 6228331 w 10232859"/>
              <a:gd name="connsiteY154" fmla="*/ 364034 h 1699043"/>
              <a:gd name="connsiteX155" fmla="*/ 6229602 w 10232859"/>
              <a:gd name="connsiteY155" fmla="*/ 363414 h 1699043"/>
              <a:gd name="connsiteX156" fmla="*/ 6258988 w 10232859"/>
              <a:gd name="connsiteY156" fmla="*/ 378660 h 1699043"/>
              <a:gd name="connsiteX157" fmla="*/ 6264106 w 10232859"/>
              <a:gd name="connsiteY157" fmla="*/ 379141 h 1699043"/>
              <a:gd name="connsiteX158" fmla="*/ 6281703 w 10232859"/>
              <a:gd name="connsiteY158" fmla="*/ 391054 h 1699043"/>
              <a:gd name="connsiteX159" fmla="*/ 6291622 w 10232859"/>
              <a:gd name="connsiteY159" fmla="*/ 396155 h 1699043"/>
              <a:gd name="connsiteX160" fmla="*/ 6292712 w 10232859"/>
              <a:gd name="connsiteY160" fmla="*/ 399771 h 1699043"/>
              <a:gd name="connsiteX161" fmla="*/ 6308227 w 10232859"/>
              <a:gd name="connsiteY161" fmla="*/ 406196 h 1699043"/>
              <a:gd name="connsiteX162" fmla="*/ 6328981 w 10232859"/>
              <a:gd name="connsiteY162" fmla="*/ 409495 h 1699043"/>
              <a:gd name="connsiteX163" fmla="*/ 6368693 w 10232859"/>
              <a:gd name="connsiteY163" fmla="*/ 417845 h 1699043"/>
              <a:gd name="connsiteX164" fmla="*/ 6414811 w 10232859"/>
              <a:gd name="connsiteY164" fmla="*/ 452200 h 1699043"/>
              <a:gd name="connsiteX165" fmla="*/ 6467879 w 10232859"/>
              <a:gd name="connsiteY165" fmla="*/ 468248 h 1699043"/>
              <a:gd name="connsiteX166" fmla="*/ 6564351 w 10232859"/>
              <a:gd name="connsiteY166" fmla="*/ 537518 h 1699043"/>
              <a:gd name="connsiteX167" fmla="*/ 6711178 w 10232859"/>
              <a:gd name="connsiteY167" fmla="*/ 573610 h 1699043"/>
              <a:gd name="connsiteX168" fmla="*/ 6764036 w 10232859"/>
              <a:gd name="connsiteY168" fmla="*/ 588943 h 1699043"/>
              <a:gd name="connsiteX169" fmla="*/ 6858983 w 10232859"/>
              <a:gd name="connsiteY169" fmla="*/ 623723 h 1699043"/>
              <a:gd name="connsiteX170" fmla="*/ 6910661 w 10232859"/>
              <a:gd name="connsiteY170" fmla="*/ 634620 h 1699043"/>
              <a:gd name="connsiteX171" fmla="*/ 6944111 w 10232859"/>
              <a:gd name="connsiteY171" fmla="*/ 659502 h 1699043"/>
              <a:gd name="connsiteX172" fmla="*/ 6965771 w 10232859"/>
              <a:gd name="connsiteY172" fmla="*/ 659931 h 1699043"/>
              <a:gd name="connsiteX173" fmla="*/ 6969639 w 10232859"/>
              <a:gd name="connsiteY173" fmla="*/ 659837 h 1699043"/>
              <a:gd name="connsiteX174" fmla="*/ 6982242 w 10232859"/>
              <a:gd name="connsiteY174" fmla="*/ 663112 h 1699043"/>
              <a:gd name="connsiteX175" fmla="*/ 6989387 w 10232859"/>
              <a:gd name="connsiteY175" fmla="*/ 659474 h 1699043"/>
              <a:gd name="connsiteX176" fmla="*/ 7010930 w 10232859"/>
              <a:gd name="connsiteY176" fmla="*/ 661134 h 1699043"/>
              <a:gd name="connsiteX177" fmla="*/ 7033125 w 10232859"/>
              <a:gd name="connsiteY177" fmla="*/ 668436 h 1699043"/>
              <a:gd name="connsiteX178" fmla="*/ 7134461 w 10232859"/>
              <a:gd name="connsiteY178" fmla="*/ 708192 h 1699043"/>
              <a:gd name="connsiteX179" fmla="*/ 7197450 w 10232859"/>
              <a:gd name="connsiteY179" fmla="*/ 729094 h 1699043"/>
              <a:gd name="connsiteX180" fmla="*/ 7225084 w 10232859"/>
              <a:gd name="connsiteY180" fmla="*/ 732505 h 1699043"/>
              <a:gd name="connsiteX181" fmla="*/ 7261183 w 10232859"/>
              <a:gd name="connsiteY181" fmla="*/ 740313 h 1699043"/>
              <a:gd name="connsiteX182" fmla="*/ 7327760 w 10232859"/>
              <a:gd name="connsiteY182" fmla="*/ 750586 h 1699043"/>
              <a:gd name="connsiteX183" fmla="*/ 7412222 w 10232859"/>
              <a:gd name="connsiteY183" fmla="*/ 770487 h 1699043"/>
              <a:gd name="connsiteX184" fmla="*/ 7457904 w 10232859"/>
              <a:gd name="connsiteY184" fmla="*/ 804321 h 1699043"/>
              <a:gd name="connsiteX185" fmla="*/ 7465795 w 10232859"/>
              <a:gd name="connsiteY185" fmla="*/ 802598 h 1699043"/>
              <a:gd name="connsiteX186" fmla="*/ 7505046 w 10232859"/>
              <a:gd name="connsiteY186" fmla="*/ 816517 h 1699043"/>
              <a:gd name="connsiteX187" fmla="*/ 7623220 w 10232859"/>
              <a:gd name="connsiteY187" fmla="*/ 888520 h 1699043"/>
              <a:gd name="connsiteX188" fmla="*/ 7700458 w 10232859"/>
              <a:gd name="connsiteY188" fmla="*/ 915079 h 1699043"/>
              <a:gd name="connsiteX189" fmla="*/ 7730988 w 10232859"/>
              <a:gd name="connsiteY189" fmla="*/ 920756 h 1699043"/>
              <a:gd name="connsiteX190" fmla="*/ 7781942 w 10232859"/>
              <a:gd name="connsiteY190" fmla="*/ 930503 h 1699043"/>
              <a:gd name="connsiteX191" fmla="*/ 7827704 w 10232859"/>
              <a:gd name="connsiteY191" fmla="*/ 928558 h 1699043"/>
              <a:gd name="connsiteX192" fmla="*/ 7867270 w 10232859"/>
              <a:gd name="connsiteY192" fmla="*/ 940366 h 1699043"/>
              <a:gd name="connsiteX193" fmla="*/ 7866538 w 10232859"/>
              <a:gd name="connsiteY193" fmla="*/ 955045 h 1699043"/>
              <a:gd name="connsiteX194" fmla="*/ 7912084 w 10232859"/>
              <a:gd name="connsiteY194" fmla="*/ 963800 h 1699043"/>
              <a:gd name="connsiteX195" fmla="*/ 7982264 w 10232859"/>
              <a:gd name="connsiteY195" fmla="*/ 975773 h 1699043"/>
              <a:gd name="connsiteX196" fmla="*/ 7991272 w 10232859"/>
              <a:gd name="connsiteY196" fmla="*/ 981104 h 1699043"/>
              <a:gd name="connsiteX197" fmla="*/ 8006496 w 10232859"/>
              <a:gd name="connsiteY197" fmla="*/ 972839 h 1699043"/>
              <a:gd name="connsiteX198" fmla="*/ 8034497 w 10232859"/>
              <a:gd name="connsiteY198" fmla="*/ 972054 h 1699043"/>
              <a:gd name="connsiteX199" fmla="*/ 8150881 w 10232859"/>
              <a:gd name="connsiteY199" fmla="*/ 990411 h 1699043"/>
              <a:gd name="connsiteX200" fmla="*/ 8172106 w 10232859"/>
              <a:gd name="connsiteY200" fmla="*/ 990512 h 1699043"/>
              <a:gd name="connsiteX201" fmla="*/ 8196076 w 10232859"/>
              <a:gd name="connsiteY201" fmla="*/ 1000078 h 1699043"/>
              <a:gd name="connsiteX202" fmla="*/ 8247463 w 10232859"/>
              <a:gd name="connsiteY202" fmla="*/ 1016332 h 1699043"/>
              <a:gd name="connsiteX203" fmla="*/ 8279272 w 10232859"/>
              <a:gd name="connsiteY203" fmla="*/ 1032921 h 1699043"/>
              <a:gd name="connsiteX204" fmla="*/ 8289611 w 10232859"/>
              <a:gd name="connsiteY204" fmla="*/ 1028630 h 1699043"/>
              <a:gd name="connsiteX205" fmla="*/ 8311483 w 10232859"/>
              <a:gd name="connsiteY205" fmla="*/ 1029399 h 1699043"/>
              <a:gd name="connsiteX206" fmla="*/ 8399489 w 10232859"/>
              <a:gd name="connsiteY206" fmla="*/ 1048562 h 1699043"/>
              <a:gd name="connsiteX207" fmla="*/ 8415973 w 10232859"/>
              <a:gd name="connsiteY207" fmla="*/ 1049660 h 1699043"/>
              <a:gd name="connsiteX208" fmla="*/ 8433326 w 10232859"/>
              <a:gd name="connsiteY208" fmla="*/ 1057881 h 1699043"/>
              <a:gd name="connsiteX209" fmla="*/ 8502328 w 10232859"/>
              <a:gd name="connsiteY209" fmla="*/ 1091498 h 1699043"/>
              <a:gd name="connsiteX210" fmla="*/ 8534346 w 10232859"/>
              <a:gd name="connsiteY210" fmla="*/ 1106980 h 1699043"/>
              <a:gd name="connsiteX211" fmla="*/ 8534980 w 10232859"/>
              <a:gd name="connsiteY211" fmla="*/ 1110861 h 1699043"/>
              <a:gd name="connsiteX212" fmla="*/ 8544104 w 10232859"/>
              <a:gd name="connsiteY212" fmla="*/ 1108406 h 1699043"/>
              <a:gd name="connsiteX213" fmla="*/ 8567742 w 10232859"/>
              <a:gd name="connsiteY213" fmla="*/ 1117590 h 1699043"/>
              <a:gd name="connsiteX214" fmla="*/ 8633779 w 10232859"/>
              <a:gd name="connsiteY214" fmla="*/ 1139226 h 1699043"/>
              <a:gd name="connsiteX215" fmla="*/ 8676965 w 10232859"/>
              <a:gd name="connsiteY215" fmla="*/ 1156949 h 1699043"/>
              <a:gd name="connsiteX216" fmla="*/ 8698944 w 10232859"/>
              <a:gd name="connsiteY216" fmla="*/ 1156939 h 1699043"/>
              <a:gd name="connsiteX217" fmla="*/ 8711456 w 10232859"/>
              <a:gd name="connsiteY217" fmla="*/ 1169217 h 1699043"/>
              <a:gd name="connsiteX218" fmla="*/ 8732793 w 10232859"/>
              <a:gd name="connsiteY218" fmla="*/ 1172972 h 1699043"/>
              <a:gd name="connsiteX219" fmla="*/ 8751897 w 10232859"/>
              <a:gd name="connsiteY219" fmla="*/ 1190886 h 1699043"/>
              <a:gd name="connsiteX220" fmla="*/ 8793564 w 10232859"/>
              <a:gd name="connsiteY220" fmla="*/ 1172572 h 1699043"/>
              <a:gd name="connsiteX221" fmla="*/ 8834270 w 10232859"/>
              <a:gd name="connsiteY221" fmla="*/ 1206624 h 1699043"/>
              <a:gd name="connsiteX222" fmla="*/ 8853872 w 10232859"/>
              <a:gd name="connsiteY222" fmla="*/ 1214714 h 1699043"/>
              <a:gd name="connsiteX223" fmla="*/ 8861901 w 10232859"/>
              <a:gd name="connsiteY223" fmla="*/ 1211375 h 1699043"/>
              <a:gd name="connsiteX224" fmla="*/ 8874168 w 10232859"/>
              <a:gd name="connsiteY224" fmla="*/ 1213967 h 1699043"/>
              <a:gd name="connsiteX225" fmla="*/ 8871123 w 10232859"/>
              <a:gd name="connsiteY225" fmla="*/ 1221160 h 1699043"/>
              <a:gd name="connsiteX226" fmla="*/ 8903537 w 10232859"/>
              <a:gd name="connsiteY226" fmla="*/ 1230588 h 1699043"/>
              <a:gd name="connsiteX227" fmla="*/ 8933767 w 10232859"/>
              <a:gd name="connsiteY227" fmla="*/ 1263368 h 1699043"/>
              <a:gd name="connsiteX228" fmla="*/ 8985765 w 10232859"/>
              <a:gd name="connsiteY228" fmla="*/ 1287664 h 1699043"/>
              <a:gd name="connsiteX229" fmla="*/ 9071444 w 10232859"/>
              <a:gd name="connsiteY229" fmla="*/ 1317305 h 1699043"/>
              <a:gd name="connsiteX230" fmla="*/ 9096711 w 10232859"/>
              <a:gd name="connsiteY230" fmla="*/ 1327777 h 1699043"/>
              <a:gd name="connsiteX231" fmla="*/ 9338853 w 10232859"/>
              <a:gd name="connsiteY231" fmla="*/ 1448046 h 1699043"/>
              <a:gd name="connsiteX232" fmla="*/ 9520814 w 10232859"/>
              <a:gd name="connsiteY232" fmla="*/ 1449827 h 1699043"/>
              <a:gd name="connsiteX233" fmla="*/ 9702271 w 10232859"/>
              <a:gd name="connsiteY233" fmla="*/ 1488553 h 1699043"/>
              <a:gd name="connsiteX234" fmla="*/ 9744273 w 10232859"/>
              <a:gd name="connsiteY234" fmla="*/ 1523512 h 1699043"/>
              <a:gd name="connsiteX235" fmla="*/ 9771903 w 10232859"/>
              <a:gd name="connsiteY235" fmla="*/ 1530034 h 1699043"/>
              <a:gd name="connsiteX236" fmla="*/ 9818565 w 10232859"/>
              <a:gd name="connsiteY236" fmla="*/ 1538545 h 1699043"/>
              <a:gd name="connsiteX237" fmla="*/ 9882202 w 10232859"/>
              <a:gd name="connsiteY237" fmla="*/ 1565888 h 1699043"/>
              <a:gd name="connsiteX238" fmla="*/ 10022025 w 10232859"/>
              <a:gd name="connsiteY238" fmla="*/ 1599696 h 1699043"/>
              <a:gd name="connsiteX239" fmla="*/ 10220406 w 10232859"/>
              <a:gd name="connsiteY239" fmla="*/ 1677005 h 1699043"/>
              <a:gd name="connsiteX240" fmla="*/ 10232859 w 10232859"/>
              <a:gd name="connsiteY240" fmla="*/ 1699043 h 1699043"/>
              <a:gd name="connsiteX241" fmla="*/ 0 w 10232859"/>
              <a:gd name="connsiteY241" fmla="*/ 1699043 h 1699043"/>
              <a:gd name="connsiteX242" fmla="*/ 0 w 10232859"/>
              <a:gd name="connsiteY242" fmla="*/ 21828 h 1699043"/>
              <a:gd name="connsiteX243" fmla="*/ 8097 w 10232859"/>
              <a:gd name="connsiteY243" fmla="*/ 24355 h 1699043"/>
              <a:gd name="connsiteX244" fmla="*/ 77128 w 10232859"/>
              <a:gd name="connsiteY244" fmla="*/ 6867 h 1699043"/>
              <a:gd name="connsiteX245" fmla="*/ 188338 w 10232859"/>
              <a:gd name="connsiteY245" fmla="*/ 5079 h 1699043"/>
              <a:gd name="connsiteX246" fmla="*/ 298809 w 10232859"/>
              <a:gd name="connsiteY246" fmla="*/ 6198 h 1699043"/>
              <a:gd name="connsiteX247" fmla="*/ 338985 w 10232859"/>
              <a:gd name="connsiteY247" fmla="*/ 8006 h 1699043"/>
              <a:gd name="connsiteX248" fmla="*/ 409815 w 10232859"/>
              <a:gd name="connsiteY248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09654 w 10232859"/>
              <a:gd name="connsiteY146" fmla="*/ 343526 h 1699043"/>
              <a:gd name="connsiteX147" fmla="*/ 6067487 w 10232859"/>
              <a:gd name="connsiteY147" fmla="*/ 333712 h 1699043"/>
              <a:gd name="connsiteX148" fmla="*/ 6073281 w 10232859"/>
              <a:gd name="connsiteY148" fmla="*/ 334316 h 1699043"/>
              <a:gd name="connsiteX149" fmla="*/ 6086225 w 10232859"/>
              <a:gd name="connsiteY149" fmla="*/ 339621 h 1699043"/>
              <a:gd name="connsiteX150" fmla="*/ 6105063 w 10232859"/>
              <a:gd name="connsiteY150" fmla="*/ 347340 h 1699043"/>
              <a:gd name="connsiteX151" fmla="*/ 6195166 w 10232859"/>
              <a:gd name="connsiteY151" fmla="*/ 360190 h 1699043"/>
              <a:gd name="connsiteX152" fmla="*/ 6216259 w 10232859"/>
              <a:gd name="connsiteY152" fmla="*/ 363365 h 1699043"/>
              <a:gd name="connsiteX153" fmla="*/ 6228331 w 10232859"/>
              <a:gd name="connsiteY153" fmla="*/ 364034 h 1699043"/>
              <a:gd name="connsiteX154" fmla="*/ 6229602 w 10232859"/>
              <a:gd name="connsiteY154" fmla="*/ 363414 h 1699043"/>
              <a:gd name="connsiteX155" fmla="*/ 6258988 w 10232859"/>
              <a:gd name="connsiteY155" fmla="*/ 378660 h 1699043"/>
              <a:gd name="connsiteX156" fmla="*/ 6264106 w 10232859"/>
              <a:gd name="connsiteY156" fmla="*/ 379141 h 1699043"/>
              <a:gd name="connsiteX157" fmla="*/ 6281703 w 10232859"/>
              <a:gd name="connsiteY157" fmla="*/ 391054 h 1699043"/>
              <a:gd name="connsiteX158" fmla="*/ 6291622 w 10232859"/>
              <a:gd name="connsiteY158" fmla="*/ 396155 h 1699043"/>
              <a:gd name="connsiteX159" fmla="*/ 6292712 w 10232859"/>
              <a:gd name="connsiteY159" fmla="*/ 399771 h 1699043"/>
              <a:gd name="connsiteX160" fmla="*/ 6308227 w 10232859"/>
              <a:gd name="connsiteY160" fmla="*/ 406196 h 1699043"/>
              <a:gd name="connsiteX161" fmla="*/ 6328981 w 10232859"/>
              <a:gd name="connsiteY161" fmla="*/ 409495 h 1699043"/>
              <a:gd name="connsiteX162" fmla="*/ 6368693 w 10232859"/>
              <a:gd name="connsiteY162" fmla="*/ 417845 h 1699043"/>
              <a:gd name="connsiteX163" fmla="*/ 6414811 w 10232859"/>
              <a:gd name="connsiteY163" fmla="*/ 452200 h 1699043"/>
              <a:gd name="connsiteX164" fmla="*/ 6467879 w 10232859"/>
              <a:gd name="connsiteY164" fmla="*/ 468248 h 1699043"/>
              <a:gd name="connsiteX165" fmla="*/ 6564351 w 10232859"/>
              <a:gd name="connsiteY165" fmla="*/ 537518 h 1699043"/>
              <a:gd name="connsiteX166" fmla="*/ 6711178 w 10232859"/>
              <a:gd name="connsiteY166" fmla="*/ 573610 h 1699043"/>
              <a:gd name="connsiteX167" fmla="*/ 6764036 w 10232859"/>
              <a:gd name="connsiteY167" fmla="*/ 588943 h 1699043"/>
              <a:gd name="connsiteX168" fmla="*/ 6858983 w 10232859"/>
              <a:gd name="connsiteY168" fmla="*/ 623723 h 1699043"/>
              <a:gd name="connsiteX169" fmla="*/ 6910661 w 10232859"/>
              <a:gd name="connsiteY169" fmla="*/ 634620 h 1699043"/>
              <a:gd name="connsiteX170" fmla="*/ 6944111 w 10232859"/>
              <a:gd name="connsiteY170" fmla="*/ 659502 h 1699043"/>
              <a:gd name="connsiteX171" fmla="*/ 6965771 w 10232859"/>
              <a:gd name="connsiteY171" fmla="*/ 659931 h 1699043"/>
              <a:gd name="connsiteX172" fmla="*/ 6969639 w 10232859"/>
              <a:gd name="connsiteY172" fmla="*/ 659837 h 1699043"/>
              <a:gd name="connsiteX173" fmla="*/ 6982242 w 10232859"/>
              <a:gd name="connsiteY173" fmla="*/ 663112 h 1699043"/>
              <a:gd name="connsiteX174" fmla="*/ 6989387 w 10232859"/>
              <a:gd name="connsiteY174" fmla="*/ 659474 h 1699043"/>
              <a:gd name="connsiteX175" fmla="*/ 7010930 w 10232859"/>
              <a:gd name="connsiteY175" fmla="*/ 661134 h 1699043"/>
              <a:gd name="connsiteX176" fmla="*/ 7033125 w 10232859"/>
              <a:gd name="connsiteY176" fmla="*/ 668436 h 1699043"/>
              <a:gd name="connsiteX177" fmla="*/ 7134461 w 10232859"/>
              <a:gd name="connsiteY177" fmla="*/ 708192 h 1699043"/>
              <a:gd name="connsiteX178" fmla="*/ 7197450 w 10232859"/>
              <a:gd name="connsiteY178" fmla="*/ 729094 h 1699043"/>
              <a:gd name="connsiteX179" fmla="*/ 7225084 w 10232859"/>
              <a:gd name="connsiteY179" fmla="*/ 732505 h 1699043"/>
              <a:gd name="connsiteX180" fmla="*/ 7261183 w 10232859"/>
              <a:gd name="connsiteY180" fmla="*/ 740313 h 1699043"/>
              <a:gd name="connsiteX181" fmla="*/ 7327760 w 10232859"/>
              <a:gd name="connsiteY181" fmla="*/ 750586 h 1699043"/>
              <a:gd name="connsiteX182" fmla="*/ 7412222 w 10232859"/>
              <a:gd name="connsiteY182" fmla="*/ 770487 h 1699043"/>
              <a:gd name="connsiteX183" fmla="*/ 7457904 w 10232859"/>
              <a:gd name="connsiteY183" fmla="*/ 804321 h 1699043"/>
              <a:gd name="connsiteX184" fmla="*/ 7465795 w 10232859"/>
              <a:gd name="connsiteY184" fmla="*/ 802598 h 1699043"/>
              <a:gd name="connsiteX185" fmla="*/ 7505046 w 10232859"/>
              <a:gd name="connsiteY185" fmla="*/ 816517 h 1699043"/>
              <a:gd name="connsiteX186" fmla="*/ 7623220 w 10232859"/>
              <a:gd name="connsiteY186" fmla="*/ 888520 h 1699043"/>
              <a:gd name="connsiteX187" fmla="*/ 7700458 w 10232859"/>
              <a:gd name="connsiteY187" fmla="*/ 915079 h 1699043"/>
              <a:gd name="connsiteX188" fmla="*/ 7730988 w 10232859"/>
              <a:gd name="connsiteY188" fmla="*/ 920756 h 1699043"/>
              <a:gd name="connsiteX189" fmla="*/ 7781942 w 10232859"/>
              <a:gd name="connsiteY189" fmla="*/ 930503 h 1699043"/>
              <a:gd name="connsiteX190" fmla="*/ 7827704 w 10232859"/>
              <a:gd name="connsiteY190" fmla="*/ 928558 h 1699043"/>
              <a:gd name="connsiteX191" fmla="*/ 7867270 w 10232859"/>
              <a:gd name="connsiteY191" fmla="*/ 940366 h 1699043"/>
              <a:gd name="connsiteX192" fmla="*/ 7866538 w 10232859"/>
              <a:gd name="connsiteY192" fmla="*/ 955045 h 1699043"/>
              <a:gd name="connsiteX193" fmla="*/ 7912084 w 10232859"/>
              <a:gd name="connsiteY193" fmla="*/ 963800 h 1699043"/>
              <a:gd name="connsiteX194" fmla="*/ 7982264 w 10232859"/>
              <a:gd name="connsiteY194" fmla="*/ 975773 h 1699043"/>
              <a:gd name="connsiteX195" fmla="*/ 7991272 w 10232859"/>
              <a:gd name="connsiteY195" fmla="*/ 981104 h 1699043"/>
              <a:gd name="connsiteX196" fmla="*/ 8006496 w 10232859"/>
              <a:gd name="connsiteY196" fmla="*/ 972839 h 1699043"/>
              <a:gd name="connsiteX197" fmla="*/ 8034497 w 10232859"/>
              <a:gd name="connsiteY197" fmla="*/ 972054 h 1699043"/>
              <a:gd name="connsiteX198" fmla="*/ 8150881 w 10232859"/>
              <a:gd name="connsiteY198" fmla="*/ 990411 h 1699043"/>
              <a:gd name="connsiteX199" fmla="*/ 8172106 w 10232859"/>
              <a:gd name="connsiteY199" fmla="*/ 990512 h 1699043"/>
              <a:gd name="connsiteX200" fmla="*/ 8196076 w 10232859"/>
              <a:gd name="connsiteY200" fmla="*/ 1000078 h 1699043"/>
              <a:gd name="connsiteX201" fmla="*/ 8247463 w 10232859"/>
              <a:gd name="connsiteY201" fmla="*/ 1016332 h 1699043"/>
              <a:gd name="connsiteX202" fmla="*/ 8279272 w 10232859"/>
              <a:gd name="connsiteY202" fmla="*/ 1032921 h 1699043"/>
              <a:gd name="connsiteX203" fmla="*/ 8289611 w 10232859"/>
              <a:gd name="connsiteY203" fmla="*/ 1028630 h 1699043"/>
              <a:gd name="connsiteX204" fmla="*/ 8311483 w 10232859"/>
              <a:gd name="connsiteY204" fmla="*/ 1029399 h 1699043"/>
              <a:gd name="connsiteX205" fmla="*/ 8399489 w 10232859"/>
              <a:gd name="connsiteY205" fmla="*/ 1048562 h 1699043"/>
              <a:gd name="connsiteX206" fmla="*/ 8415973 w 10232859"/>
              <a:gd name="connsiteY206" fmla="*/ 1049660 h 1699043"/>
              <a:gd name="connsiteX207" fmla="*/ 8433326 w 10232859"/>
              <a:gd name="connsiteY207" fmla="*/ 1057881 h 1699043"/>
              <a:gd name="connsiteX208" fmla="*/ 8502328 w 10232859"/>
              <a:gd name="connsiteY208" fmla="*/ 1091498 h 1699043"/>
              <a:gd name="connsiteX209" fmla="*/ 8534346 w 10232859"/>
              <a:gd name="connsiteY209" fmla="*/ 1106980 h 1699043"/>
              <a:gd name="connsiteX210" fmla="*/ 8534980 w 10232859"/>
              <a:gd name="connsiteY210" fmla="*/ 1110861 h 1699043"/>
              <a:gd name="connsiteX211" fmla="*/ 8544104 w 10232859"/>
              <a:gd name="connsiteY211" fmla="*/ 1108406 h 1699043"/>
              <a:gd name="connsiteX212" fmla="*/ 8567742 w 10232859"/>
              <a:gd name="connsiteY212" fmla="*/ 1117590 h 1699043"/>
              <a:gd name="connsiteX213" fmla="*/ 8633779 w 10232859"/>
              <a:gd name="connsiteY213" fmla="*/ 1139226 h 1699043"/>
              <a:gd name="connsiteX214" fmla="*/ 8676965 w 10232859"/>
              <a:gd name="connsiteY214" fmla="*/ 1156949 h 1699043"/>
              <a:gd name="connsiteX215" fmla="*/ 8698944 w 10232859"/>
              <a:gd name="connsiteY215" fmla="*/ 1156939 h 1699043"/>
              <a:gd name="connsiteX216" fmla="*/ 8711456 w 10232859"/>
              <a:gd name="connsiteY216" fmla="*/ 1169217 h 1699043"/>
              <a:gd name="connsiteX217" fmla="*/ 8732793 w 10232859"/>
              <a:gd name="connsiteY217" fmla="*/ 1172972 h 1699043"/>
              <a:gd name="connsiteX218" fmla="*/ 8751897 w 10232859"/>
              <a:gd name="connsiteY218" fmla="*/ 1190886 h 1699043"/>
              <a:gd name="connsiteX219" fmla="*/ 8793564 w 10232859"/>
              <a:gd name="connsiteY219" fmla="*/ 1172572 h 1699043"/>
              <a:gd name="connsiteX220" fmla="*/ 8834270 w 10232859"/>
              <a:gd name="connsiteY220" fmla="*/ 1206624 h 1699043"/>
              <a:gd name="connsiteX221" fmla="*/ 8853872 w 10232859"/>
              <a:gd name="connsiteY221" fmla="*/ 1214714 h 1699043"/>
              <a:gd name="connsiteX222" fmla="*/ 8861901 w 10232859"/>
              <a:gd name="connsiteY222" fmla="*/ 1211375 h 1699043"/>
              <a:gd name="connsiteX223" fmla="*/ 8874168 w 10232859"/>
              <a:gd name="connsiteY223" fmla="*/ 1213967 h 1699043"/>
              <a:gd name="connsiteX224" fmla="*/ 8871123 w 10232859"/>
              <a:gd name="connsiteY224" fmla="*/ 1221160 h 1699043"/>
              <a:gd name="connsiteX225" fmla="*/ 8903537 w 10232859"/>
              <a:gd name="connsiteY225" fmla="*/ 1230588 h 1699043"/>
              <a:gd name="connsiteX226" fmla="*/ 8933767 w 10232859"/>
              <a:gd name="connsiteY226" fmla="*/ 1263368 h 1699043"/>
              <a:gd name="connsiteX227" fmla="*/ 8985765 w 10232859"/>
              <a:gd name="connsiteY227" fmla="*/ 1287664 h 1699043"/>
              <a:gd name="connsiteX228" fmla="*/ 9071444 w 10232859"/>
              <a:gd name="connsiteY228" fmla="*/ 1317305 h 1699043"/>
              <a:gd name="connsiteX229" fmla="*/ 9096711 w 10232859"/>
              <a:gd name="connsiteY229" fmla="*/ 1327777 h 1699043"/>
              <a:gd name="connsiteX230" fmla="*/ 9338853 w 10232859"/>
              <a:gd name="connsiteY230" fmla="*/ 1448046 h 1699043"/>
              <a:gd name="connsiteX231" fmla="*/ 9520814 w 10232859"/>
              <a:gd name="connsiteY231" fmla="*/ 1449827 h 1699043"/>
              <a:gd name="connsiteX232" fmla="*/ 9702271 w 10232859"/>
              <a:gd name="connsiteY232" fmla="*/ 1488553 h 1699043"/>
              <a:gd name="connsiteX233" fmla="*/ 9744273 w 10232859"/>
              <a:gd name="connsiteY233" fmla="*/ 1523512 h 1699043"/>
              <a:gd name="connsiteX234" fmla="*/ 9771903 w 10232859"/>
              <a:gd name="connsiteY234" fmla="*/ 1530034 h 1699043"/>
              <a:gd name="connsiteX235" fmla="*/ 9818565 w 10232859"/>
              <a:gd name="connsiteY235" fmla="*/ 1538545 h 1699043"/>
              <a:gd name="connsiteX236" fmla="*/ 9882202 w 10232859"/>
              <a:gd name="connsiteY236" fmla="*/ 1565888 h 1699043"/>
              <a:gd name="connsiteX237" fmla="*/ 10022025 w 10232859"/>
              <a:gd name="connsiteY237" fmla="*/ 1599696 h 1699043"/>
              <a:gd name="connsiteX238" fmla="*/ 10220406 w 10232859"/>
              <a:gd name="connsiteY238" fmla="*/ 1677005 h 1699043"/>
              <a:gd name="connsiteX239" fmla="*/ 10232859 w 10232859"/>
              <a:gd name="connsiteY239" fmla="*/ 1699043 h 1699043"/>
              <a:gd name="connsiteX240" fmla="*/ 0 w 10232859"/>
              <a:gd name="connsiteY240" fmla="*/ 1699043 h 1699043"/>
              <a:gd name="connsiteX241" fmla="*/ 0 w 10232859"/>
              <a:gd name="connsiteY241" fmla="*/ 21828 h 1699043"/>
              <a:gd name="connsiteX242" fmla="*/ 8097 w 10232859"/>
              <a:gd name="connsiteY242" fmla="*/ 24355 h 1699043"/>
              <a:gd name="connsiteX243" fmla="*/ 77128 w 10232859"/>
              <a:gd name="connsiteY243" fmla="*/ 6867 h 1699043"/>
              <a:gd name="connsiteX244" fmla="*/ 188338 w 10232859"/>
              <a:gd name="connsiteY244" fmla="*/ 5079 h 1699043"/>
              <a:gd name="connsiteX245" fmla="*/ 298809 w 10232859"/>
              <a:gd name="connsiteY245" fmla="*/ 6198 h 1699043"/>
              <a:gd name="connsiteX246" fmla="*/ 338985 w 10232859"/>
              <a:gd name="connsiteY246" fmla="*/ 8006 h 1699043"/>
              <a:gd name="connsiteX247" fmla="*/ 409815 w 10232859"/>
              <a:gd name="connsiteY247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67487 w 10232859"/>
              <a:gd name="connsiteY146" fmla="*/ 333712 h 1699043"/>
              <a:gd name="connsiteX147" fmla="*/ 6073281 w 10232859"/>
              <a:gd name="connsiteY147" fmla="*/ 334316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67487 w 10232859"/>
              <a:gd name="connsiteY146" fmla="*/ 333712 h 1699043"/>
              <a:gd name="connsiteX147" fmla="*/ 5992653 w 10232859"/>
              <a:gd name="connsiteY147" fmla="*/ 428990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5992653 w 10232859"/>
              <a:gd name="connsiteY147" fmla="*/ 428990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6538 w 10232859"/>
              <a:gd name="connsiteY190" fmla="*/ 955045 h 1699043"/>
              <a:gd name="connsiteX191" fmla="*/ 7912084 w 10232859"/>
              <a:gd name="connsiteY191" fmla="*/ 963800 h 1699043"/>
              <a:gd name="connsiteX192" fmla="*/ 7982264 w 10232859"/>
              <a:gd name="connsiteY192" fmla="*/ 975773 h 1699043"/>
              <a:gd name="connsiteX193" fmla="*/ 7991272 w 10232859"/>
              <a:gd name="connsiteY193" fmla="*/ 981104 h 1699043"/>
              <a:gd name="connsiteX194" fmla="*/ 8006496 w 10232859"/>
              <a:gd name="connsiteY194" fmla="*/ 972839 h 1699043"/>
              <a:gd name="connsiteX195" fmla="*/ 8034497 w 10232859"/>
              <a:gd name="connsiteY195" fmla="*/ 972054 h 1699043"/>
              <a:gd name="connsiteX196" fmla="*/ 8150881 w 10232859"/>
              <a:gd name="connsiteY196" fmla="*/ 990411 h 1699043"/>
              <a:gd name="connsiteX197" fmla="*/ 8172106 w 10232859"/>
              <a:gd name="connsiteY197" fmla="*/ 990512 h 1699043"/>
              <a:gd name="connsiteX198" fmla="*/ 8196076 w 10232859"/>
              <a:gd name="connsiteY198" fmla="*/ 1000078 h 1699043"/>
              <a:gd name="connsiteX199" fmla="*/ 8247463 w 10232859"/>
              <a:gd name="connsiteY199" fmla="*/ 1016332 h 1699043"/>
              <a:gd name="connsiteX200" fmla="*/ 8279272 w 10232859"/>
              <a:gd name="connsiteY200" fmla="*/ 1032921 h 1699043"/>
              <a:gd name="connsiteX201" fmla="*/ 8289611 w 10232859"/>
              <a:gd name="connsiteY201" fmla="*/ 1028630 h 1699043"/>
              <a:gd name="connsiteX202" fmla="*/ 8311483 w 10232859"/>
              <a:gd name="connsiteY202" fmla="*/ 1029399 h 1699043"/>
              <a:gd name="connsiteX203" fmla="*/ 8399489 w 10232859"/>
              <a:gd name="connsiteY203" fmla="*/ 1048562 h 1699043"/>
              <a:gd name="connsiteX204" fmla="*/ 8415973 w 10232859"/>
              <a:gd name="connsiteY204" fmla="*/ 1049660 h 1699043"/>
              <a:gd name="connsiteX205" fmla="*/ 8433326 w 10232859"/>
              <a:gd name="connsiteY205" fmla="*/ 1057881 h 1699043"/>
              <a:gd name="connsiteX206" fmla="*/ 8502328 w 10232859"/>
              <a:gd name="connsiteY206" fmla="*/ 1091498 h 1699043"/>
              <a:gd name="connsiteX207" fmla="*/ 8534346 w 10232859"/>
              <a:gd name="connsiteY207" fmla="*/ 1106980 h 1699043"/>
              <a:gd name="connsiteX208" fmla="*/ 8534980 w 10232859"/>
              <a:gd name="connsiteY208" fmla="*/ 1110861 h 1699043"/>
              <a:gd name="connsiteX209" fmla="*/ 8544104 w 10232859"/>
              <a:gd name="connsiteY209" fmla="*/ 1108406 h 1699043"/>
              <a:gd name="connsiteX210" fmla="*/ 8567742 w 10232859"/>
              <a:gd name="connsiteY210" fmla="*/ 1117590 h 1699043"/>
              <a:gd name="connsiteX211" fmla="*/ 8633779 w 10232859"/>
              <a:gd name="connsiteY211" fmla="*/ 1139226 h 1699043"/>
              <a:gd name="connsiteX212" fmla="*/ 8676965 w 10232859"/>
              <a:gd name="connsiteY212" fmla="*/ 1156949 h 1699043"/>
              <a:gd name="connsiteX213" fmla="*/ 8698944 w 10232859"/>
              <a:gd name="connsiteY213" fmla="*/ 1156939 h 1699043"/>
              <a:gd name="connsiteX214" fmla="*/ 8711456 w 10232859"/>
              <a:gd name="connsiteY214" fmla="*/ 1169217 h 1699043"/>
              <a:gd name="connsiteX215" fmla="*/ 8732793 w 10232859"/>
              <a:gd name="connsiteY215" fmla="*/ 1172972 h 1699043"/>
              <a:gd name="connsiteX216" fmla="*/ 8751897 w 10232859"/>
              <a:gd name="connsiteY216" fmla="*/ 1190886 h 1699043"/>
              <a:gd name="connsiteX217" fmla="*/ 8793564 w 10232859"/>
              <a:gd name="connsiteY217" fmla="*/ 1172572 h 1699043"/>
              <a:gd name="connsiteX218" fmla="*/ 8834270 w 10232859"/>
              <a:gd name="connsiteY218" fmla="*/ 1206624 h 1699043"/>
              <a:gd name="connsiteX219" fmla="*/ 8853872 w 10232859"/>
              <a:gd name="connsiteY219" fmla="*/ 1214714 h 1699043"/>
              <a:gd name="connsiteX220" fmla="*/ 8861901 w 10232859"/>
              <a:gd name="connsiteY220" fmla="*/ 1211375 h 1699043"/>
              <a:gd name="connsiteX221" fmla="*/ 8874168 w 10232859"/>
              <a:gd name="connsiteY221" fmla="*/ 1213967 h 1699043"/>
              <a:gd name="connsiteX222" fmla="*/ 8871123 w 10232859"/>
              <a:gd name="connsiteY222" fmla="*/ 1221160 h 1699043"/>
              <a:gd name="connsiteX223" fmla="*/ 8903537 w 10232859"/>
              <a:gd name="connsiteY223" fmla="*/ 1230588 h 1699043"/>
              <a:gd name="connsiteX224" fmla="*/ 8933767 w 10232859"/>
              <a:gd name="connsiteY224" fmla="*/ 1263368 h 1699043"/>
              <a:gd name="connsiteX225" fmla="*/ 8985765 w 10232859"/>
              <a:gd name="connsiteY225" fmla="*/ 1287664 h 1699043"/>
              <a:gd name="connsiteX226" fmla="*/ 9071444 w 10232859"/>
              <a:gd name="connsiteY226" fmla="*/ 1317305 h 1699043"/>
              <a:gd name="connsiteX227" fmla="*/ 9096711 w 10232859"/>
              <a:gd name="connsiteY227" fmla="*/ 1327777 h 1699043"/>
              <a:gd name="connsiteX228" fmla="*/ 9338853 w 10232859"/>
              <a:gd name="connsiteY228" fmla="*/ 1448046 h 1699043"/>
              <a:gd name="connsiteX229" fmla="*/ 9520814 w 10232859"/>
              <a:gd name="connsiteY229" fmla="*/ 1449827 h 1699043"/>
              <a:gd name="connsiteX230" fmla="*/ 9702271 w 10232859"/>
              <a:gd name="connsiteY230" fmla="*/ 1488553 h 1699043"/>
              <a:gd name="connsiteX231" fmla="*/ 9744273 w 10232859"/>
              <a:gd name="connsiteY231" fmla="*/ 1523512 h 1699043"/>
              <a:gd name="connsiteX232" fmla="*/ 9771903 w 10232859"/>
              <a:gd name="connsiteY232" fmla="*/ 1530034 h 1699043"/>
              <a:gd name="connsiteX233" fmla="*/ 9818565 w 10232859"/>
              <a:gd name="connsiteY233" fmla="*/ 1538545 h 1699043"/>
              <a:gd name="connsiteX234" fmla="*/ 9882202 w 10232859"/>
              <a:gd name="connsiteY234" fmla="*/ 1565888 h 1699043"/>
              <a:gd name="connsiteX235" fmla="*/ 10022025 w 10232859"/>
              <a:gd name="connsiteY235" fmla="*/ 1599696 h 1699043"/>
              <a:gd name="connsiteX236" fmla="*/ 10220406 w 10232859"/>
              <a:gd name="connsiteY236" fmla="*/ 1677005 h 1699043"/>
              <a:gd name="connsiteX237" fmla="*/ 10232859 w 10232859"/>
              <a:gd name="connsiteY237" fmla="*/ 1699043 h 1699043"/>
              <a:gd name="connsiteX238" fmla="*/ 0 w 10232859"/>
              <a:gd name="connsiteY238" fmla="*/ 1699043 h 1699043"/>
              <a:gd name="connsiteX239" fmla="*/ 0 w 10232859"/>
              <a:gd name="connsiteY239" fmla="*/ 21828 h 1699043"/>
              <a:gd name="connsiteX240" fmla="*/ 8097 w 10232859"/>
              <a:gd name="connsiteY240" fmla="*/ 24355 h 1699043"/>
              <a:gd name="connsiteX241" fmla="*/ 77128 w 10232859"/>
              <a:gd name="connsiteY241" fmla="*/ 6867 h 1699043"/>
              <a:gd name="connsiteX242" fmla="*/ 188338 w 10232859"/>
              <a:gd name="connsiteY242" fmla="*/ 5079 h 1699043"/>
              <a:gd name="connsiteX243" fmla="*/ 298809 w 10232859"/>
              <a:gd name="connsiteY243" fmla="*/ 6198 h 1699043"/>
              <a:gd name="connsiteX244" fmla="*/ 338985 w 10232859"/>
              <a:gd name="connsiteY244" fmla="*/ 8006 h 1699043"/>
              <a:gd name="connsiteX245" fmla="*/ 409815 w 10232859"/>
              <a:gd name="connsiteY245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06496 w 10232859"/>
              <a:gd name="connsiteY193" fmla="*/ 972839 h 1699043"/>
              <a:gd name="connsiteX194" fmla="*/ 8034497 w 10232859"/>
              <a:gd name="connsiteY194" fmla="*/ 972054 h 1699043"/>
              <a:gd name="connsiteX195" fmla="*/ 8150881 w 10232859"/>
              <a:gd name="connsiteY195" fmla="*/ 990411 h 1699043"/>
              <a:gd name="connsiteX196" fmla="*/ 8172106 w 10232859"/>
              <a:gd name="connsiteY196" fmla="*/ 990512 h 1699043"/>
              <a:gd name="connsiteX197" fmla="*/ 8196076 w 10232859"/>
              <a:gd name="connsiteY197" fmla="*/ 1000078 h 1699043"/>
              <a:gd name="connsiteX198" fmla="*/ 8247463 w 10232859"/>
              <a:gd name="connsiteY198" fmla="*/ 1016332 h 1699043"/>
              <a:gd name="connsiteX199" fmla="*/ 8279272 w 10232859"/>
              <a:gd name="connsiteY199" fmla="*/ 1032921 h 1699043"/>
              <a:gd name="connsiteX200" fmla="*/ 8289611 w 10232859"/>
              <a:gd name="connsiteY200" fmla="*/ 1028630 h 1699043"/>
              <a:gd name="connsiteX201" fmla="*/ 8311483 w 10232859"/>
              <a:gd name="connsiteY201" fmla="*/ 1029399 h 1699043"/>
              <a:gd name="connsiteX202" fmla="*/ 8399489 w 10232859"/>
              <a:gd name="connsiteY202" fmla="*/ 1048562 h 1699043"/>
              <a:gd name="connsiteX203" fmla="*/ 8415973 w 10232859"/>
              <a:gd name="connsiteY203" fmla="*/ 1049660 h 1699043"/>
              <a:gd name="connsiteX204" fmla="*/ 8433326 w 10232859"/>
              <a:gd name="connsiteY204" fmla="*/ 1057881 h 1699043"/>
              <a:gd name="connsiteX205" fmla="*/ 8502328 w 10232859"/>
              <a:gd name="connsiteY205" fmla="*/ 1091498 h 1699043"/>
              <a:gd name="connsiteX206" fmla="*/ 8534346 w 10232859"/>
              <a:gd name="connsiteY206" fmla="*/ 1106980 h 1699043"/>
              <a:gd name="connsiteX207" fmla="*/ 8534980 w 10232859"/>
              <a:gd name="connsiteY207" fmla="*/ 1110861 h 1699043"/>
              <a:gd name="connsiteX208" fmla="*/ 8544104 w 10232859"/>
              <a:gd name="connsiteY208" fmla="*/ 1108406 h 1699043"/>
              <a:gd name="connsiteX209" fmla="*/ 8567742 w 10232859"/>
              <a:gd name="connsiteY209" fmla="*/ 1117590 h 1699043"/>
              <a:gd name="connsiteX210" fmla="*/ 8633779 w 10232859"/>
              <a:gd name="connsiteY210" fmla="*/ 1139226 h 1699043"/>
              <a:gd name="connsiteX211" fmla="*/ 8676965 w 10232859"/>
              <a:gd name="connsiteY211" fmla="*/ 1156949 h 1699043"/>
              <a:gd name="connsiteX212" fmla="*/ 8698944 w 10232859"/>
              <a:gd name="connsiteY212" fmla="*/ 1156939 h 1699043"/>
              <a:gd name="connsiteX213" fmla="*/ 8711456 w 10232859"/>
              <a:gd name="connsiteY213" fmla="*/ 1169217 h 1699043"/>
              <a:gd name="connsiteX214" fmla="*/ 8732793 w 10232859"/>
              <a:gd name="connsiteY214" fmla="*/ 1172972 h 1699043"/>
              <a:gd name="connsiteX215" fmla="*/ 8751897 w 10232859"/>
              <a:gd name="connsiteY215" fmla="*/ 1190886 h 1699043"/>
              <a:gd name="connsiteX216" fmla="*/ 8793564 w 10232859"/>
              <a:gd name="connsiteY216" fmla="*/ 1172572 h 1699043"/>
              <a:gd name="connsiteX217" fmla="*/ 8834270 w 10232859"/>
              <a:gd name="connsiteY217" fmla="*/ 1206624 h 1699043"/>
              <a:gd name="connsiteX218" fmla="*/ 8853872 w 10232859"/>
              <a:gd name="connsiteY218" fmla="*/ 1214714 h 1699043"/>
              <a:gd name="connsiteX219" fmla="*/ 8861901 w 10232859"/>
              <a:gd name="connsiteY219" fmla="*/ 1211375 h 1699043"/>
              <a:gd name="connsiteX220" fmla="*/ 8874168 w 10232859"/>
              <a:gd name="connsiteY220" fmla="*/ 1213967 h 1699043"/>
              <a:gd name="connsiteX221" fmla="*/ 8871123 w 10232859"/>
              <a:gd name="connsiteY221" fmla="*/ 1221160 h 1699043"/>
              <a:gd name="connsiteX222" fmla="*/ 8903537 w 10232859"/>
              <a:gd name="connsiteY222" fmla="*/ 1230588 h 1699043"/>
              <a:gd name="connsiteX223" fmla="*/ 8933767 w 10232859"/>
              <a:gd name="connsiteY223" fmla="*/ 1263368 h 1699043"/>
              <a:gd name="connsiteX224" fmla="*/ 8985765 w 10232859"/>
              <a:gd name="connsiteY224" fmla="*/ 1287664 h 1699043"/>
              <a:gd name="connsiteX225" fmla="*/ 9071444 w 10232859"/>
              <a:gd name="connsiteY225" fmla="*/ 1317305 h 1699043"/>
              <a:gd name="connsiteX226" fmla="*/ 9096711 w 10232859"/>
              <a:gd name="connsiteY226" fmla="*/ 1327777 h 1699043"/>
              <a:gd name="connsiteX227" fmla="*/ 9338853 w 10232859"/>
              <a:gd name="connsiteY227" fmla="*/ 1448046 h 1699043"/>
              <a:gd name="connsiteX228" fmla="*/ 9520814 w 10232859"/>
              <a:gd name="connsiteY228" fmla="*/ 1449827 h 1699043"/>
              <a:gd name="connsiteX229" fmla="*/ 9702271 w 10232859"/>
              <a:gd name="connsiteY229" fmla="*/ 1488553 h 1699043"/>
              <a:gd name="connsiteX230" fmla="*/ 9744273 w 10232859"/>
              <a:gd name="connsiteY230" fmla="*/ 1523512 h 1699043"/>
              <a:gd name="connsiteX231" fmla="*/ 9771903 w 10232859"/>
              <a:gd name="connsiteY231" fmla="*/ 1530034 h 1699043"/>
              <a:gd name="connsiteX232" fmla="*/ 9818565 w 10232859"/>
              <a:gd name="connsiteY232" fmla="*/ 1538545 h 1699043"/>
              <a:gd name="connsiteX233" fmla="*/ 9882202 w 10232859"/>
              <a:gd name="connsiteY233" fmla="*/ 1565888 h 1699043"/>
              <a:gd name="connsiteX234" fmla="*/ 10022025 w 10232859"/>
              <a:gd name="connsiteY234" fmla="*/ 1599696 h 1699043"/>
              <a:gd name="connsiteX235" fmla="*/ 10220406 w 10232859"/>
              <a:gd name="connsiteY235" fmla="*/ 1677005 h 1699043"/>
              <a:gd name="connsiteX236" fmla="*/ 10232859 w 10232859"/>
              <a:gd name="connsiteY236" fmla="*/ 1699043 h 1699043"/>
              <a:gd name="connsiteX237" fmla="*/ 0 w 10232859"/>
              <a:gd name="connsiteY237" fmla="*/ 1699043 h 1699043"/>
              <a:gd name="connsiteX238" fmla="*/ 0 w 10232859"/>
              <a:gd name="connsiteY238" fmla="*/ 21828 h 1699043"/>
              <a:gd name="connsiteX239" fmla="*/ 8097 w 10232859"/>
              <a:gd name="connsiteY239" fmla="*/ 24355 h 1699043"/>
              <a:gd name="connsiteX240" fmla="*/ 77128 w 10232859"/>
              <a:gd name="connsiteY240" fmla="*/ 6867 h 1699043"/>
              <a:gd name="connsiteX241" fmla="*/ 188338 w 10232859"/>
              <a:gd name="connsiteY241" fmla="*/ 5079 h 1699043"/>
              <a:gd name="connsiteX242" fmla="*/ 298809 w 10232859"/>
              <a:gd name="connsiteY242" fmla="*/ 6198 h 1699043"/>
              <a:gd name="connsiteX243" fmla="*/ 338985 w 10232859"/>
              <a:gd name="connsiteY243" fmla="*/ 8006 h 1699043"/>
              <a:gd name="connsiteX244" fmla="*/ 409815 w 10232859"/>
              <a:gd name="connsiteY244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06496 w 10232859"/>
              <a:gd name="connsiteY193" fmla="*/ 972839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11456 w 10232859"/>
              <a:gd name="connsiteY212" fmla="*/ 1169217 h 1699043"/>
              <a:gd name="connsiteX213" fmla="*/ 8732793 w 10232859"/>
              <a:gd name="connsiteY213" fmla="*/ 1172972 h 1699043"/>
              <a:gd name="connsiteX214" fmla="*/ 8751897 w 10232859"/>
              <a:gd name="connsiteY214" fmla="*/ 1190886 h 1699043"/>
              <a:gd name="connsiteX215" fmla="*/ 8793564 w 10232859"/>
              <a:gd name="connsiteY215" fmla="*/ 1172572 h 1699043"/>
              <a:gd name="connsiteX216" fmla="*/ 8834270 w 10232859"/>
              <a:gd name="connsiteY216" fmla="*/ 1206624 h 1699043"/>
              <a:gd name="connsiteX217" fmla="*/ 8853872 w 10232859"/>
              <a:gd name="connsiteY217" fmla="*/ 1214714 h 1699043"/>
              <a:gd name="connsiteX218" fmla="*/ 8861901 w 10232859"/>
              <a:gd name="connsiteY218" fmla="*/ 1211375 h 1699043"/>
              <a:gd name="connsiteX219" fmla="*/ 8874168 w 10232859"/>
              <a:gd name="connsiteY219" fmla="*/ 1213967 h 1699043"/>
              <a:gd name="connsiteX220" fmla="*/ 8871123 w 10232859"/>
              <a:gd name="connsiteY220" fmla="*/ 1221160 h 1699043"/>
              <a:gd name="connsiteX221" fmla="*/ 8903537 w 10232859"/>
              <a:gd name="connsiteY221" fmla="*/ 1230588 h 1699043"/>
              <a:gd name="connsiteX222" fmla="*/ 8933767 w 10232859"/>
              <a:gd name="connsiteY222" fmla="*/ 1263368 h 1699043"/>
              <a:gd name="connsiteX223" fmla="*/ 8985765 w 10232859"/>
              <a:gd name="connsiteY223" fmla="*/ 1287664 h 1699043"/>
              <a:gd name="connsiteX224" fmla="*/ 9071444 w 10232859"/>
              <a:gd name="connsiteY224" fmla="*/ 1317305 h 1699043"/>
              <a:gd name="connsiteX225" fmla="*/ 9096711 w 10232859"/>
              <a:gd name="connsiteY225" fmla="*/ 1327777 h 1699043"/>
              <a:gd name="connsiteX226" fmla="*/ 9338853 w 10232859"/>
              <a:gd name="connsiteY226" fmla="*/ 1448046 h 1699043"/>
              <a:gd name="connsiteX227" fmla="*/ 9520814 w 10232859"/>
              <a:gd name="connsiteY227" fmla="*/ 1449827 h 1699043"/>
              <a:gd name="connsiteX228" fmla="*/ 9702271 w 10232859"/>
              <a:gd name="connsiteY228" fmla="*/ 1488553 h 1699043"/>
              <a:gd name="connsiteX229" fmla="*/ 9744273 w 10232859"/>
              <a:gd name="connsiteY229" fmla="*/ 1523512 h 1699043"/>
              <a:gd name="connsiteX230" fmla="*/ 9771903 w 10232859"/>
              <a:gd name="connsiteY230" fmla="*/ 1530034 h 1699043"/>
              <a:gd name="connsiteX231" fmla="*/ 9818565 w 10232859"/>
              <a:gd name="connsiteY231" fmla="*/ 1538545 h 1699043"/>
              <a:gd name="connsiteX232" fmla="*/ 9882202 w 10232859"/>
              <a:gd name="connsiteY232" fmla="*/ 1565888 h 1699043"/>
              <a:gd name="connsiteX233" fmla="*/ 10022025 w 10232859"/>
              <a:gd name="connsiteY233" fmla="*/ 1599696 h 1699043"/>
              <a:gd name="connsiteX234" fmla="*/ 10220406 w 10232859"/>
              <a:gd name="connsiteY234" fmla="*/ 1677005 h 1699043"/>
              <a:gd name="connsiteX235" fmla="*/ 10232859 w 10232859"/>
              <a:gd name="connsiteY235" fmla="*/ 1699043 h 1699043"/>
              <a:gd name="connsiteX236" fmla="*/ 0 w 10232859"/>
              <a:gd name="connsiteY236" fmla="*/ 1699043 h 1699043"/>
              <a:gd name="connsiteX237" fmla="*/ 0 w 10232859"/>
              <a:gd name="connsiteY237" fmla="*/ 21828 h 1699043"/>
              <a:gd name="connsiteX238" fmla="*/ 8097 w 10232859"/>
              <a:gd name="connsiteY238" fmla="*/ 24355 h 1699043"/>
              <a:gd name="connsiteX239" fmla="*/ 77128 w 10232859"/>
              <a:gd name="connsiteY239" fmla="*/ 6867 h 1699043"/>
              <a:gd name="connsiteX240" fmla="*/ 188338 w 10232859"/>
              <a:gd name="connsiteY240" fmla="*/ 5079 h 1699043"/>
              <a:gd name="connsiteX241" fmla="*/ 298809 w 10232859"/>
              <a:gd name="connsiteY241" fmla="*/ 6198 h 1699043"/>
              <a:gd name="connsiteX242" fmla="*/ 338985 w 10232859"/>
              <a:gd name="connsiteY242" fmla="*/ 8006 h 1699043"/>
              <a:gd name="connsiteX243" fmla="*/ 409815 w 10232859"/>
              <a:gd name="connsiteY243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11456 w 10232859"/>
              <a:gd name="connsiteY212" fmla="*/ 1169217 h 1699043"/>
              <a:gd name="connsiteX213" fmla="*/ 8732793 w 10232859"/>
              <a:gd name="connsiteY213" fmla="*/ 1172972 h 1699043"/>
              <a:gd name="connsiteX214" fmla="*/ 8751897 w 10232859"/>
              <a:gd name="connsiteY214" fmla="*/ 1190886 h 1699043"/>
              <a:gd name="connsiteX215" fmla="*/ 8793564 w 10232859"/>
              <a:gd name="connsiteY215" fmla="*/ 1172572 h 1699043"/>
              <a:gd name="connsiteX216" fmla="*/ 8834270 w 10232859"/>
              <a:gd name="connsiteY216" fmla="*/ 1206624 h 1699043"/>
              <a:gd name="connsiteX217" fmla="*/ 8853872 w 10232859"/>
              <a:gd name="connsiteY217" fmla="*/ 1214714 h 1699043"/>
              <a:gd name="connsiteX218" fmla="*/ 8861901 w 10232859"/>
              <a:gd name="connsiteY218" fmla="*/ 1211375 h 1699043"/>
              <a:gd name="connsiteX219" fmla="*/ 8874168 w 10232859"/>
              <a:gd name="connsiteY219" fmla="*/ 1213967 h 1699043"/>
              <a:gd name="connsiteX220" fmla="*/ 8871123 w 10232859"/>
              <a:gd name="connsiteY220" fmla="*/ 1221160 h 1699043"/>
              <a:gd name="connsiteX221" fmla="*/ 8903537 w 10232859"/>
              <a:gd name="connsiteY221" fmla="*/ 1230588 h 1699043"/>
              <a:gd name="connsiteX222" fmla="*/ 8933767 w 10232859"/>
              <a:gd name="connsiteY222" fmla="*/ 1263368 h 1699043"/>
              <a:gd name="connsiteX223" fmla="*/ 8985765 w 10232859"/>
              <a:gd name="connsiteY223" fmla="*/ 1287664 h 1699043"/>
              <a:gd name="connsiteX224" fmla="*/ 9071444 w 10232859"/>
              <a:gd name="connsiteY224" fmla="*/ 1317305 h 1699043"/>
              <a:gd name="connsiteX225" fmla="*/ 9096711 w 10232859"/>
              <a:gd name="connsiteY225" fmla="*/ 1327777 h 1699043"/>
              <a:gd name="connsiteX226" fmla="*/ 9338853 w 10232859"/>
              <a:gd name="connsiteY226" fmla="*/ 1448046 h 1699043"/>
              <a:gd name="connsiteX227" fmla="*/ 9520814 w 10232859"/>
              <a:gd name="connsiteY227" fmla="*/ 1449827 h 1699043"/>
              <a:gd name="connsiteX228" fmla="*/ 9702271 w 10232859"/>
              <a:gd name="connsiteY228" fmla="*/ 1488553 h 1699043"/>
              <a:gd name="connsiteX229" fmla="*/ 9744273 w 10232859"/>
              <a:gd name="connsiteY229" fmla="*/ 1523512 h 1699043"/>
              <a:gd name="connsiteX230" fmla="*/ 9771903 w 10232859"/>
              <a:gd name="connsiteY230" fmla="*/ 1530034 h 1699043"/>
              <a:gd name="connsiteX231" fmla="*/ 9818565 w 10232859"/>
              <a:gd name="connsiteY231" fmla="*/ 1538545 h 1699043"/>
              <a:gd name="connsiteX232" fmla="*/ 9882202 w 10232859"/>
              <a:gd name="connsiteY232" fmla="*/ 1565888 h 1699043"/>
              <a:gd name="connsiteX233" fmla="*/ 10022025 w 10232859"/>
              <a:gd name="connsiteY233" fmla="*/ 1599696 h 1699043"/>
              <a:gd name="connsiteX234" fmla="*/ 10220406 w 10232859"/>
              <a:gd name="connsiteY234" fmla="*/ 1677005 h 1699043"/>
              <a:gd name="connsiteX235" fmla="*/ 10232859 w 10232859"/>
              <a:gd name="connsiteY235" fmla="*/ 1699043 h 1699043"/>
              <a:gd name="connsiteX236" fmla="*/ 0 w 10232859"/>
              <a:gd name="connsiteY236" fmla="*/ 1699043 h 1699043"/>
              <a:gd name="connsiteX237" fmla="*/ 0 w 10232859"/>
              <a:gd name="connsiteY237" fmla="*/ 21828 h 1699043"/>
              <a:gd name="connsiteX238" fmla="*/ 8097 w 10232859"/>
              <a:gd name="connsiteY238" fmla="*/ 24355 h 1699043"/>
              <a:gd name="connsiteX239" fmla="*/ 77128 w 10232859"/>
              <a:gd name="connsiteY239" fmla="*/ 6867 h 1699043"/>
              <a:gd name="connsiteX240" fmla="*/ 188338 w 10232859"/>
              <a:gd name="connsiteY240" fmla="*/ 5079 h 1699043"/>
              <a:gd name="connsiteX241" fmla="*/ 298809 w 10232859"/>
              <a:gd name="connsiteY241" fmla="*/ 6198 h 1699043"/>
              <a:gd name="connsiteX242" fmla="*/ 338985 w 10232859"/>
              <a:gd name="connsiteY242" fmla="*/ 8006 h 1699043"/>
              <a:gd name="connsiteX243" fmla="*/ 409815 w 10232859"/>
              <a:gd name="connsiteY243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32793 w 10232859"/>
              <a:gd name="connsiteY212" fmla="*/ 1172972 h 1699043"/>
              <a:gd name="connsiteX213" fmla="*/ 8751897 w 10232859"/>
              <a:gd name="connsiteY213" fmla="*/ 1190886 h 1699043"/>
              <a:gd name="connsiteX214" fmla="*/ 8793564 w 10232859"/>
              <a:gd name="connsiteY214" fmla="*/ 1172572 h 1699043"/>
              <a:gd name="connsiteX215" fmla="*/ 8834270 w 10232859"/>
              <a:gd name="connsiteY215" fmla="*/ 1206624 h 1699043"/>
              <a:gd name="connsiteX216" fmla="*/ 8853872 w 10232859"/>
              <a:gd name="connsiteY216" fmla="*/ 1214714 h 1699043"/>
              <a:gd name="connsiteX217" fmla="*/ 8861901 w 10232859"/>
              <a:gd name="connsiteY217" fmla="*/ 1211375 h 1699043"/>
              <a:gd name="connsiteX218" fmla="*/ 8874168 w 10232859"/>
              <a:gd name="connsiteY218" fmla="*/ 1213967 h 1699043"/>
              <a:gd name="connsiteX219" fmla="*/ 8871123 w 10232859"/>
              <a:gd name="connsiteY219" fmla="*/ 1221160 h 1699043"/>
              <a:gd name="connsiteX220" fmla="*/ 8903537 w 10232859"/>
              <a:gd name="connsiteY220" fmla="*/ 1230588 h 1699043"/>
              <a:gd name="connsiteX221" fmla="*/ 8933767 w 10232859"/>
              <a:gd name="connsiteY221" fmla="*/ 1263368 h 1699043"/>
              <a:gd name="connsiteX222" fmla="*/ 8985765 w 10232859"/>
              <a:gd name="connsiteY222" fmla="*/ 1287664 h 1699043"/>
              <a:gd name="connsiteX223" fmla="*/ 9071444 w 10232859"/>
              <a:gd name="connsiteY223" fmla="*/ 1317305 h 1699043"/>
              <a:gd name="connsiteX224" fmla="*/ 9096711 w 10232859"/>
              <a:gd name="connsiteY224" fmla="*/ 1327777 h 1699043"/>
              <a:gd name="connsiteX225" fmla="*/ 9338853 w 10232859"/>
              <a:gd name="connsiteY225" fmla="*/ 1448046 h 1699043"/>
              <a:gd name="connsiteX226" fmla="*/ 9520814 w 10232859"/>
              <a:gd name="connsiteY226" fmla="*/ 1449827 h 1699043"/>
              <a:gd name="connsiteX227" fmla="*/ 9702271 w 10232859"/>
              <a:gd name="connsiteY227" fmla="*/ 1488553 h 1699043"/>
              <a:gd name="connsiteX228" fmla="*/ 9744273 w 10232859"/>
              <a:gd name="connsiteY228" fmla="*/ 1523512 h 1699043"/>
              <a:gd name="connsiteX229" fmla="*/ 9771903 w 10232859"/>
              <a:gd name="connsiteY229" fmla="*/ 1530034 h 1699043"/>
              <a:gd name="connsiteX230" fmla="*/ 9818565 w 10232859"/>
              <a:gd name="connsiteY230" fmla="*/ 1538545 h 1699043"/>
              <a:gd name="connsiteX231" fmla="*/ 9882202 w 10232859"/>
              <a:gd name="connsiteY231" fmla="*/ 1565888 h 1699043"/>
              <a:gd name="connsiteX232" fmla="*/ 10022025 w 10232859"/>
              <a:gd name="connsiteY232" fmla="*/ 1599696 h 1699043"/>
              <a:gd name="connsiteX233" fmla="*/ 10220406 w 10232859"/>
              <a:gd name="connsiteY233" fmla="*/ 1677005 h 1699043"/>
              <a:gd name="connsiteX234" fmla="*/ 10232859 w 10232859"/>
              <a:gd name="connsiteY234" fmla="*/ 1699043 h 1699043"/>
              <a:gd name="connsiteX235" fmla="*/ 0 w 10232859"/>
              <a:gd name="connsiteY235" fmla="*/ 1699043 h 1699043"/>
              <a:gd name="connsiteX236" fmla="*/ 0 w 10232859"/>
              <a:gd name="connsiteY236" fmla="*/ 21828 h 1699043"/>
              <a:gd name="connsiteX237" fmla="*/ 8097 w 10232859"/>
              <a:gd name="connsiteY237" fmla="*/ 24355 h 1699043"/>
              <a:gd name="connsiteX238" fmla="*/ 77128 w 10232859"/>
              <a:gd name="connsiteY238" fmla="*/ 6867 h 1699043"/>
              <a:gd name="connsiteX239" fmla="*/ 188338 w 10232859"/>
              <a:gd name="connsiteY239" fmla="*/ 5079 h 1699043"/>
              <a:gd name="connsiteX240" fmla="*/ 298809 w 10232859"/>
              <a:gd name="connsiteY240" fmla="*/ 6198 h 1699043"/>
              <a:gd name="connsiteX241" fmla="*/ 338985 w 10232859"/>
              <a:gd name="connsiteY241" fmla="*/ 8006 h 1699043"/>
              <a:gd name="connsiteX242" fmla="*/ 409815 w 10232859"/>
              <a:gd name="connsiteY242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51897 w 10232859"/>
              <a:gd name="connsiteY212" fmla="*/ 1190886 h 1699043"/>
              <a:gd name="connsiteX213" fmla="*/ 8793564 w 10232859"/>
              <a:gd name="connsiteY213" fmla="*/ 1172572 h 1699043"/>
              <a:gd name="connsiteX214" fmla="*/ 8834270 w 10232859"/>
              <a:gd name="connsiteY214" fmla="*/ 1206624 h 1699043"/>
              <a:gd name="connsiteX215" fmla="*/ 8853872 w 10232859"/>
              <a:gd name="connsiteY215" fmla="*/ 1214714 h 1699043"/>
              <a:gd name="connsiteX216" fmla="*/ 8861901 w 10232859"/>
              <a:gd name="connsiteY216" fmla="*/ 1211375 h 1699043"/>
              <a:gd name="connsiteX217" fmla="*/ 8874168 w 10232859"/>
              <a:gd name="connsiteY217" fmla="*/ 1213967 h 1699043"/>
              <a:gd name="connsiteX218" fmla="*/ 8871123 w 10232859"/>
              <a:gd name="connsiteY218" fmla="*/ 1221160 h 1699043"/>
              <a:gd name="connsiteX219" fmla="*/ 8903537 w 10232859"/>
              <a:gd name="connsiteY219" fmla="*/ 1230588 h 1699043"/>
              <a:gd name="connsiteX220" fmla="*/ 8933767 w 10232859"/>
              <a:gd name="connsiteY220" fmla="*/ 1263368 h 1699043"/>
              <a:gd name="connsiteX221" fmla="*/ 8985765 w 10232859"/>
              <a:gd name="connsiteY221" fmla="*/ 1287664 h 1699043"/>
              <a:gd name="connsiteX222" fmla="*/ 9071444 w 10232859"/>
              <a:gd name="connsiteY222" fmla="*/ 1317305 h 1699043"/>
              <a:gd name="connsiteX223" fmla="*/ 9096711 w 10232859"/>
              <a:gd name="connsiteY223" fmla="*/ 1327777 h 1699043"/>
              <a:gd name="connsiteX224" fmla="*/ 9338853 w 10232859"/>
              <a:gd name="connsiteY224" fmla="*/ 1448046 h 1699043"/>
              <a:gd name="connsiteX225" fmla="*/ 9520814 w 10232859"/>
              <a:gd name="connsiteY225" fmla="*/ 1449827 h 1699043"/>
              <a:gd name="connsiteX226" fmla="*/ 9702271 w 10232859"/>
              <a:gd name="connsiteY226" fmla="*/ 1488553 h 1699043"/>
              <a:gd name="connsiteX227" fmla="*/ 9744273 w 10232859"/>
              <a:gd name="connsiteY227" fmla="*/ 1523512 h 1699043"/>
              <a:gd name="connsiteX228" fmla="*/ 9771903 w 10232859"/>
              <a:gd name="connsiteY228" fmla="*/ 1530034 h 1699043"/>
              <a:gd name="connsiteX229" fmla="*/ 9818565 w 10232859"/>
              <a:gd name="connsiteY229" fmla="*/ 1538545 h 1699043"/>
              <a:gd name="connsiteX230" fmla="*/ 9882202 w 10232859"/>
              <a:gd name="connsiteY230" fmla="*/ 1565888 h 1699043"/>
              <a:gd name="connsiteX231" fmla="*/ 10022025 w 10232859"/>
              <a:gd name="connsiteY231" fmla="*/ 1599696 h 1699043"/>
              <a:gd name="connsiteX232" fmla="*/ 10220406 w 10232859"/>
              <a:gd name="connsiteY232" fmla="*/ 1677005 h 1699043"/>
              <a:gd name="connsiteX233" fmla="*/ 10232859 w 10232859"/>
              <a:gd name="connsiteY233" fmla="*/ 1699043 h 1699043"/>
              <a:gd name="connsiteX234" fmla="*/ 0 w 10232859"/>
              <a:gd name="connsiteY234" fmla="*/ 1699043 h 1699043"/>
              <a:gd name="connsiteX235" fmla="*/ 0 w 10232859"/>
              <a:gd name="connsiteY235" fmla="*/ 21828 h 1699043"/>
              <a:gd name="connsiteX236" fmla="*/ 8097 w 10232859"/>
              <a:gd name="connsiteY236" fmla="*/ 24355 h 1699043"/>
              <a:gd name="connsiteX237" fmla="*/ 77128 w 10232859"/>
              <a:gd name="connsiteY237" fmla="*/ 6867 h 1699043"/>
              <a:gd name="connsiteX238" fmla="*/ 188338 w 10232859"/>
              <a:gd name="connsiteY238" fmla="*/ 5079 h 1699043"/>
              <a:gd name="connsiteX239" fmla="*/ 298809 w 10232859"/>
              <a:gd name="connsiteY239" fmla="*/ 6198 h 1699043"/>
              <a:gd name="connsiteX240" fmla="*/ 338985 w 10232859"/>
              <a:gd name="connsiteY240" fmla="*/ 8006 h 1699043"/>
              <a:gd name="connsiteX241" fmla="*/ 409815 w 10232859"/>
              <a:gd name="connsiteY241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51897 w 10232859"/>
              <a:gd name="connsiteY212" fmla="*/ 1190886 h 1699043"/>
              <a:gd name="connsiteX213" fmla="*/ 8834270 w 10232859"/>
              <a:gd name="connsiteY213" fmla="*/ 1206624 h 1699043"/>
              <a:gd name="connsiteX214" fmla="*/ 8853872 w 10232859"/>
              <a:gd name="connsiteY214" fmla="*/ 1214714 h 1699043"/>
              <a:gd name="connsiteX215" fmla="*/ 8861901 w 10232859"/>
              <a:gd name="connsiteY215" fmla="*/ 1211375 h 1699043"/>
              <a:gd name="connsiteX216" fmla="*/ 8874168 w 10232859"/>
              <a:gd name="connsiteY216" fmla="*/ 1213967 h 1699043"/>
              <a:gd name="connsiteX217" fmla="*/ 8871123 w 10232859"/>
              <a:gd name="connsiteY217" fmla="*/ 1221160 h 1699043"/>
              <a:gd name="connsiteX218" fmla="*/ 8903537 w 10232859"/>
              <a:gd name="connsiteY218" fmla="*/ 1230588 h 1699043"/>
              <a:gd name="connsiteX219" fmla="*/ 8933767 w 10232859"/>
              <a:gd name="connsiteY219" fmla="*/ 1263368 h 1699043"/>
              <a:gd name="connsiteX220" fmla="*/ 8985765 w 10232859"/>
              <a:gd name="connsiteY220" fmla="*/ 1287664 h 1699043"/>
              <a:gd name="connsiteX221" fmla="*/ 9071444 w 10232859"/>
              <a:gd name="connsiteY221" fmla="*/ 1317305 h 1699043"/>
              <a:gd name="connsiteX222" fmla="*/ 9096711 w 10232859"/>
              <a:gd name="connsiteY222" fmla="*/ 1327777 h 1699043"/>
              <a:gd name="connsiteX223" fmla="*/ 9338853 w 10232859"/>
              <a:gd name="connsiteY223" fmla="*/ 1448046 h 1699043"/>
              <a:gd name="connsiteX224" fmla="*/ 9520814 w 10232859"/>
              <a:gd name="connsiteY224" fmla="*/ 1449827 h 1699043"/>
              <a:gd name="connsiteX225" fmla="*/ 9702271 w 10232859"/>
              <a:gd name="connsiteY225" fmla="*/ 1488553 h 1699043"/>
              <a:gd name="connsiteX226" fmla="*/ 9744273 w 10232859"/>
              <a:gd name="connsiteY226" fmla="*/ 1523512 h 1699043"/>
              <a:gd name="connsiteX227" fmla="*/ 9771903 w 10232859"/>
              <a:gd name="connsiteY227" fmla="*/ 1530034 h 1699043"/>
              <a:gd name="connsiteX228" fmla="*/ 9818565 w 10232859"/>
              <a:gd name="connsiteY228" fmla="*/ 1538545 h 1699043"/>
              <a:gd name="connsiteX229" fmla="*/ 9882202 w 10232859"/>
              <a:gd name="connsiteY229" fmla="*/ 1565888 h 1699043"/>
              <a:gd name="connsiteX230" fmla="*/ 10022025 w 10232859"/>
              <a:gd name="connsiteY230" fmla="*/ 1599696 h 1699043"/>
              <a:gd name="connsiteX231" fmla="*/ 10220406 w 10232859"/>
              <a:gd name="connsiteY231" fmla="*/ 1677005 h 1699043"/>
              <a:gd name="connsiteX232" fmla="*/ 10232859 w 10232859"/>
              <a:gd name="connsiteY232" fmla="*/ 1699043 h 1699043"/>
              <a:gd name="connsiteX233" fmla="*/ 0 w 10232859"/>
              <a:gd name="connsiteY233" fmla="*/ 1699043 h 1699043"/>
              <a:gd name="connsiteX234" fmla="*/ 0 w 10232859"/>
              <a:gd name="connsiteY234" fmla="*/ 21828 h 1699043"/>
              <a:gd name="connsiteX235" fmla="*/ 8097 w 10232859"/>
              <a:gd name="connsiteY235" fmla="*/ 24355 h 1699043"/>
              <a:gd name="connsiteX236" fmla="*/ 77128 w 10232859"/>
              <a:gd name="connsiteY236" fmla="*/ 6867 h 1699043"/>
              <a:gd name="connsiteX237" fmla="*/ 188338 w 10232859"/>
              <a:gd name="connsiteY237" fmla="*/ 5079 h 1699043"/>
              <a:gd name="connsiteX238" fmla="*/ 298809 w 10232859"/>
              <a:gd name="connsiteY238" fmla="*/ 6198 h 1699043"/>
              <a:gd name="connsiteX239" fmla="*/ 338985 w 10232859"/>
              <a:gd name="connsiteY239" fmla="*/ 8006 h 1699043"/>
              <a:gd name="connsiteX240" fmla="*/ 409815 w 10232859"/>
              <a:gd name="connsiteY240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51897 w 10232859"/>
              <a:gd name="connsiteY212" fmla="*/ 1190886 h 1699043"/>
              <a:gd name="connsiteX213" fmla="*/ 8834270 w 10232859"/>
              <a:gd name="connsiteY213" fmla="*/ 1206624 h 1699043"/>
              <a:gd name="connsiteX214" fmla="*/ 8853872 w 10232859"/>
              <a:gd name="connsiteY214" fmla="*/ 1214714 h 1699043"/>
              <a:gd name="connsiteX215" fmla="*/ 8861901 w 10232859"/>
              <a:gd name="connsiteY215" fmla="*/ 1211375 h 1699043"/>
              <a:gd name="connsiteX216" fmla="*/ 8874168 w 10232859"/>
              <a:gd name="connsiteY216" fmla="*/ 1213967 h 1699043"/>
              <a:gd name="connsiteX217" fmla="*/ 8871123 w 10232859"/>
              <a:gd name="connsiteY217" fmla="*/ 1221160 h 1699043"/>
              <a:gd name="connsiteX218" fmla="*/ 8903537 w 10232859"/>
              <a:gd name="connsiteY218" fmla="*/ 1230588 h 1699043"/>
              <a:gd name="connsiteX219" fmla="*/ 8933767 w 10232859"/>
              <a:gd name="connsiteY219" fmla="*/ 1263368 h 1699043"/>
              <a:gd name="connsiteX220" fmla="*/ 8985765 w 10232859"/>
              <a:gd name="connsiteY220" fmla="*/ 1287664 h 1699043"/>
              <a:gd name="connsiteX221" fmla="*/ 9071444 w 10232859"/>
              <a:gd name="connsiteY221" fmla="*/ 1317305 h 1699043"/>
              <a:gd name="connsiteX222" fmla="*/ 9096711 w 10232859"/>
              <a:gd name="connsiteY222" fmla="*/ 1327777 h 1699043"/>
              <a:gd name="connsiteX223" fmla="*/ 9338853 w 10232859"/>
              <a:gd name="connsiteY223" fmla="*/ 1448046 h 1699043"/>
              <a:gd name="connsiteX224" fmla="*/ 9520814 w 10232859"/>
              <a:gd name="connsiteY224" fmla="*/ 1449827 h 1699043"/>
              <a:gd name="connsiteX225" fmla="*/ 9702271 w 10232859"/>
              <a:gd name="connsiteY225" fmla="*/ 1488553 h 1699043"/>
              <a:gd name="connsiteX226" fmla="*/ 9744273 w 10232859"/>
              <a:gd name="connsiteY226" fmla="*/ 1523512 h 1699043"/>
              <a:gd name="connsiteX227" fmla="*/ 9771903 w 10232859"/>
              <a:gd name="connsiteY227" fmla="*/ 1530034 h 1699043"/>
              <a:gd name="connsiteX228" fmla="*/ 9818565 w 10232859"/>
              <a:gd name="connsiteY228" fmla="*/ 1538545 h 1699043"/>
              <a:gd name="connsiteX229" fmla="*/ 9882202 w 10232859"/>
              <a:gd name="connsiteY229" fmla="*/ 1565888 h 1699043"/>
              <a:gd name="connsiteX230" fmla="*/ 10022025 w 10232859"/>
              <a:gd name="connsiteY230" fmla="*/ 1599696 h 1699043"/>
              <a:gd name="connsiteX231" fmla="*/ 10220406 w 10232859"/>
              <a:gd name="connsiteY231" fmla="*/ 1677005 h 1699043"/>
              <a:gd name="connsiteX232" fmla="*/ 10232859 w 10232859"/>
              <a:gd name="connsiteY232" fmla="*/ 1699043 h 1699043"/>
              <a:gd name="connsiteX233" fmla="*/ 0 w 10232859"/>
              <a:gd name="connsiteY233" fmla="*/ 1699043 h 1699043"/>
              <a:gd name="connsiteX234" fmla="*/ 0 w 10232859"/>
              <a:gd name="connsiteY234" fmla="*/ 21828 h 1699043"/>
              <a:gd name="connsiteX235" fmla="*/ 8097 w 10232859"/>
              <a:gd name="connsiteY235" fmla="*/ 24355 h 1699043"/>
              <a:gd name="connsiteX236" fmla="*/ 77128 w 10232859"/>
              <a:gd name="connsiteY236" fmla="*/ 6867 h 1699043"/>
              <a:gd name="connsiteX237" fmla="*/ 188338 w 10232859"/>
              <a:gd name="connsiteY237" fmla="*/ 5079 h 1699043"/>
              <a:gd name="connsiteX238" fmla="*/ 298809 w 10232859"/>
              <a:gd name="connsiteY238" fmla="*/ 6198 h 1699043"/>
              <a:gd name="connsiteX239" fmla="*/ 338985 w 10232859"/>
              <a:gd name="connsiteY239" fmla="*/ 8006 h 1699043"/>
              <a:gd name="connsiteX240" fmla="*/ 409815 w 10232859"/>
              <a:gd name="connsiteY240" fmla="*/ 5045 h 169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10232859" h="1699043">
                <a:moveTo>
                  <a:pt x="409815" y="5045"/>
                </a:moveTo>
                <a:cubicBezTo>
                  <a:pt x="429370" y="4390"/>
                  <a:pt x="447350" y="1844"/>
                  <a:pt x="456316" y="4077"/>
                </a:cubicBezTo>
                <a:cubicBezTo>
                  <a:pt x="477158" y="7678"/>
                  <a:pt x="444163" y="18056"/>
                  <a:pt x="463611" y="18441"/>
                </a:cubicBezTo>
                <a:cubicBezTo>
                  <a:pt x="482411" y="11619"/>
                  <a:pt x="487072" y="29834"/>
                  <a:pt x="506289" y="21667"/>
                </a:cubicBezTo>
                <a:cubicBezTo>
                  <a:pt x="496843" y="8226"/>
                  <a:pt x="549409" y="22324"/>
                  <a:pt x="547180" y="10297"/>
                </a:cubicBezTo>
                <a:cubicBezTo>
                  <a:pt x="570685" y="26535"/>
                  <a:pt x="573306" y="5039"/>
                  <a:pt x="599180" y="9165"/>
                </a:cubicBezTo>
                <a:cubicBezTo>
                  <a:pt x="612602" y="15098"/>
                  <a:pt x="621179" y="15818"/>
                  <a:pt x="630247" y="8332"/>
                </a:cubicBezTo>
                <a:cubicBezTo>
                  <a:pt x="692592" y="37344"/>
                  <a:pt x="662498" y="8239"/>
                  <a:pt x="715463" y="18029"/>
                </a:cubicBezTo>
                <a:cubicBezTo>
                  <a:pt x="761811" y="28765"/>
                  <a:pt x="812435" y="34762"/>
                  <a:pt x="862866" y="63233"/>
                </a:cubicBezTo>
                <a:cubicBezTo>
                  <a:pt x="873066" y="71493"/>
                  <a:pt x="892555" y="73882"/>
                  <a:pt x="906400" y="68570"/>
                </a:cubicBezTo>
                <a:cubicBezTo>
                  <a:pt x="908782" y="67655"/>
                  <a:pt x="910904" y="66542"/>
                  <a:pt x="912698" y="65266"/>
                </a:cubicBezTo>
                <a:cubicBezTo>
                  <a:pt x="943729" y="85619"/>
                  <a:pt x="957570" y="74516"/>
                  <a:pt x="972936" y="88549"/>
                </a:cubicBezTo>
                <a:cubicBezTo>
                  <a:pt x="1016216" y="93123"/>
                  <a:pt x="1046982" y="78021"/>
                  <a:pt x="1061158" y="90302"/>
                </a:cubicBezTo>
                <a:cubicBezTo>
                  <a:pt x="1082487" y="88877"/>
                  <a:pt x="1108723" y="73289"/>
                  <a:pt x="1127764" y="86443"/>
                </a:cubicBezTo>
                <a:cubicBezTo>
                  <a:pt x="1127604" y="75222"/>
                  <a:pt x="1154212" y="94228"/>
                  <a:pt x="1165092" y="86517"/>
                </a:cubicBezTo>
                <a:cubicBezTo>
                  <a:pt x="1172532" y="79848"/>
                  <a:pt x="1182339" y="84060"/>
                  <a:pt x="1192274" y="84088"/>
                </a:cubicBezTo>
                <a:cubicBezTo>
                  <a:pt x="1203651" y="78585"/>
                  <a:pt x="1248434" y="85441"/>
                  <a:pt x="1261359" y="91263"/>
                </a:cubicBezTo>
                <a:cubicBezTo>
                  <a:pt x="1294377" y="112056"/>
                  <a:pt x="1348832" y="92888"/>
                  <a:pt x="1375826" y="108740"/>
                </a:cubicBezTo>
                <a:cubicBezTo>
                  <a:pt x="1384490" y="110842"/>
                  <a:pt x="1392528" y="111481"/>
                  <a:pt x="1400134" y="111208"/>
                </a:cubicBezTo>
                <a:lnTo>
                  <a:pt x="1420782" y="108347"/>
                </a:lnTo>
                <a:lnTo>
                  <a:pt x="1425360" y="103343"/>
                </a:lnTo>
                <a:lnTo>
                  <a:pt x="1438688" y="103900"/>
                </a:lnTo>
                <a:lnTo>
                  <a:pt x="1442183" y="103008"/>
                </a:lnTo>
                <a:cubicBezTo>
                  <a:pt x="1448852" y="101280"/>
                  <a:pt x="1455482" y="99738"/>
                  <a:pt x="1462271" y="98933"/>
                </a:cubicBezTo>
                <a:cubicBezTo>
                  <a:pt x="1460480" y="123023"/>
                  <a:pt x="1519712" y="96044"/>
                  <a:pt x="1506437" y="116084"/>
                </a:cubicBezTo>
                <a:cubicBezTo>
                  <a:pt x="1543421" y="115842"/>
                  <a:pt x="1521082" y="134981"/>
                  <a:pt x="1559721" y="115918"/>
                </a:cubicBezTo>
                <a:cubicBezTo>
                  <a:pt x="1622424" y="132591"/>
                  <a:pt x="1709577" y="121173"/>
                  <a:pt x="1763086" y="148431"/>
                </a:cubicBezTo>
                <a:cubicBezTo>
                  <a:pt x="1815897" y="152158"/>
                  <a:pt x="1869650" y="152419"/>
                  <a:pt x="1909571" y="158571"/>
                </a:cubicBezTo>
                <a:cubicBezTo>
                  <a:pt x="1944577" y="152584"/>
                  <a:pt x="1963780" y="165894"/>
                  <a:pt x="2002612" y="185342"/>
                </a:cubicBezTo>
                <a:cubicBezTo>
                  <a:pt x="2057542" y="188412"/>
                  <a:pt x="2102353" y="209660"/>
                  <a:pt x="2155278" y="197824"/>
                </a:cubicBezTo>
                <a:cubicBezTo>
                  <a:pt x="2158165" y="201469"/>
                  <a:pt x="2161968" y="204456"/>
                  <a:pt x="2166398" y="206965"/>
                </a:cubicBezTo>
                <a:lnTo>
                  <a:pt x="2180455" y="212894"/>
                </a:lnTo>
                <a:lnTo>
                  <a:pt x="2182638" y="212313"/>
                </a:lnTo>
                <a:cubicBezTo>
                  <a:pt x="2191756" y="211797"/>
                  <a:pt x="2196930" y="213146"/>
                  <a:pt x="2200348" y="215316"/>
                </a:cubicBezTo>
                <a:lnTo>
                  <a:pt x="2203307" y="218590"/>
                </a:lnTo>
                <a:lnTo>
                  <a:pt x="2215170" y="221472"/>
                </a:lnTo>
                <a:lnTo>
                  <a:pt x="2237765" y="229357"/>
                </a:lnTo>
                <a:lnTo>
                  <a:pt x="2242719" y="228760"/>
                </a:lnTo>
                <a:lnTo>
                  <a:pt x="2277928" y="237427"/>
                </a:lnTo>
                <a:lnTo>
                  <a:pt x="2278759" y="236563"/>
                </a:lnTo>
                <a:cubicBezTo>
                  <a:pt x="2281421" y="234823"/>
                  <a:pt x="2284901" y="233911"/>
                  <a:pt x="2290187" y="234709"/>
                </a:cubicBezTo>
                <a:cubicBezTo>
                  <a:pt x="2304405" y="231655"/>
                  <a:pt x="2345628" y="219494"/>
                  <a:pt x="2364066" y="218237"/>
                </a:cubicBezTo>
                <a:cubicBezTo>
                  <a:pt x="2375743" y="221506"/>
                  <a:pt x="2388068" y="224536"/>
                  <a:pt x="2400814" y="227165"/>
                </a:cubicBezTo>
                <a:lnTo>
                  <a:pt x="2408414" y="228429"/>
                </a:lnTo>
                <a:lnTo>
                  <a:pt x="2408650" y="228234"/>
                </a:lnTo>
                <a:cubicBezTo>
                  <a:pt x="2410483" y="228038"/>
                  <a:pt x="2413050" y="228278"/>
                  <a:pt x="2416835" y="229128"/>
                </a:cubicBezTo>
                <a:lnTo>
                  <a:pt x="2422271" y="230733"/>
                </a:lnTo>
                <a:lnTo>
                  <a:pt x="2490341" y="211074"/>
                </a:lnTo>
                <a:cubicBezTo>
                  <a:pt x="2529316" y="208871"/>
                  <a:pt x="2549401" y="191268"/>
                  <a:pt x="2588929" y="200980"/>
                </a:cubicBezTo>
                <a:cubicBezTo>
                  <a:pt x="2625398" y="198847"/>
                  <a:pt x="2654940" y="190424"/>
                  <a:pt x="2687426" y="193848"/>
                </a:cubicBezTo>
                <a:cubicBezTo>
                  <a:pt x="2698335" y="187864"/>
                  <a:pt x="2709521" y="185129"/>
                  <a:pt x="2723517" y="192652"/>
                </a:cubicBezTo>
                <a:cubicBezTo>
                  <a:pt x="2756835" y="188350"/>
                  <a:pt x="2761531" y="176438"/>
                  <a:pt x="2785956" y="184404"/>
                </a:cubicBezTo>
                <a:cubicBezTo>
                  <a:pt x="2799369" y="164864"/>
                  <a:pt x="2802708" y="171921"/>
                  <a:pt x="2813378" y="176833"/>
                </a:cubicBezTo>
                <a:lnTo>
                  <a:pt x="2814782" y="177153"/>
                </a:lnTo>
                <a:lnTo>
                  <a:pt x="2816580" y="174366"/>
                </a:lnTo>
                <a:lnTo>
                  <a:pt x="2821623" y="172875"/>
                </a:lnTo>
                <a:lnTo>
                  <a:pt x="2836688" y="172971"/>
                </a:lnTo>
                <a:lnTo>
                  <a:pt x="2842564" y="173695"/>
                </a:lnTo>
                <a:cubicBezTo>
                  <a:pt x="2846534" y="173937"/>
                  <a:pt x="2849070" y="173769"/>
                  <a:pt x="2850712" y="173290"/>
                </a:cubicBezTo>
                <a:cubicBezTo>
                  <a:pt x="2850757" y="173214"/>
                  <a:pt x="2850801" y="173138"/>
                  <a:pt x="2850846" y="173062"/>
                </a:cubicBezTo>
                <a:lnTo>
                  <a:pt x="2858611" y="173112"/>
                </a:lnTo>
                <a:cubicBezTo>
                  <a:pt x="2871867" y="173694"/>
                  <a:pt x="2884913" y="174736"/>
                  <a:pt x="2897454" y="176114"/>
                </a:cubicBezTo>
                <a:cubicBezTo>
                  <a:pt x="2903755" y="163406"/>
                  <a:pt x="2952342" y="175773"/>
                  <a:pt x="2940369" y="152944"/>
                </a:cubicBezTo>
                <a:cubicBezTo>
                  <a:pt x="2957076" y="154120"/>
                  <a:pt x="2969777" y="163235"/>
                  <a:pt x="2959670" y="148367"/>
                </a:cubicBezTo>
                <a:cubicBezTo>
                  <a:pt x="2965032" y="148320"/>
                  <a:pt x="2967900" y="146880"/>
                  <a:pt x="2969615" y="144755"/>
                </a:cubicBezTo>
                <a:lnTo>
                  <a:pt x="2970000" y="143776"/>
                </a:lnTo>
                <a:lnTo>
                  <a:pt x="3007272" y="146766"/>
                </a:lnTo>
                <a:lnTo>
                  <a:pt x="3011677" y="145404"/>
                </a:lnTo>
                <a:lnTo>
                  <a:pt x="3036668" y="149604"/>
                </a:lnTo>
                <a:lnTo>
                  <a:pt x="3049208" y="150573"/>
                </a:lnTo>
                <a:lnTo>
                  <a:pt x="3053517" y="153322"/>
                </a:lnTo>
                <a:cubicBezTo>
                  <a:pt x="3057746" y="154918"/>
                  <a:pt x="3063258" y="155431"/>
                  <a:pt x="3071637" y="153496"/>
                </a:cubicBezTo>
                <a:lnTo>
                  <a:pt x="3110077" y="149202"/>
                </a:lnTo>
                <a:lnTo>
                  <a:pt x="3173743" y="159581"/>
                </a:lnTo>
                <a:cubicBezTo>
                  <a:pt x="3203872" y="159443"/>
                  <a:pt x="3205720" y="152598"/>
                  <a:pt x="3254203" y="151756"/>
                </a:cubicBezTo>
                <a:cubicBezTo>
                  <a:pt x="3298520" y="170671"/>
                  <a:pt x="3274378" y="179402"/>
                  <a:pt x="3380350" y="151151"/>
                </a:cubicBezTo>
                <a:cubicBezTo>
                  <a:pt x="3433470" y="157383"/>
                  <a:pt x="3409905" y="153931"/>
                  <a:pt x="3476147" y="170925"/>
                </a:cubicBezTo>
                <a:cubicBezTo>
                  <a:pt x="3495624" y="172754"/>
                  <a:pt x="3573433" y="153024"/>
                  <a:pt x="3581876" y="150448"/>
                </a:cubicBezTo>
                <a:cubicBezTo>
                  <a:pt x="3645019" y="168821"/>
                  <a:pt x="3637816" y="143953"/>
                  <a:pt x="3704761" y="150492"/>
                </a:cubicBezTo>
                <a:cubicBezTo>
                  <a:pt x="3732481" y="125722"/>
                  <a:pt x="3720202" y="148011"/>
                  <a:pt x="3755040" y="141978"/>
                </a:cubicBezTo>
                <a:cubicBezTo>
                  <a:pt x="3751742" y="163732"/>
                  <a:pt x="3795265" y="127963"/>
                  <a:pt x="3804689" y="151893"/>
                </a:cubicBezTo>
                <a:cubicBezTo>
                  <a:pt x="3810732" y="150037"/>
                  <a:pt x="3816287" y="147485"/>
                  <a:pt x="3821793" y="144743"/>
                </a:cubicBezTo>
                <a:lnTo>
                  <a:pt x="3824682" y="143319"/>
                </a:lnTo>
                <a:lnTo>
                  <a:pt x="3837536" y="141778"/>
                </a:lnTo>
                <a:lnTo>
                  <a:pt x="3839550" y="136147"/>
                </a:lnTo>
                <a:lnTo>
                  <a:pt x="3857743" y="130104"/>
                </a:lnTo>
                <a:cubicBezTo>
                  <a:pt x="3864805" y="128643"/>
                  <a:pt x="3872697" y="128011"/>
                  <a:pt x="3881852" y="128717"/>
                </a:cubicBezTo>
                <a:cubicBezTo>
                  <a:pt x="3914678" y="140047"/>
                  <a:pt x="3949962" y="139745"/>
                  <a:pt x="3998088" y="127932"/>
                </a:cubicBezTo>
                <a:cubicBezTo>
                  <a:pt x="4012987" y="131622"/>
                  <a:pt x="4058471" y="131332"/>
                  <a:pt x="4066682" y="124147"/>
                </a:cubicBezTo>
                <a:cubicBezTo>
                  <a:pt x="4076084" y="122618"/>
                  <a:pt x="4087294" y="125216"/>
                  <a:pt x="4091246" y="117503"/>
                </a:cubicBezTo>
                <a:cubicBezTo>
                  <a:pt x="4097972" y="108229"/>
                  <a:pt x="4131886" y="122717"/>
                  <a:pt x="4126556" y="111725"/>
                </a:cubicBezTo>
                <a:cubicBezTo>
                  <a:pt x="4150620" y="121653"/>
                  <a:pt x="4168222" y="102239"/>
                  <a:pt x="4187717" y="97496"/>
                </a:cubicBezTo>
                <a:cubicBezTo>
                  <a:pt x="4197248" y="102415"/>
                  <a:pt x="4207541" y="99960"/>
                  <a:pt x="4220826" y="95991"/>
                </a:cubicBezTo>
                <a:lnTo>
                  <a:pt x="4239014" y="90840"/>
                </a:lnTo>
                <a:lnTo>
                  <a:pt x="4246653" y="91360"/>
                </a:lnTo>
                <a:cubicBezTo>
                  <a:pt x="4255895" y="91263"/>
                  <a:pt x="4264334" y="90629"/>
                  <a:pt x="4271841" y="90188"/>
                </a:cubicBezTo>
                <a:lnTo>
                  <a:pt x="4286277" y="90173"/>
                </a:lnTo>
                <a:lnTo>
                  <a:pt x="4292025" y="90407"/>
                </a:lnTo>
                <a:lnTo>
                  <a:pt x="4304713" y="95673"/>
                </a:lnTo>
                <a:lnTo>
                  <a:pt x="4321285" y="93560"/>
                </a:lnTo>
                <a:lnTo>
                  <a:pt x="4339561" y="98806"/>
                </a:lnTo>
                <a:cubicBezTo>
                  <a:pt x="4340668" y="97273"/>
                  <a:pt x="4342159" y="95846"/>
                  <a:pt x="4343990" y="94576"/>
                </a:cubicBezTo>
                <a:lnTo>
                  <a:pt x="4358885" y="90264"/>
                </a:lnTo>
                <a:lnTo>
                  <a:pt x="4371648" y="95312"/>
                </a:lnTo>
                <a:cubicBezTo>
                  <a:pt x="4372251" y="86927"/>
                  <a:pt x="4386448" y="96257"/>
                  <a:pt x="4398380" y="98447"/>
                </a:cubicBezTo>
                <a:lnTo>
                  <a:pt x="4405729" y="97677"/>
                </a:lnTo>
                <a:lnTo>
                  <a:pt x="4431408" y="104311"/>
                </a:lnTo>
                <a:cubicBezTo>
                  <a:pt x="4445462" y="106988"/>
                  <a:pt x="4459011" y="108715"/>
                  <a:pt x="4472183" y="109916"/>
                </a:cubicBezTo>
                <a:lnTo>
                  <a:pt x="4518828" y="112600"/>
                </a:lnTo>
                <a:lnTo>
                  <a:pt x="4532040" y="117793"/>
                </a:lnTo>
                <a:cubicBezTo>
                  <a:pt x="4562193" y="123492"/>
                  <a:pt x="4598554" y="117583"/>
                  <a:pt x="4617778" y="130479"/>
                </a:cubicBezTo>
                <a:cubicBezTo>
                  <a:pt x="4626259" y="133024"/>
                  <a:pt x="4634242" y="134080"/>
                  <a:pt x="4641872" y="134207"/>
                </a:cubicBezTo>
                <a:lnTo>
                  <a:pt x="4662766" y="132438"/>
                </a:lnTo>
                <a:lnTo>
                  <a:pt x="4667770" y="127694"/>
                </a:lnTo>
                <a:lnTo>
                  <a:pt x="4681052" y="128947"/>
                </a:lnTo>
                <a:lnTo>
                  <a:pt x="4684624" y="128241"/>
                </a:lnTo>
                <a:cubicBezTo>
                  <a:pt x="4691441" y="126869"/>
                  <a:pt x="4698205" y="125683"/>
                  <a:pt x="4705061" y="125234"/>
                </a:cubicBezTo>
                <a:cubicBezTo>
                  <a:pt x="4701197" y="149124"/>
                  <a:pt x="4762747" y="125360"/>
                  <a:pt x="4747746" y="144617"/>
                </a:cubicBezTo>
                <a:cubicBezTo>
                  <a:pt x="4784752" y="146312"/>
                  <a:pt x="4823070" y="154053"/>
                  <a:pt x="4867014" y="164145"/>
                </a:cubicBezTo>
                <a:cubicBezTo>
                  <a:pt x="4928279" y="184021"/>
                  <a:pt x="4950439" y="160303"/>
                  <a:pt x="5001600" y="190239"/>
                </a:cubicBezTo>
                <a:cubicBezTo>
                  <a:pt x="5054087" y="196711"/>
                  <a:pt x="5076576" y="177858"/>
                  <a:pt x="5115965" y="186069"/>
                </a:cubicBezTo>
                <a:cubicBezTo>
                  <a:pt x="5141248" y="210877"/>
                  <a:pt x="5145689" y="221876"/>
                  <a:pt x="5193957" y="229364"/>
                </a:cubicBezTo>
                <a:cubicBezTo>
                  <a:pt x="5248620" y="235290"/>
                  <a:pt x="5221967" y="272312"/>
                  <a:pt x="5275907" y="263295"/>
                </a:cubicBezTo>
                <a:cubicBezTo>
                  <a:pt x="5278478" y="267074"/>
                  <a:pt x="5340662" y="273630"/>
                  <a:pt x="5344878" y="276360"/>
                </a:cubicBezTo>
                <a:lnTo>
                  <a:pt x="5413398" y="276235"/>
                </a:lnTo>
                <a:lnTo>
                  <a:pt x="5415629" y="275768"/>
                </a:lnTo>
                <a:cubicBezTo>
                  <a:pt x="5424792" y="275732"/>
                  <a:pt x="5429850" y="277347"/>
                  <a:pt x="5433078" y="279684"/>
                </a:cubicBezTo>
                <a:lnTo>
                  <a:pt x="5435759" y="283100"/>
                </a:lnTo>
                <a:lnTo>
                  <a:pt x="5447372" y="286587"/>
                </a:lnTo>
                <a:lnTo>
                  <a:pt x="5469289" y="295620"/>
                </a:lnTo>
                <a:lnTo>
                  <a:pt x="5508752" y="305753"/>
                </a:lnTo>
                <a:lnTo>
                  <a:pt x="5509657" y="304936"/>
                </a:lnTo>
                <a:cubicBezTo>
                  <a:pt x="5512470" y="303344"/>
                  <a:pt x="5516028" y="302619"/>
                  <a:pt x="5521245" y="303688"/>
                </a:cubicBezTo>
                <a:cubicBezTo>
                  <a:pt x="5535725" y="301391"/>
                  <a:pt x="5577993" y="291441"/>
                  <a:pt x="5596538" y="291153"/>
                </a:cubicBezTo>
                <a:cubicBezTo>
                  <a:pt x="5607932" y="295018"/>
                  <a:pt x="5619996" y="298677"/>
                  <a:pt x="5632514" y="301962"/>
                </a:cubicBezTo>
                <a:lnTo>
                  <a:pt x="5640005" y="303617"/>
                </a:lnTo>
                <a:lnTo>
                  <a:pt x="5640259" y="303435"/>
                </a:lnTo>
                <a:cubicBezTo>
                  <a:pt x="5642108" y="303337"/>
                  <a:pt x="5644653" y="303709"/>
                  <a:pt x="5648365" y="304754"/>
                </a:cubicBezTo>
                <a:lnTo>
                  <a:pt x="5653662" y="306635"/>
                </a:lnTo>
                <a:lnTo>
                  <a:pt x="5668196" y="309846"/>
                </a:lnTo>
                <a:lnTo>
                  <a:pt x="5673886" y="309526"/>
                </a:lnTo>
                <a:lnTo>
                  <a:pt x="5677139" y="307345"/>
                </a:lnTo>
                <a:lnTo>
                  <a:pt x="5708983" y="306674"/>
                </a:lnTo>
                <a:cubicBezTo>
                  <a:pt x="5728308" y="319040"/>
                  <a:pt x="5739318" y="309097"/>
                  <a:pt x="5773909" y="312061"/>
                </a:cubicBezTo>
                <a:cubicBezTo>
                  <a:pt x="5783376" y="321860"/>
                  <a:pt x="5795690" y="321672"/>
                  <a:pt x="5809500" y="318450"/>
                </a:cubicBezTo>
                <a:cubicBezTo>
                  <a:pt x="5839093" y="328324"/>
                  <a:pt x="5872263" y="326728"/>
                  <a:pt x="5908729" y="332335"/>
                </a:cubicBezTo>
                <a:cubicBezTo>
                  <a:pt x="5951727" y="334879"/>
                  <a:pt x="5963099" y="350288"/>
                  <a:pt x="5990524" y="350618"/>
                </a:cubicBezTo>
                <a:cubicBezTo>
                  <a:pt x="5991234" y="376742"/>
                  <a:pt x="6028592" y="335241"/>
                  <a:pt x="6029302" y="361365"/>
                </a:cubicBezTo>
                <a:lnTo>
                  <a:pt x="6086225" y="339621"/>
                </a:lnTo>
                <a:lnTo>
                  <a:pt x="6105063" y="347340"/>
                </a:lnTo>
                <a:cubicBezTo>
                  <a:pt x="6123220" y="350768"/>
                  <a:pt x="6176633" y="357519"/>
                  <a:pt x="6195166" y="360190"/>
                </a:cubicBezTo>
                <a:cubicBezTo>
                  <a:pt x="6208491" y="366896"/>
                  <a:pt x="6210739" y="378331"/>
                  <a:pt x="6216259" y="363365"/>
                </a:cubicBezTo>
                <a:cubicBezTo>
                  <a:pt x="6220943" y="365191"/>
                  <a:pt x="6224807" y="365077"/>
                  <a:pt x="6228331" y="364034"/>
                </a:cubicBezTo>
                <a:lnTo>
                  <a:pt x="6229602" y="363414"/>
                </a:lnTo>
                <a:lnTo>
                  <a:pt x="6258988" y="378660"/>
                </a:lnTo>
                <a:lnTo>
                  <a:pt x="6264106" y="379141"/>
                </a:lnTo>
                <a:lnTo>
                  <a:pt x="6281703" y="391054"/>
                </a:lnTo>
                <a:lnTo>
                  <a:pt x="6291622" y="396155"/>
                </a:lnTo>
                <a:lnTo>
                  <a:pt x="6292712" y="399771"/>
                </a:lnTo>
                <a:cubicBezTo>
                  <a:pt x="6294843" y="402467"/>
                  <a:pt x="6299119" y="404777"/>
                  <a:pt x="6308227" y="406196"/>
                </a:cubicBezTo>
                <a:lnTo>
                  <a:pt x="6328981" y="409495"/>
                </a:lnTo>
                <a:lnTo>
                  <a:pt x="6368693" y="417845"/>
                </a:lnTo>
                <a:cubicBezTo>
                  <a:pt x="6371618" y="421064"/>
                  <a:pt x="6413995" y="448260"/>
                  <a:pt x="6414811" y="452200"/>
                </a:cubicBezTo>
                <a:cubicBezTo>
                  <a:pt x="6472474" y="452324"/>
                  <a:pt x="6416366" y="454044"/>
                  <a:pt x="6467879" y="468248"/>
                </a:cubicBezTo>
                <a:cubicBezTo>
                  <a:pt x="6497136" y="485368"/>
                  <a:pt x="6544744" y="499929"/>
                  <a:pt x="6564351" y="537518"/>
                </a:cubicBezTo>
                <a:cubicBezTo>
                  <a:pt x="6600774" y="544284"/>
                  <a:pt x="6683084" y="572586"/>
                  <a:pt x="6711178" y="573610"/>
                </a:cubicBezTo>
                <a:cubicBezTo>
                  <a:pt x="6726278" y="581783"/>
                  <a:pt x="6766796" y="600843"/>
                  <a:pt x="6764036" y="588943"/>
                </a:cubicBezTo>
                <a:cubicBezTo>
                  <a:pt x="6830367" y="591215"/>
                  <a:pt x="6834546" y="616110"/>
                  <a:pt x="6858983" y="623723"/>
                </a:cubicBezTo>
                <a:cubicBezTo>
                  <a:pt x="6883420" y="631336"/>
                  <a:pt x="6874724" y="627173"/>
                  <a:pt x="6910661" y="634620"/>
                </a:cubicBezTo>
                <a:cubicBezTo>
                  <a:pt x="6886933" y="650238"/>
                  <a:pt x="6958918" y="637790"/>
                  <a:pt x="6944111" y="659502"/>
                </a:cubicBezTo>
                <a:cubicBezTo>
                  <a:pt x="6951121" y="660169"/>
                  <a:pt x="6958378" y="660132"/>
                  <a:pt x="6965771" y="659931"/>
                </a:cubicBezTo>
                <a:lnTo>
                  <a:pt x="6969639" y="659837"/>
                </a:lnTo>
                <a:lnTo>
                  <a:pt x="6982242" y="663112"/>
                </a:lnTo>
                <a:lnTo>
                  <a:pt x="6989387" y="659474"/>
                </a:lnTo>
                <a:lnTo>
                  <a:pt x="7010930" y="661134"/>
                </a:lnTo>
                <a:cubicBezTo>
                  <a:pt x="7018443" y="662461"/>
                  <a:pt x="7025878" y="664712"/>
                  <a:pt x="7033125" y="668436"/>
                </a:cubicBezTo>
                <a:cubicBezTo>
                  <a:pt x="7050655" y="688564"/>
                  <a:pt x="7113778" y="682286"/>
                  <a:pt x="7134461" y="708192"/>
                </a:cubicBezTo>
                <a:cubicBezTo>
                  <a:pt x="7143815" y="716210"/>
                  <a:pt x="7183449" y="731779"/>
                  <a:pt x="7197450" y="729094"/>
                </a:cubicBezTo>
                <a:cubicBezTo>
                  <a:pt x="7207053" y="731180"/>
                  <a:pt x="7214263" y="737074"/>
                  <a:pt x="7225084" y="732505"/>
                </a:cubicBezTo>
                <a:cubicBezTo>
                  <a:pt x="7239802" y="727692"/>
                  <a:pt x="7255247" y="750633"/>
                  <a:pt x="7261183" y="740313"/>
                </a:cubicBezTo>
                <a:cubicBezTo>
                  <a:pt x="7272476" y="756319"/>
                  <a:pt x="7306339" y="747471"/>
                  <a:pt x="7327760" y="750586"/>
                </a:cubicBezTo>
                <a:cubicBezTo>
                  <a:pt x="7334820" y="764783"/>
                  <a:pt x="7372804" y="757321"/>
                  <a:pt x="7412222" y="770487"/>
                </a:cubicBezTo>
                <a:cubicBezTo>
                  <a:pt x="7419482" y="786537"/>
                  <a:pt x="7438908" y="779230"/>
                  <a:pt x="7457904" y="804321"/>
                </a:cubicBezTo>
                <a:cubicBezTo>
                  <a:pt x="7460334" y="803523"/>
                  <a:pt x="7462991" y="802942"/>
                  <a:pt x="7465795" y="802598"/>
                </a:cubicBezTo>
                <a:cubicBezTo>
                  <a:pt x="7482080" y="800599"/>
                  <a:pt x="7499653" y="806831"/>
                  <a:pt x="7505046" y="816517"/>
                </a:cubicBezTo>
                <a:cubicBezTo>
                  <a:pt x="7538417" y="853074"/>
                  <a:pt x="7584173" y="869067"/>
                  <a:pt x="7623220" y="888520"/>
                </a:cubicBezTo>
                <a:cubicBezTo>
                  <a:pt x="7669184" y="908475"/>
                  <a:pt x="7655844" y="875556"/>
                  <a:pt x="7700458" y="915079"/>
                </a:cubicBezTo>
                <a:cubicBezTo>
                  <a:pt x="7713299" y="910096"/>
                  <a:pt x="7721213" y="912537"/>
                  <a:pt x="7730988" y="920756"/>
                </a:cubicBezTo>
                <a:cubicBezTo>
                  <a:pt x="7753798" y="929904"/>
                  <a:pt x="7768001" y="910742"/>
                  <a:pt x="7781942" y="930503"/>
                </a:cubicBezTo>
                <a:cubicBezTo>
                  <a:pt x="7786314" y="919014"/>
                  <a:pt x="7829555" y="942839"/>
                  <a:pt x="7827704" y="928558"/>
                </a:cubicBezTo>
                <a:cubicBezTo>
                  <a:pt x="7849394" y="934107"/>
                  <a:pt x="7886324" y="955931"/>
                  <a:pt x="7912084" y="963800"/>
                </a:cubicBezTo>
                <a:cubicBezTo>
                  <a:pt x="7931225" y="978091"/>
                  <a:pt x="7944890" y="969299"/>
                  <a:pt x="7982264" y="975773"/>
                </a:cubicBezTo>
                <a:lnTo>
                  <a:pt x="7991272" y="981104"/>
                </a:lnTo>
                <a:lnTo>
                  <a:pt x="8079795" y="982983"/>
                </a:lnTo>
                <a:cubicBezTo>
                  <a:pt x="8106396" y="984534"/>
                  <a:pt x="8123279" y="987466"/>
                  <a:pt x="8150881" y="990411"/>
                </a:cubicBezTo>
                <a:cubicBezTo>
                  <a:pt x="8155184" y="995435"/>
                  <a:pt x="8170794" y="995512"/>
                  <a:pt x="8172106" y="990512"/>
                </a:cubicBezTo>
                <a:cubicBezTo>
                  <a:pt x="8178349" y="993790"/>
                  <a:pt x="8190057" y="1007072"/>
                  <a:pt x="8196076" y="1000078"/>
                </a:cubicBezTo>
                <a:cubicBezTo>
                  <a:pt x="8214144" y="1004259"/>
                  <a:pt x="8231408" y="1009730"/>
                  <a:pt x="8247463" y="1016332"/>
                </a:cubicBezTo>
                <a:lnTo>
                  <a:pt x="8279272" y="1032921"/>
                </a:lnTo>
                <a:lnTo>
                  <a:pt x="8289611" y="1028630"/>
                </a:lnTo>
                <a:cubicBezTo>
                  <a:pt x="8296281" y="1026812"/>
                  <a:pt x="8303468" y="1026422"/>
                  <a:pt x="8311483" y="1029399"/>
                </a:cubicBezTo>
                <a:cubicBezTo>
                  <a:pt x="8353073" y="1061234"/>
                  <a:pt x="8320764" y="1016490"/>
                  <a:pt x="8399489" y="1048562"/>
                </a:cubicBezTo>
                <a:cubicBezTo>
                  <a:pt x="8402160" y="1052480"/>
                  <a:pt x="8414285" y="1053290"/>
                  <a:pt x="8415973" y="1049660"/>
                </a:cubicBezTo>
                <a:cubicBezTo>
                  <a:pt x="8420389" y="1052382"/>
                  <a:pt x="8427708" y="1062757"/>
                  <a:pt x="8433326" y="1057881"/>
                </a:cubicBezTo>
                <a:cubicBezTo>
                  <a:pt x="8460295" y="1065796"/>
                  <a:pt x="8484063" y="1077374"/>
                  <a:pt x="8502328" y="1091498"/>
                </a:cubicBezTo>
                <a:cubicBezTo>
                  <a:pt x="8531547" y="1095185"/>
                  <a:pt x="8534164" y="1100958"/>
                  <a:pt x="8534346" y="1106980"/>
                </a:cubicBezTo>
                <a:cubicBezTo>
                  <a:pt x="8534557" y="1108274"/>
                  <a:pt x="8534769" y="1109567"/>
                  <a:pt x="8534980" y="1110861"/>
                </a:cubicBezTo>
                <a:lnTo>
                  <a:pt x="8544104" y="1108406"/>
                </a:lnTo>
                <a:cubicBezTo>
                  <a:pt x="8553358" y="1107980"/>
                  <a:pt x="8560970" y="1111788"/>
                  <a:pt x="8567742" y="1117590"/>
                </a:cubicBezTo>
                <a:lnTo>
                  <a:pt x="8633779" y="1139226"/>
                </a:lnTo>
                <a:cubicBezTo>
                  <a:pt x="8631667" y="1160202"/>
                  <a:pt x="8667456" y="1147793"/>
                  <a:pt x="8676965" y="1156949"/>
                </a:cubicBezTo>
                <a:cubicBezTo>
                  <a:pt x="8686287" y="1153629"/>
                  <a:pt x="8693306" y="1154163"/>
                  <a:pt x="8698944" y="1156939"/>
                </a:cubicBezTo>
                <a:lnTo>
                  <a:pt x="8751897" y="1190886"/>
                </a:lnTo>
                <a:cubicBezTo>
                  <a:pt x="8774451" y="1199167"/>
                  <a:pt x="8817274" y="1202653"/>
                  <a:pt x="8834270" y="1206624"/>
                </a:cubicBezTo>
                <a:lnTo>
                  <a:pt x="8853872" y="1214714"/>
                </a:lnTo>
                <a:lnTo>
                  <a:pt x="8861901" y="1211375"/>
                </a:lnTo>
                <a:lnTo>
                  <a:pt x="8874168" y="1213967"/>
                </a:lnTo>
                <a:lnTo>
                  <a:pt x="8871123" y="1221160"/>
                </a:lnTo>
                <a:lnTo>
                  <a:pt x="8903537" y="1230588"/>
                </a:lnTo>
                <a:cubicBezTo>
                  <a:pt x="8927391" y="1238223"/>
                  <a:pt x="8944740" y="1247326"/>
                  <a:pt x="8933767" y="1263368"/>
                </a:cubicBezTo>
                <a:cubicBezTo>
                  <a:pt x="8934120" y="1285491"/>
                  <a:pt x="8996547" y="1266466"/>
                  <a:pt x="8985765" y="1287664"/>
                </a:cubicBezTo>
                <a:cubicBezTo>
                  <a:pt x="9013243" y="1278923"/>
                  <a:pt x="9037732" y="1309948"/>
                  <a:pt x="9071444" y="1317305"/>
                </a:cubicBezTo>
                <a:cubicBezTo>
                  <a:pt x="9072853" y="1328357"/>
                  <a:pt x="9080775" y="1329726"/>
                  <a:pt x="9096711" y="1327777"/>
                </a:cubicBezTo>
                <a:cubicBezTo>
                  <a:pt x="9206252" y="1348526"/>
                  <a:pt x="9301825" y="1489393"/>
                  <a:pt x="9338853" y="1448046"/>
                </a:cubicBezTo>
                <a:cubicBezTo>
                  <a:pt x="9364628" y="1453029"/>
                  <a:pt x="9440704" y="1458325"/>
                  <a:pt x="9520814" y="1449827"/>
                </a:cubicBezTo>
                <a:cubicBezTo>
                  <a:pt x="9536849" y="1478455"/>
                  <a:pt x="9672877" y="1480312"/>
                  <a:pt x="9702271" y="1488553"/>
                </a:cubicBezTo>
                <a:cubicBezTo>
                  <a:pt x="9702279" y="1504784"/>
                  <a:pt x="9757099" y="1502097"/>
                  <a:pt x="9744273" y="1523512"/>
                </a:cubicBezTo>
                <a:cubicBezTo>
                  <a:pt x="9746944" y="1534160"/>
                  <a:pt x="9761818" y="1537070"/>
                  <a:pt x="9771903" y="1530034"/>
                </a:cubicBezTo>
                <a:cubicBezTo>
                  <a:pt x="9788959" y="1535562"/>
                  <a:pt x="9795727" y="1548881"/>
                  <a:pt x="9818565" y="1538545"/>
                </a:cubicBezTo>
                <a:cubicBezTo>
                  <a:pt x="9842216" y="1545630"/>
                  <a:pt x="9854597" y="1583514"/>
                  <a:pt x="9882202" y="1565888"/>
                </a:cubicBezTo>
                <a:cubicBezTo>
                  <a:pt x="9890497" y="1603508"/>
                  <a:pt x="9975093" y="1584109"/>
                  <a:pt x="10022025" y="1599696"/>
                </a:cubicBezTo>
                <a:cubicBezTo>
                  <a:pt x="10087599" y="1644100"/>
                  <a:pt x="10182002" y="1632879"/>
                  <a:pt x="10220406" y="1677005"/>
                </a:cubicBezTo>
                <a:lnTo>
                  <a:pt x="10232859" y="1699043"/>
                </a:lnTo>
                <a:lnTo>
                  <a:pt x="0" y="1699043"/>
                </a:lnTo>
                <a:lnTo>
                  <a:pt x="0" y="21828"/>
                </a:lnTo>
                <a:lnTo>
                  <a:pt x="8097" y="24355"/>
                </a:lnTo>
                <a:cubicBezTo>
                  <a:pt x="43947" y="29235"/>
                  <a:pt x="34752" y="21899"/>
                  <a:pt x="77128" y="6867"/>
                </a:cubicBezTo>
                <a:cubicBezTo>
                  <a:pt x="120709" y="7920"/>
                  <a:pt x="146704" y="-7760"/>
                  <a:pt x="188338" y="5079"/>
                </a:cubicBezTo>
                <a:cubicBezTo>
                  <a:pt x="229133" y="5993"/>
                  <a:pt x="263614" y="138"/>
                  <a:pt x="298809" y="6198"/>
                </a:cubicBezTo>
                <a:cubicBezTo>
                  <a:pt x="312163" y="1206"/>
                  <a:pt x="325122" y="-563"/>
                  <a:pt x="338985" y="8006"/>
                </a:cubicBezTo>
                <a:cubicBezTo>
                  <a:pt x="376758" y="6523"/>
                  <a:pt x="384512" y="-4822"/>
                  <a:pt x="409815" y="504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B46D20DF-CE98-4EA3-96C8-C03C3A885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016384"/>
            <a:ext cx="10232859" cy="1841617"/>
          </a:xfrm>
          <a:custGeom>
            <a:avLst/>
            <a:gdLst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679743 w 10232859"/>
              <a:gd name="connsiteY180" fmla="*/ 558264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4270 w 10232859"/>
              <a:gd name="connsiteY235" fmla="*/ 1213138 h 1705557"/>
              <a:gd name="connsiteX236" fmla="*/ 8853872 w 10232859"/>
              <a:gd name="connsiteY236" fmla="*/ 1221228 h 1705557"/>
              <a:gd name="connsiteX237" fmla="*/ 8861901 w 10232859"/>
              <a:gd name="connsiteY237" fmla="*/ 1217889 h 1705557"/>
              <a:gd name="connsiteX238" fmla="*/ 8874168 w 10232859"/>
              <a:gd name="connsiteY238" fmla="*/ 1220481 h 1705557"/>
              <a:gd name="connsiteX239" fmla="*/ 8871123 w 10232859"/>
              <a:gd name="connsiteY239" fmla="*/ 1227674 h 1705557"/>
              <a:gd name="connsiteX240" fmla="*/ 8903537 w 10232859"/>
              <a:gd name="connsiteY240" fmla="*/ 1237102 h 1705557"/>
              <a:gd name="connsiteX241" fmla="*/ 8933767 w 10232859"/>
              <a:gd name="connsiteY241" fmla="*/ 1269882 h 1705557"/>
              <a:gd name="connsiteX242" fmla="*/ 8985765 w 10232859"/>
              <a:gd name="connsiteY242" fmla="*/ 1294178 h 1705557"/>
              <a:gd name="connsiteX243" fmla="*/ 9071444 w 10232859"/>
              <a:gd name="connsiteY243" fmla="*/ 1323819 h 1705557"/>
              <a:gd name="connsiteX244" fmla="*/ 9096711 w 10232859"/>
              <a:gd name="connsiteY244" fmla="*/ 1334291 h 1705557"/>
              <a:gd name="connsiteX245" fmla="*/ 9338853 w 10232859"/>
              <a:gd name="connsiteY245" fmla="*/ 1454560 h 1705557"/>
              <a:gd name="connsiteX246" fmla="*/ 9520814 w 10232859"/>
              <a:gd name="connsiteY246" fmla="*/ 1456341 h 1705557"/>
              <a:gd name="connsiteX247" fmla="*/ 9702271 w 10232859"/>
              <a:gd name="connsiteY247" fmla="*/ 1495067 h 1705557"/>
              <a:gd name="connsiteX248" fmla="*/ 9744273 w 10232859"/>
              <a:gd name="connsiteY248" fmla="*/ 1530026 h 1705557"/>
              <a:gd name="connsiteX249" fmla="*/ 9771903 w 10232859"/>
              <a:gd name="connsiteY249" fmla="*/ 1536548 h 1705557"/>
              <a:gd name="connsiteX250" fmla="*/ 9818565 w 10232859"/>
              <a:gd name="connsiteY250" fmla="*/ 1545059 h 1705557"/>
              <a:gd name="connsiteX251" fmla="*/ 9882202 w 10232859"/>
              <a:gd name="connsiteY251" fmla="*/ 1572402 h 1705557"/>
              <a:gd name="connsiteX252" fmla="*/ 10022025 w 10232859"/>
              <a:gd name="connsiteY252" fmla="*/ 1606210 h 1705557"/>
              <a:gd name="connsiteX253" fmla="*/ 10220406 w 10232859"/>
              <a:gd name="connsiteY253" fmla="*/ 1683519 h 1705557"/>
              <a:gd name="connsiteX254" fmla="*/ 10232859 w 10232859"/>
              <a:gd name="connsiteY254" fmla="*/ 1705557 h 1705557"/>
              <a:gd name="connsiteX255" fmla="*/ 0 w 10232859"/>
              <a:gd name="connsiteY255" fmla="*/ 1705557 h 1705557"/>
              <a:gd name="connsiteX256" fmla="*/ 0 w 10232859"/>
              <a:gd name="connsiteY256" fmla="*/ 28342 h 1705557"/>
              <a:gd name="connsiteX257" fmla="*/ 8097 w 10232859"/>
              <a:gd name="connsiteY257" fmla="*/ 30869 h 1705557"/>
              <a:gd name="connsiteX258" fmla="*/ 77128 w 10232859"/>
              <a:gd name="connsiteY258" fmla="*/ 13381 h 1705557"/>
              <a:gd name="connsiteX259" fmla="*/ 188338 w 10232859"/>
              <a:gd name="connsiteY259" fmla="*/ 11593 h 1705557"/>
              <a:gd name="connsiteX260" fmla="*/ 298809 w 10232859"/>
              <a:gd name="connsiteY260" fmla="*/ 12712 h 1705557"/>
              <a:gd name="connsiteX261" fmla="*/ 338985 w 10232859"/>
              <a:gd name="connsiteY261" fmla="*/ 14520 h 1705557"/>
              <a:gd name="connsiteX262" fmla="*/ 409815 w 10232859"/>
              <a:gd name="connsiteY262" fmla="*/ 11559 h 1705557"/>
              <a:gd name="connsiteX263" fmla="*/ 424169 w 10232859"/>
              <a:gd name="connsiteY263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633779 w 10232859"/>
              <a:gd name="connsiteY227" fmla="*/ 1145740 h 1705557"/>
              <a:gd name="connsiteX228" fmla="*/ 8676965 w 10232859"/>
              <a:gd name="connsiteY228" fmla="*/ 1163463 h 1705557"/>
              <a:gd name="connsiteX229" fmla="*/ 8698944 w 10232859"/>
              <a:gd name="connsiteY229" fmla="*/ 1163453 h 1705557"/>
              <a:gd name="connsiteX230" fmla="*/ 8711456 w 10232859"/>
              <a:gd name="connsiteY230" fmla="*/ 1175731 h 1705557"/>
              <a:gd name="connsiteX231" fmla="*/ 8732793 w 10232859"/>
              <a:gd name="connsiteY231" fmla="*/ 1179486 h 1705557"/>
              <a:gd name="connsiteX232" fmla="*/ 8751897 w 10232859"/>
              <a:gd name="connsiteY232" fmla="*/ 1197400 h 1705557"/>
              <a:gd name="connsiteX233" fmla="*/ 8793564 w 10232859"/>
              <a:gd name="connsiteY233" fmla="*/ 1179086 h 1705557"/>
              <a:gd name="connsiteX234" fmla="*/ 8834270 w 10232859"/>
              <a:gd name="connsiteY234" fmla="*/ 1213138 h 1705557"/>
              <a:gd name="connsiteX235" fmla="*/ 8853872 w 10232859"/>
              <a:gd name="connsiteY235" fmla="*/ 1221228 h 1705557"/>
              <a:gd name="connsiteX236" fmla="*/ 8861901 w 10232859"/>
              <a:gd name="connsiteY236" fmla="*/ 1217889 h 1705557"/>
              <a:gd name="connsiteX237" fmla="*/ 8874168 w 10232859"/>
              <a:gd name="connsiteY237" fmla="*/ 1220481 h 1705557"/>
              <a:gd name="connsiteX238" fmla="*/ 8871123 w 10232859"/>
              <a:gd name="connsiteY238" fmla="*/ 1227674 h 1705557"/>
              <a:gd name="connsiteX239" fmla="*/ 8903537 w 10232859"/>
              <a:gd name="connsiteY239" fmla="*/ 1237102 h 1705557"/>
              <a:gd name="connsiteX240" fmla="*/ 8933767 w 10232859"/>
              <a:gd name="connsiteY240" fmla="*/ 1269882 h 1705557"/>
              <a:gd name="connsiteX241" fmla="*/ 8985765 w 10232859"/>
              <a:gd name="connsiteY241" fmla="*/ 1294178 h 1705557"/>
              <a:gd name="connsiteX242" fmla="*/ 9071444 w 10232859"/>
              <a:gd name="connsiteY242" fmla="*/ 1323819 h 1705557"/>
              <a:gd name="connsiteX243" fmla="*/ 9096711 w 10232859"/>
              <a:gd name="connsiteY243" fmla="*/ 1334291 h 1705557"/>
              <a:gd name="connsiteX244" fmla="*/ 9338853 w 10232859"/>
              <a:gd name="connsiteY244" fmla="*/ 1454560 h 1705557"/>
              <a:gd name="connsiteX245" fmla="*/ 9520814 w 10232859"/>
              <a:gd name="connsiteY245" fmla="*/ 1456341 h 1705557"/>
              <a:gd name="connsiteX246" fmla="*/ 9702271 w 10232859"/>
              <a:gd name="connsiteY246" fmla="*/ 1495067 h 1705557"/>
              <a:gd name="connsiteX247" fmla="*/ 9744273 w 10232859"/>
              <a:gd name="connsiteY247" fmla="*/ 1530026 h 1705557"/>
              <a:gd name="connsiteX248" fmla="*/ 9771903 w 10232859"/>
              <a:gd name="connsiteY248" fmla="*/ 1536548 h 1705557"/>
              <a:gd name="connsiteX249" fmla="*/ 9818565 w 10232859"/>
              <a:gd name="connsiteY249" fmla="*/ 1545059 h 1705557"/>
              <a:gd name="connsiteX250" fmla="*/ 9882202 w 10232859"/>
              <a:gd name="connsiteY250" fmla="*/ 1572402 h 1705557"/>
              <a:gd name="connsiteX251" fmla="*/ 10022025 w 10232859"/>
              <a:gd name="connsiteY251" fmla="*/ 1606210 h 1705557"/>
              <a:gd name="connsiteX252" fmla="*/ 10220406 w 10232859"/>
              <a:gd name="connsiteY252" fmla="*/ 1683519 h 1705557"/>
              <a:gd name="connsiteX253" fmla="*/ 10232859 w 10232859"/>
              <a:gd name="connsiteY253" fmla="*/ 1705557 h 1705557"/>
              <a:gd name="connsiteX254" fmla="*/ 0 w 10232859"/>
              <a:gd name="connsiteY254" fmla="*/ 1705557 h 1705557"/>
              <a:gd name="connsiteX255" fmla="*/ 0 w 10232859"/>
              <a:gd name="connsiteY255" fmla="*/ 28342 h 1705557"/>
              <a:gd name="connsiteX256" fmla="*/ 8097 w 10232859"/>
              <a:gd name="connsiteY256" fmla="*/ 30869 h 1705557"/>
              <a:gd name="connsiteX257" fmla="*/ 77128 w 10232859"/>
              <a:gd name="connsiteY257" fmla="*/ 13381 h 1705557"/>
              <a:gd name="connsiteX258" fmla="*/ 188338 w 10232859"/>
              <a:gd name="connsiteY258" fmla="*/ 11593 h 1705557"/>
              <a:gd name="connsiteX259" fmla="*/ 298809 w 10232859"/>
              <a:gd name="connsiteY259" fmla="*/ 12712 h 1705557"/>
              <a:gd name="connsiteX260" fmla="*/ 338985 w 10232859"/>
              <a:gd name="connsiteY260" fmla="*/ 14520 h 1705557"/>
              <a:gd name="connsiteX261" fmla="*/ 409815 w 10232859"/>
              <a:gd name="connsiteY261" fmla="*/ 11559 h 1705557"/>
              <a:gd name="connsiteX262" fmla="*/ 424169 w 10232859"/>
              <a:gd name="connsiteY26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633779 w 10232859"/>
              <a:gd name="connsiteY226" fmla="*/ 1145740 h 1705557"/>
              <a:gd name="connsiteX227" fmla="*/ 8676965 w 10232859"/>
              <a:gd name="connsiteY227" fmla="*/ 1163463 h 1705557"/>
              <a:gd name="connsiteX228" fmla="*/ 8698944 w 10232859"/>
              <a:gd name="connsiteY228" fmla="*/ 1163453 h 1705557"/>
              <a:gd name="connsiteX229" fmla="*/ 8711456 w 10232859"/>
              <a:gd name="connsiteY229" fmla="*/ 1175731 h 1705557"/>
              <a:gd name="connsiteX230" fmla="*/ 8732793 w 10232859"/>
              <a:gd name="connsiteY230" fmla="*/ 1179486 h 1705557"/>
              <a:gd name="connsiteX231" fmla="*/ 8751897 w 10232859"/>
              <a:gd name="connsiteY231" fmla="*/ 1197400 h 1705557"/>
              <a:gd name="connsiteX232" fmla="*/ 8793564 w 10232859"/>
              <a:gd name="connsiteY232" fmla="*/ 1179086 h 1705557"/>
              <a:gd name="connsiteX233" fmla="*/ 8834270 w 10232859"/>
              <a:gd name="connsiteY233" fmla="*/ 1213138 h 1705557"/>
              <a:gd name="connsiteX234" fmla="*/ 8853872 w 10232859"/>
              <a:gd name="connsiteY234" fmla="*/ 1221228 h 1705557"/>
              <a:gd name="connsiteX235" fmla="*/ 8861901 w 10232859"/>
              <a:gd name="connsiteY235" fmla="*/ 1217889 h 1705557"/>
              <a:gd name="connsiteX236" fmla="*/ 8874168 w 10232859"/>
              <a:gd name="connsiteY236" fmla="*/ 1220481 h 1705557"/>
              <a:gd name="connsiteX237" fmla="*/ 8871123 w 10232859"/>
              <a:gd name="connsiteY237" fmla="*/ 1227674 h 1705557"/>
              <a:gd name="connsiteX238" fmla="*/ 8903537 w 10232859"/>
              <a:gd name="connsiteY238" fmla="*/ 1237102 h 1705557"/>
              <a:gd name="connsiteX239" fmla="*/ 8933767 w 10232859"/>
              <a:gd name="connsiteY239" fmla="*/ 1269882 h 1705557"/>
              <a:gd name="connsiteX240" fmla="*/ 8985765 w 10232859"/>
              <a:gd name="connsiteY240" fmla="*/ 1294178 h 1705557"/>
              <a:gd name="connsiteX241" fmla="*/ 9071444 w 10232859"/>
              <a:gd name="connsiteY241" fmla="*/ 1323819 h 1705557"/>
              <a:gd name="connsiteX242" fmla="*/ 9096711 w 10232859"/>
              <a:gd name="connsiteY242" fmla="*/ 1334291 h 1705557"/>
              <a:gd name="connsiteX243" fmla="*/ 9338853 w 10232859"/>
              <a:gd name="connsiteY243" fmla="*/ 1454560 h 1705557"/>
              <a:gd name="connsiteX244" fmla="*/ 9520814 w 10232859"/>
              <a:gd name="connsiteY244" fmla="*/ 1456341 h 1705557"/>
              <a:gd name="connsiteX245" fmla="*/ 9702271 w 10232859"/>
              <a:gd name="connsiteY245" fmla="*/ 1495067 h 1705557"/>
              <a:gd name="connsiteX246" fmla="*/ 9744273 w 10232859"/>
              <a:gd name="connsiteY246" fmla="*/ 1530026 h 1705557"/>
              <a:gd name="connsiteX247" fmla="*/ 9771903 w 10232859"/>
              <a:gd name="connsiteY247" fmla="*/ 1536548 h 1705557"/>
              <a:gd name="connsiteX248" fmla="*/ 9818565 w 10232859"/>
              <a:gd name="connsiteY248" fmla="*/ 1545059 h 1705557"/>
              <a:gd name="connsiteX249" fmla="*/ 9882202 w 10232859"/>
              <a:gd name="connsiteY249" fmla="*/ 1572402 h 1705557"/>
              <a:gd name="connsiteX250" fmla="*/ 10022025 w 10232859"/>
              <a:gd name="connsiteY250" fmla="*/ 1606210 h 1705557"/>
              <a:gd name="connsiteX251" fmla="*/ 10220406 w 10232859"/>
              <a:gd name="connsiteY251" fmla="*/ 1683519 h 1705557"/>
              <a:gd name="connsiteX252" fmla="*/ 10232859 w 10232859"/>
              <a:gd name="connsiteY252" fmla="*/ 1705557 h 1705557"/>
              <a:gd name="connsiteX253" fmla="*/ 0 w 10232859"/>
              <a:gd name="connsiteY253" fmla="*/ 1705557 h 1705557"/>
              <a:gd name="connsiteX254" fmla="*/ 0 w 10232859"/>
              <a:gd name="connsiteY254" fmla="*/ 28342 h 1705557"/>
              <a:gd name="connsiteX255" fmla="*/ 8097 w 10232859"/>
              <a:gd name="connsiteY255" fmla="*/ 30869 h 1705557"/>
              <a:gd name="connsiteX256" fmla="*/ 77128 w 10232859"/>
              <a:gd name="connsiteY256" fmla="*/ 13381 h 1705557"/>
              <a:gd name="connsiteX257" fmla="*/ 188338 w 10232859"/>
              <a:gd name="connsiteY257" fmla="*/ 11593 h 1705557"/>
              <a:gd name="connsiteX258" fmla="*/ 298809 w 10232859"/>
              <a:gd name="connsiteY258" fmla="*/ 12712 h 1705557"/>
              <a:gd name="connsiteX259" fmla="*/ 338985 w 10232859"/>
              <a:gd name="connsiteY259" fmla="*/ 14520 h 1705557"/>
              <a:gd name="connsiteX260" fmla="*/ 409815 w 10232859"/>
              <a:gd name="connsiteY260" fmla="*/ 11559 h 1705557"/>
              <a:gd name="connsiteX261" fmla="*/ 424169 w 10232859"/>
              <a:gd name="connsiteY261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708983 w 10232859"/>
              <a:gd name="connsiteY150" fmla="*/ 313188 h 1705557"/>
              <a:gd name="connsiteX151" fmla="*/ 5773909 w 10232859"/>
              <a:gd name="connsiteY151" fmla="*/ 318575 h 1705557"/>
              <a:gd name="connsiteX152" fmla="*/ 5809500 w 10232859"/>
              <a:gd name="connsiteY152" fmla="*/ 324964 h 1705557"/>
              <a:gd name="connsiteX153" fmla="*/ 5908729 w 10232859"/>
              <a:gd name="connsiteY153" fmla="*/ 338849 h 1705557"/>
              <a:gd name="connsiteX154" fmla="*/ 6009654 w 10232859"/>
              <a:gd name="connsiteY154" fmla="*/ 350040 h 1705557"/>
              <a:gd name="connsiteX155" fmla="*/ 6067487 w 10232859"/>
              <a:gd name="connsiteY155" fmla="*/ 340226 h 1705557"/>
              <a:gd name="connsiteX156" fmla="*/ 6073281 w 10232859"/>
              <a:gd name="connsiteY156" fmla="*/ 340830 h 1705557"/>
              <a:gd name="connsiteX157" fmla="*/ 6086225 w 10232859"/>
              <a:gd name="connsiteY157" fmla="*/ 346135 h 1705557"/>
              <a:gd name="connsiteX158" fmla="*/ 6090616 w 10232859"/>
              <a:gd name="connsiteY158" fmla="*/ 348731 h 1705557"/>
              <a:gd name="connsiteX159" fmla="*/ 6098056 w 10232859"/>
              <a:gd name="connsiteY159" fmla="*/ 351249 h 1705557"/>
              <a:gd name="connsiteX160" fmla="*/ 6098391 w 10232859"/>
              <a:gd name="connsiteY160" fmla="*/ 351119 h 1705557"/>
              <a:gd name="connsiteX161" fmla="*/ 6105063 w 10232859"/>
              <a:gd name="connsiteY161" fmla="*/ 353854 h 1705557"/>
              <a:gd name="connsiteX162" fmla="*/ 6135796 w 10232859"/>
              <a:gd name="connsiteY162" fmla="*/ 369657 h 1705557"/>
              <a:gd name="connsiteX163" fmla="*/ 6195166 w 10232859"/>
              <a:gd name="connsiteY163" fmla="*/ 366704 h 1705557"/>
              <a:gd name="connsiteX164" fmla="*/ 6216259 w 10232859"/>
              <a:gd name="connsiteY164" fmla="*/ 369879 h 1705557"/>
              <a:gd name="connsiteX165" fmla="*/ 6228331 w 10232859"/>
              <a:gd name="connsiteY165" fmla="*/ 370548 h 1705557"/>
              <a:gd name="connsiteX166" fmla="*/ 6229602 w 10232859"/>
              <a:gd name="connsiteY166" fmla="*/ 369928 h 1705557"/>
              <a:gd name="connsiteX167" fmla="*/ 6258988 w 10232859"/>
              <a:gd name="connsiteY167" fmla="*/ 385174 h 1705557"/>
              <a:gd name="connsiteX168" fmla="*/ 6264106 w 10232859"/>
              <a:gd name="connsiteY168" fmla="*/ 385655 h 1705557"/>
              <a:gd name="connsiteX169" fmla="*/ 6281703 w 10232859"/>
              <a:gd name="connsiteY169" fmla="*/ 397568 h 1705557"/>
              <a:gd name="connsiteX170" fmla="*/ 6291622 w 10232859"/>
              <a:gd name="connsiteY170" fmla="*/ 402669 h 1705557"/>
              <a:gd name="connsiteX171" fmla="*/ 6292712 w 10232859"/>
              <a:gd name="connsiteY171" fmla="*/ 406285 h 1705557"/>
              <a:gd name="connsiteX172" fmla="*/ 6308227 w 10232859"/>
              <a:gd name="connsiteY172" fmla="*/ 412710 h 1705557"/>
              <a:gd name="connsiteX173" fmla="*/ 6310656 w 10232859"/>
              <a:gd name="connsiteY173" fmla="*/ 412628 h 1705557"/>
              <a:gd name="connsiteX174" fmla="*/ 6321049 w 10232859"/>
              <a:gd name="connsiteY174" fmla="*/ 420978 h 1705557"/>
              <a:gd name="connsiteX175" fmla="*/ 6326853 w 10232859"/>
              <a:gd name="connsiteY175" fmla="*/ 431664 h 1705557"/>
              <a:gd name="connsiteX176" fmla="*/ 6467879 w 10232859"/>
              <a:gd name="connsiteY176" fmla="*/ 474762 h 1705557"/>
              <a:gd name="connsiteX177" fmla="*/ 6564351 w 10232859"/>
              <a:gd name="connsiteY177" fmla="*/ 544032 h 1705557"/>
              <a:gd name="connsiteX178" fmla="*/ 6641544 w 10232859"/>
              <a:gd name="connsiteY178" fmla="*/ 566599 h 1705557"/>
              <a:gd name="connsiteX179" fmla="*/ 6731052 w 10232859"/>
              <a:gd name="connsiteY179" fmla="*/ 578550 h 1705557"/>
              <a:gd name="connsiteX180" fmla="*/ 6858983 w 10232859"/>
              <a:gd name="connsiteY180" fmla="*/ 630237 h 1705557"/>
              <a:gd name="connsiteX181" fmla="*/ 6910661 w 10232859"/>
              <a:gd name="connsiteY181" fmla="*/ 641134 h 1705557"/>
              <a:gd name="connsiteX182" fmla="*/ 6944111 w 10232859"/>
              <a:gd name="connsiteY182" fmla="*/ 666016 h 1705557"/>
              <a:gd name="connsiteX183" fmla="*/ 6965771 w 10232859"/>
              <a:gd name="connsiteY183" fmla="*/ 666445 h 1705557"/>
              <a:gd name="connsiteX184" fmla="*/ 6969639 w 10232859"/>
              <a:gd name="connsiteY184" fmla="*/ 666351 h 1705557"/>
              <a:gd name="connsiteX185" fmla="*/ 6982242 w 10232859"/>
              <a:gd name="connsiteY185" fmla="*/ 669626 h 1705557"/>
              <a:gd name="connsiteX186" fmla="*/ 6989387 w 10232859"/>
              <a:gd name="connsiteY186" fmla="*/ 665988 h 1705557"/>
              <a:gd name="connsiteX187" fmla="*/ 7010930 w 10232859"/>
              <a:gd name="connsiteY187" fmla="*/ 667648 h 1705557"/>
              <a:gd name="connsiteX188" fmla="*/ 7033125 w 10232859"/>
              <a:gd name="connsiteY188" fmla="*/ 674950 h 1705557"/>
              <a:gd name="connsiteX189" fmla="*/ 7134461 w 10232859"/>
              <a:gd name="connsiteY189" fmla="*/ 714706 h 1705557"/>
              <a:gd name="connsiteX190" fmla="*/ 7197450 w 10232859"/>
              <a:gd name="connsiteY190" fmla="*/ 735608 h 1705557"/>
              <a:gd name="connsiteX191" fmla="*/ 7225084 w 10232859"/>
              <a:gd name="connsiteY191" fmla="*/ 739019 h 1705557"/>
              <a:gd name="connsiteX192" fmla="*/ 7261183 w 10232859"/>
              <a:gd name="connsiteY192" fmla="*/ 746827 h 1705557"/>
              <a:gd name="connsiteX193" fmla="*/ 7327760 w 10232859"/>
              <a:gd name="connsiteY193" fmla="*/ 757100 h 1705557"/>
              <a:gd name="connsiteX194" fmla="*/ 7412222 w 10232859"/>
              <a:gd name="connsiteY194" fmla="*/ 777001 h 1705557"/>
              <a:gd name="connsiteX195" fmla="*/ 7457904 w 10232859"/>
              <a:gd name="connsiteY195" fmla="*/ 810835 h 1705557"/>
              <a:gd name="connsiteX196" fmla="*/ 7465795 w 10232859"/>
              <a:gd name="connsiteY196" fmla="*/ 809112 h 1705557"/>
              <a:gd name="connsiteX197" fmla="*/ 7505046 w 10232859"/>
              <a:gd name="connsiteY197" fmla="*/ 823031 h 1705557"/>
              <a:gd name="connsiteX198" fmla="*/ 7623220 w 10232859"/>
              <a:gd name="connsiteY198" fmla="*/ 895034 h 1705557"/>
              <a:gd name="connsiteX199" fmla="*/ 7700458 w 10232859"/>
              <a:gd name="connsiteY199" fmla="*/ 921593 h 1705557"/>
              <a:gd name="connsiteX200" fmla="*/ 7730988 w 10232859"/>
              <a:gd name="connsiteY200" fmla="*/ 927270 h 1705557"/>
              <a:gd name="connsiteX201" fmla="*/ 7781942 w 10232859"/>
              <a:gd name="connsiteY201" fmla="*/ 937017 h 1705557"/>
              <a:gd name="connsiteX202" fmla="*/ 7827704 w 10232859"/>
              <a:gd name="connsiteY202" fmla="*/ 935072 h 1705557"/>
              <a:gd name="connsiteX203" fmla="*/ 7867270 w 10232859"/>
              <a:gd name="connsiteY203" fmla="*/ 946880 h 1705557"/>
              <a:gd name="connsiteX204" fmla="*/ 7866538 w 10232859"/>
              <a:gd name="connsiteY204" fmla="*/ 961559 h 1705557"/>
              <a:gd name="connsiteX205" fmla="*/ 7912084 w 10232859"/>
              <a:gd name="connsiteY205" fmla="*/ 970314 h 1705557"/>
              <a:gd name="connsiteX206" fmla="*/ 7982264 w 10232859"/>
              <a:gd name="connsiteY206" fmla="*/ 982287 h 1705557"/>
              <a:gd name="connsiteX207" fmla="*/ 7991272 w 10232859"/>
              <a:gd name="connsiteY207" fmla="*/ 987618 h 1705557"/>
              <a:gd name="connsiteX208" fmla="*/ 8006496 w 10232859"/>
              <a:gd name="connsiteY208" fmla="*/ 979353 h 1705557"/>
              <a:gd name="connsiteX209" fmla="*/ 8034497 w 10232859"/>
              <a:gd name="connsiteY209" fmla="*/ 978568 h 1705557"/>
              <a:gd name="connsiteX210" fmla="*/ 8150881 w 10232859"/>
              <a:gd name="connsiteY210" fmla="*/ 996925 h 1705557"/>
              <a:gd name="connsiteX211" fmla="*/ 8172106 w 10232859"/>
              <a:gd name="connsiteY211" fmla="*/ 997026 h 1705557"/>
              <a:gd name="connsiteX212" fmla="*/ 8196076 w 10232859"/>
              <a:gd name="connsiteY212" fmla="*/ 1006592 h 1705557"/>
              <a:gd name="connsiteX213" fmla="*/ 8247463 w 10232859"/>
              <a:gd name="connsiteY213" fmla="*/ 1022846 h 1705557"/>
              <a:gd name="connsiteX214" fmla="*/ 8279272 w 10232859"/>
              <a:gd name="connsiteY214" fmla="*/ 1039435 h 1705557"/>
              <a:gd name="connsiteX215" fmla="*/ 8289611 w 10232859"/>
              <a:gd name="connsiteY215" fmla="*/ 1035144 h 1705557"/>
              <a:gd name="connsiteX216" fmla="*/ 8311483 w 10232859"/>
              <a:gd name="connsiteY216" fmla="*/ 1035913 h 1705557"/>
              <a:gd name="connsiteX217" fmla="*/ 8399489 w 10232859"/>
              <a:gd name="connsiteY217" fmla="*/ 1055076 h 1705557"/>
              <a:gd name="connsiteX218" fmla="*/ 8415973 w 10232859"/>
              <a:gd name="connsiteY218" fmla="*/ 1056174 h 1705557"/>
              <a:gd name="connsiteX219" fmla="*/ 8433326 w 10232859"/>
              <a:gd name="connsiteY219" fmla="*/ 1064395 h 1705557"/>
              <a:gd name="connsiteX220" fmla="*/ 8502328 w 10232859"/>
              <a:gd name="connsiteY220" fmla="*/ 1098012 h 1705557"/>
              <a:gd name="connsiteX221" fmla="*/ 8534346 w 10232859"/>
              <a:gd name="connsiteY221" fmla="*/ 1113494 h 1705557"/>
              <a:gd name="connsiteX222" fmla="*/ 8534980 w 10232859"/>
              <a:gd name="connsiteY222" fmla="*/ 1117375 h 1705557"/>
              <a:gd name="connsiteX223" fmla="*/ 8544104 w 10232859"/>
              <a:gd name="connsiteY223" fmla="*/ 1114920 h 1705557"/>
              <a:gd name="connsiteX224" fmla="*/ 8567742 w 10232859"/>
              <a:gd name="connsiteY224" fmla="*/ 1124104 h 1705557"/>
              <a:gd name="connsiteX225" fmla="*/ 8633779 w 10232859"/>
              <a:gd name="connsiteY225" fmla="*/ 1145740 h 1705557"/>
              <a:gd name="connsiteX226" fmla="*/ 8676965 w 10232859"/>
              <a:gd name="connsiteY226" fmla="*/ 1163463 h 1705557"/>
              <a:gd name="connsiteX227" fmla="*/ 8698944 w 10232859"/>
              <a:gd name="connsiteY227" fmla="*/ 1163453 h 1705557"/>
              <a:gd name="connsiteX228" fmla="*/ 8711456 w 10232859"/>
              <a:gd name="connsiteY228" fmla="*/ 1175731 h 1705557"/>
              <a:gd name="connsiteX229" fmla="*/ 8732793 w 10232859"/>
              <a:gd name="connsiteY229" fmla="*/ 1179486 h 1705557"/>
              <a:gd name="connsiteX230" fmla="*/ 8751897 w 10232859"/>
              <a:gd name="connsiteY230" fmla="*/ 1197400 h 1705557"/>
              <a:gd name="connsiteX231" fmla="*/ 8793564 w 10232859"/>
              <a:gd name="connsiteY231" fmla="*/ 1179086 h 1705557"/>
              <a:gd name="connsiteX232" fmla="*/ 8834270 w 10232859"/>
              <a:gd name="connsiteY232" fmla="*/ 1213138 h 1705557"/>
              <a:gd name="connsiteX233" fmla="*/ 8853872 w 10232859"/>
              <a:gd name="connsiteY233" fmla="*/ 1221228 h 1705557"/>
              <a:gd name="connsiteX234" fmla="*/ 8861901 w 10232859"/>
              <a:gd name="connsiteY234" fmla="*/ 1217889 h 1705557"/>
              <a:gd name="connsiteX235" fmla="*/ 8874168 w 10232859"/>
              <a:gd name="connsiteY235" fmla="*/ 1220481 h 1705557"/>
              <a:gd name="connsiteX236" fmla="*/ 8871123 w 10232859"/>
              <a:gd name="connsiteY236" fmla="*/ 1227674 h 1705557"/>
              <a:gd name="connsiteX237" fmla="*/ 8903537 w 10232859"/>
              <a:gd name="connsiteY237" fmla="*/ 1237102 h 1705557"/>
              <a:gd name="connsiteX238" fmla="*/ 8933767 w 10232859"/>
              <a:gd name="connsiteY238" fmla="*/ 1269882 h 1705557"/>
              <a:gd name="connsiteX239" fmla="*/ 8985765 w 10232859"/>
              <a:gd name="connsiteY239" fmla="*/ 1294178 h 1705557"/>
              <a:gd name="connsiteX240" fmla="*/ 9071444 w 10232859"/>
              <a:gd name="connsiteY240" fmla="*/ 1323819 h 1705557"/>
              <a:gd name="connsiteX241" fmla="*/ 9096711 w 10232859"/>
              <a:gd name="connsiteY241" fmla="*/ 1334291 h 1705557"/>
              <a:gd name="connsiteX242" fmla="*/ 9338853 w 10232859"/>
              <a:gd name="connsiteY242" fmla="*/ 1454560 h 1705557"/>
              <a:gd name="connsiteX243" fmla="*/ 9520814 w 10232859"/>
              <a:gd name="connsiteY243" fmla="*/ 1456341 h 1705557"/>
              <a:gd name="connsiteX244" fmla="*/ 9702271 w 10232859"/>
              <a:gd name="connsiteY244" fmla="*/ 1495067 h 1705557"/>
              <a:gd name="connsiteX245" fmla="*/ 9744273 w 10232859"/>
              <a:gd name="connsiteY245" fmla="*/ 1530026 h 1705557"/>
              <a:gd name="connsiteX246" fmla="*/ 9771903 w 10232859"/>
              <a:gd name="connsiteY246" fmla="*/ 1536548 h 1705557"/>
              <a:gd name="connsiteX247" fmla="*/ 9818565 w 10232859"/>
              <a:gd name="connsiteY247" fmla="*/ 1545059 h 1705557"/>
              <a:gd name="connsiteX248" fmla="*/ 9882202 w 10232859"/>
              <a:gd name="connsiteY248" fmla="*/ 1572402 h 1705557"/>
              <a:gd name="connsiteX249" fmla="*/ 10022025 w 10232859"/>
              <a:gd name="connsiteY249" fmla="*/ 1606210 h 1705557"/>
              <a:gd name="connsiteX250" fmla="*/ 10220406 w 10232859"/>
              <a:gd name="connsiteY250" fmla="*/ 1683519 h 1705557"/>
              <a:gd name="connsiteX251" fmla="*/ 10232859 w 10232859"/>
              <a:gd name="connsiteY251" fmla="*/ 1705557 h 1705557"/>
              <a:gd name="connsiteX252" fmla="*/ 0 w 10232859"/>
              <a:gd name="connsiteY252" fmla="*/ 1705557 h 1705557"/>
              <a:gd name="connsiteX253" fmla="*/ 0 w 10232859"/>
              <a:gd name="connsiteY253" fmla="*/ 28342 h 1705557"/>
              <a:gd name="connsiteX254" fmla="*/ 8097 w 10232859"/>
              <a:gd name="connsiteY254" fmla="*/ 30869 h 1705557"/>
              <a:gd name="connsiteX255" fmla="*/ 77128 w 10232859"/>
              <a:gd name="connsiteY255" fmla="*/ 13381 h 1705557"/>
              <a:gd name="connsiteX256" fmla="*/ 188338 w 10232859"/>
              <a:gd name="connsiteY256" fmla="*/ 11593 h 1705557"/>
              <a:gd name="connsiteX257" fmla="*/ 298809 w 10232859"/>
              <a:gd name="connsiteY257" fmla="*/ 12712 h 1705557"/>
              <a:gd name="connsiteX258" fmla="*/ 338985 w 10232859"/>
              <a:gd name="connsiteY258" fmla="*/ 14520 h 1705557"/>
              <a:gd name="connsiteX259" fmla="*/ 409815 w 10232859"/>
              <a:gd name="connsiteY259" fmla="*/ 11559 h 1705557"/>
              <a:gd name="connsiteX260" fmla="*/ 424169 w 10232859"/>
              <a:gd name="connsiteY260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297234 w 10232859"/>
              <a:gd name="connsiteY129" fmla="*/ 380929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34545 w 10232859"/>
              <a:gd name="connsiteY128" fmla="*/ 276572 h 1705557"/>
              <a:gd name="connsiteX129" fmla="*/ 5297234 w 10232859"/>
              <a:gd name="connsiteY129" fmla="*/ 380929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34545 w 10232859"/>
              <a:gd name="connsiteY128" fmla="*/ 276572 h 1705557"/>
              <a:gd name="connsiteX129" fmla="*/ 5377862 w 10232859"/>
              <a:gd name="connsiteY129" fmla="*/ 306543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77862 w 10232859"/>
              <a:gd name="connsiteY129" fmla="*/ 306543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105063 w 10232859"/>
              <a:gd name="connsiteY159" fmla="*/ 353854 h 1705557"/>
              <a:gd name="connsiteX160" fmla="*/ 6135796 w 10232859"/>
              <a:gd name="connsiteY160" fmla="*/ 369657 h 1705557"/>
              <a:gd name="connsiteX161" fmla="*/ 6195166 w 10232859"/>
              <a:gd name="connsiteY161" fmla="*/ 366704 h 1705557"/>
              <a:gd name="connsiteX162" fmla="*/ 6216259 w 10232859"/>
              <a:gd name="connsiteY162" fmla="*/ 369879 h 1705557"/>
              <a:gd name="connsiteX163" fmla="*/ 6228331 w 10232859"/>
              <a:gd name="connsiteY163" fmla="*/ 370548 h 1705557"/>
              <a:gd name="connsiteX164" fmla="*/ 6229602 w 10232859"/>
              <a:gd name="connsiteY164" fmla="*/ 369928 h 1705557"/>
              <a:gd name="connsiteX165" fmla="*/ 6258988 w 10232859"/>
              <a:gd name="connsiteY165" fmla="*/ 385174 h 1705557"/>
              <a:gd name="connsiteX166" fmla="*/ 6264106 w 10232859"/>
              <a:gd name="connsiteY166" fmla="*/ 385655 h 1705557"/>
              <a:gd name="connsiteX167" fmla="*/ 6281703 w 10232859"/>
              <a:gd name="connsiteY167" fmla="*/ 397568 h 1705557"/>
              <a:gd name="connsiteX168" fmla="*/ 6291622 w 10232859"/>
              <a:gd name="connsiteY168" fmla="*/ 402669 h 1705557"/>
              <a:gd name="connsiteX169" fmla="*/ 6292712 w 10232859"/>
              <a:gd name="connsiteY169" fmla="*/ 406285 h 1705557"/>
              <a:gd name="connsiteX170" fmla="*/ 6308227 w 10232859"/>
              <a:gd name="connsiteY170" fmla="*/ 412710 h 1705557"/>
              <a:gd name="connsiteX171" fmla="*/ 6310656 w 10232859"/>
              <a:gd name="connsiteY171" fmla="*/ 412628 h 1705557"/>
              <a:gd name="connsiteX172" fmla="*/ 6321049 w 10232859"/>
              <a:gd name="connsiteY172" fmla="*/ 420978 h 1705557"/>
              <a:gd name="connsiteX173" fmla="*/ 6326853 w 10232859"/>
              <a:gd name="connsiteY173" fmla="*/ 431664 h 1705557"/>
              <a:gd name="connsiteX174" fmla="*/ 6467879 w 10232859"/>
              <a:gd name="connsiteY174" fmla="*/ 474762 h 1705557"/>
              <a:gd name="connsiteX175" fmla="*/ 6564351 w 10232859"/>
              <a:gd name="connsiteY175" fmla="*/ 544032 h 1705557"/>
              <a:gd name="connsiteX176" fmla="*/ 6641544 w 10232859"/>
              <a:gd name="connsiteY176" fmla="*/ 566599 h 1705557"/>
              <a:gd name="connsiteX177" fmla="*/ 6731052 w 10232859"/>
              <a:gd name="connsiteY177" fmla="*/ 578550 h 1705557"/>
              <a:gd name="connsiteX178" fmla="*/ 6858983 w 10232859"/>
              <a:gd name="connsiteY178" fmla="*/ 630237 h 1705557"/>
              <a:gd name="connsiteX179" fmla="*/ 6910661 w 10232859"/>
              <a:gd name="connsiteY179" fmla="*/ 641134 h 1705557"/>
              <a:gd name="connsiteX180" fmla="*/ 6944111 w 10232859"/>
              <a:gd name="connsiteY180" fmla="*/ 666016 h 1705557"/>
              <a:gd name="connsiteX181" fmla="*/ 6965771 w 10232859"/>
              <a:gd name="connsiteY181" fmla="*/ 666445 h 1705557"/>
              <a:gd name="connsiteX182" fmla="*/ 6969639 w 10232859"/>
              <a:gd name="connsiteY182" fmla="*/ 666351 h 1705557"/>
              <a:gd name="connsiteX183" fmla="*/ 6982242 w 10232859"/>
              <a:gd name="connsiteY183" fmla="*/ 669626 h 1705557"/>
              <a:gd name="connsiteX184" fmla="*/ 6989387 w 10232859"/>
              <a:gd name="connsiteY184" fmla="*/ 665988 h 1705557"/>
              <a:gd name="connsiteX185" fmla="*/ 7010930 w 10232859"/>
              <a:gd name="connsiteY185" fmla="*/ 667648 h 1705557"/>
              <a:gd name="connsiteX186" fmla="*/ 7033125 w 10232859"/>
              <a:gd name="connsiteY186" fmla="*/ 674950 h 1705557"/>
              <a:gd name="connsiteX187" fmla="*/ 7134461 w 10232859"/>
              <a:gd name="connsiteY187" fmla="*/ 714706 h 1705557"/>
              <a:gd name="connsiteX188" fmla="*/ 7197450 w 10232859"/>
              <a:gd name="connsiteY188" fmla="*/ 735608 h 1705557"/>
              <a:gd name="connsiteX189" fmla="*/ 7225084 w 10232859"/>
              <a:gd name="connsiteY189" fmla="*/ 739019 h 1705557"/>
              <a:gd name="connsiteX190" fmla="*/ 7261183 w 10232859"/>
              <a:gd name="connsiteY190" fmla="*/ 746827 h 1705557"/>
              <a:gd name="connsiteX191" fmla="*/ 7327760 w 10232859"/>
              <a:gd name="connsiteY191" fmla="*/ 757100 h 1705557"/>
              <a:gd name="connsiteX192" fmla="*/ 7412222 w 10232859"/>
              <a:gd name="connsiteY192" fmla="*/ 777001 h 1705557"/>
              <a:gd name="connsiteX193" fmla="*/ 7457904 w 10232859"/>
              <a:gd name="connsiteY193" fmla="*/ 810835 h 1705557"/>
              <a:gd name="connsiteX194" fmla="*/ 7465795 w 10232859"/>
              <a:gd name="connsiteY194" fmla="*/ 809112 h 1705557"/>
              <a:gd name="connsiteX195" fmla="*/ 7505046 w 10232859"/>
              <a:gd name="connsiteY195" fmla="*/ 823031 h 1705557"/>
              <a:gd name="connsiteX196" fmla="*/ 7623220 w 10232859"/>
              <a:gd name="connsiteY196" fmla="*/ 895034 h 1705557"/>
              <a:gd name="connsiteX197" fmla="*/ 7700458 w 10232859"/>
              <a:gd name="connsiteY197" fmla="*/ 921593 h 1705557"/>
              <a:gd name="connsiteX198" fmla="*/ 7730988 w 10232859"/>
              <a:gd name="connsiteY198" fmla="*/ 927270 h 1705557"/>
              <a:gd name="connsiteX199" fmla="*/ 7781942 w 10232859"/>
              <a:gd name="connsiteY199" fmla="*/ 937017 h 1705557"/>
              <a:gd name="connsiteX200" fmla="*/ 7827704 w 10232859"/>
              <a:gd name="connsiteY200" fmla="*/ 935072 h 1705557"/>
              <a:gd name="connsiteX201" fmla="*/ 7867270 w 10232859"/>
              <a:gd name="connsiteY201" fmla="*/ 946880 h 1705557"/>
              <a:gd name="connsiteX202" fmla="*/ 7866538 w 10232859"/>
              <a:gd name="connsiteY202" fmla="*/ 961559 h 1705557"/>
              <a:gd name="connsiteX203" fmla="*/ 7912084 w 10232859"/>
              <a:gd name="connsiteY203" fmla="*/ 970314 h 1705557"/>
              <a:gd name="connsiteX204" fmla="*/ 7982264 w 10232859"/>
              <a:gd name="connsiteY204" fmla="*/ 982287 h 1705557"/>
              <a:gd name="connsiteX205" fmla="*/ 7991272 w 10232859"/>
              <a:gd name="connsiteY205" fmla="*/ 987618 h 1705557"/>
              <a:gd name="connsiteX206" fmla="*/ 8006496 w 10232859"/>
              <a:gd name="connsiteY206" fmla="*/ 979353 h 1705557"/>
              <a:gd name="connsiteX207" fmla="*/ 8034497 w 10232859"/>
              <a:gd name="connsiteY207" fmla="*/ 978568 h 1705557"/>
              <a:gd name="connsiteX208" fmla="*/ 8150881 w 10232859"/>
              <a:gd name="connsiteY208" fmla="*/ 996925 h 1705557"/>
              <a:gd name="connsiteX209" fmla="*/ 8172106 w 10232859"/>
              <a:gd name="connsiteY209" fmla="*/ 997026 h 1705557"/>
              <a:gd name="connsiteX210" fmla="*/ 8196076 w 10232859"/>
              <a:gd name="connsiteY210" fmla="*/ 1006592 h 1705557"/>
              <a:gd name="connsiteX211" fmla="*/ 8247463 w 10232859"/>
              <a:gd name="connsiteY211" fmla="*/ 1022846 h 1705557"/>
              <a:gd name="connsiteX212" fmla="*/ 8279272 w 10232859"/>
              <a:gd name="connsiteY212" fmla="*/ 1039435 h 1705557"/>
              <a:gd name="connsiteX213" fmla="*/ 8289611 w 10232859"/>
              <a:gd name="connsiteY213" fmla="*/ 1035144 h 1705557"/>
              <a:gd name="connsiteX214" fmla="*/ 8311483 w 10232859"/>
              <a:gd name="connsiteY214" fmla="*/ 1035913 h 1705557"/>
              <a:gd name="connsiteX215" fmla="*/ 8399489 w 10232859"/>
              <a:gd name="connsiteY215" fmla="*/ 1055076 h 1705557"/>
              <a:gd name="connsiteX216" fmla="*/ 8415973 w 10232859"/>
              <a:gd name="connsiteY216" fmla="*/ 1056174 h 1705557"/>
              <a:gd name="connsiteX217" fmla="*/ 8433326 w 10232859"/>
              <a:gd name="connsiteY217" fmla="*/ 1064395 h 1705557"/>
              <a:gd name="connsiteX218" fmla="*/ 8502328 w 10232859"/>
              <a:gd name="connsiteY218" fmla="*/ 1098012 h 1705557"/>
              <a:gd name="connsiteX219" fmla="*/ 8534346 w 10232859"/>
              <a:gd name="connsiteY219" fmla="*/ 1113494 h 1705557"/>
              <a:gd name="connsiteX220" fmla="*/ 8534980 w 10232859"/>
              <a:gd name="connsiteY220" fmla="*/ 1117375 h 1705557"/>
              <a:gd name="connsiteX221" fmla="*/ 8544104 w 10232859"/>
              <a:gd name="connsiteY221" fmla="*/ 1114920 h 1705557"/>
              <a:gd name="connsiteX222" fmla="*/ 8567742 w 10232859"/>
              <a:gd name="connsiteY222" fmla="*/ 1124104 h 1705557"/>
              <a:gd name="connsiteX223" fmla="*/ 8633779 w 10232859"/>
              <a:gd name="connsiteY223" fmla="*/ 1145740 h 1705557"/>
              <a:gd name="connsiteX224" fmla="*/ 8676965 w 10232859"/>
              <a:gd name="connsiteY224" fmla="*/ 1163463 h 1705557"/>
              <a:gd name="connsiteX225" fmla="*/ 8698944 w 10232859"/>
              <a:gd name="connsiteY225" fmla="*/ 1163453 h 1705557"/>
              <a:gd name="connsiteX226" fmla="*/ 8711456 w 10232859"/>
              <a:gd name="connsiteY226" fmla="*/ 1175731 h 1705557"/>
              <a:gd name="connsiteX227" fmla="*/ 8732793 w 10232859"/>
              <a:gd name="connsiteY227" fmla="*/ 1179486 h 1705557"/>
              <a:gd name="connsiteX228" fmla="*/ 8751897 w 10232859"/>
              <a:gd name="connsiteY228" fmla="*/ 1197400 h 1705557"/>
              <a:gd name="connsiteX229" fmla="*/ 8793564 w 10232859"/>
              <a:gd name="connsiteY229" fmla="*/ 1179086 h 1705557"/>
              <a:gd name="connsiteX230" fmla="*/ 8834270 w 10232859"/>
              <a:gd name="connsiteY230" fmla="*/ 1213138 h 1705557"/>
              <a:gd name="connsiteX231" fmla="*/ 8853872 w 10232859"/>
              <a:gd name="connsiteY231" fmla="*/ 1221228 h 1705557"/>
              <a:gd name="connsiteX232" fmla="*/ 8861901 w 10232859"/>
              <a:gd name="connsiteY232" fmla="*/ 1217889 h 1705557"/>
              <a:gd name="connsiteX233" fmla="*/ 8874168 w 10232859"/>
              <a:gd name="connsiteY233" fmla="*/ 1220481 h 1705557"/>
              <a:gd name="connsiteX234" fmla="*/ 8871123 w 10232859"/>
              <a:gd name="connsiteY234" fmla="*/ 1227674 h 1705557"/>
              <a:gd name="connsiteX235" fmla="*/ 8903537 w 10232859"/>
              <a:gd name="connsiteY235" fmla="*/ 1237102 h 1705557"/>
              <a:gd name="connsiteX236" fmla="*/ 8933767 w 10232859"/>
              <a:gd name="connsiteY236" fmla="*/ 1269882 h 1705557"/>
              <a:gd name="connsiteX237" fmla="*/ 8985765 w 10232859"/>
              <a:gd name="connsiteY237" fmla="*/ 1294178 h 1705557"/>
              <a:gd name="connsiteX238" fmla="*/ 9071444 w 10232859"/>
              <a:gd name="connsiteY238" fmla="*/ 1323819 h 1705557"/>
              <a:gd name="connsiteX239" fmla="*/ 9096711 w 10232859"/>
              <a:gd name="connsiteY239" fmla="*/ 1334291 h 1705557"/>
              <a:gd name="connsiteX240" fmla="*/ 9338853 w 10232859"/>
              <a:gd name="connsiteY240" fmla="*/ 1454560 h 1705557"/>
              <a:gd name="connsiteX241" fmla="*/ 9520814 w 10232859"/>
              <a:gd name="connsiteY241" fmla="*/ 1456341 h 1705557"/>
              <a:gd name="connsiteX242" fmla="*/ 9702271 w 10232859"/>
              <a:gd name="connsiteY242" fmla="*/ 1495067 h 1705557"/>
              <a:gd name="connsiteX243" fmla="*/ 9744273 w 10232859"/>
              <a:gd name="connsiteY243" fmla="*/ 1530026 h 1705557"/>
              <a:gd name="connsiteX244" fmla="*/ 9771903 w 10232859"/>
              <a:gd name="connsiteY244" fmla="*/ 1536548 h 1705557"/>
              <a:gd name="connsiteX245" fmla="*/ 9818565 w 10232859"/>
              <a:gd name="connsiteY245" fmla="*/ 1545059 h 1705557"/>
              <a:gd name="connsiteX246" fmla="*/ 9882202 w 10232859"/>
              <a:gd name="connsiteY246" fmla="*/ 1572402 h 1705557"/>
              <a:gd name="connsiteX247" fmla="*/ 10022025 w 10232859"/>
              <a:gd name="connsiteY247" fmla="*/ 1606210 h 1705557"/>
              <a:gd name="connsiteX248" fmla="*/ 10220406 w 10232859"/>
              <a:gd name="connsiteY248" fmla="*/ 1683519 h 1705557"/>
              <a:gd name="connsiteX249" fmla="*/ 10232859 w 10232859"/>
              <a:gd name="connsiteY249" fmla="*/ 1705557 h 1705557"/>
              <a:gd name="connsiteX250" fmla="*/ 0 w 10232859"/>
              <a:gd name="connsiteY250" fmla="*/ 1705557 h 1705557"/>
              <a:gd name="connsiteX251" fmla="*/ 0 w 10232859"/>
              <a:gd name="connsiteY251" fmla="*/ 28342 h 1705557"/>
              <a:gd name="connsiteX252" fmla="*/ 8097 w 10232859"/>
              <a:gd name="connsiteY252" fmla="*/ 30869 h 1705557"/>
              <a:gd name="connsiteX253" fmla="*/ 77128 w 10232859"/>
              <a:gd name="connsiteY253" fmla="*/ 13381 h 1705557"/>
              <a:gd name="connsiteX254" fmla="*/ 188338 w 10232859"/>
              <a:gd name="connsiteY254" fmla="*/ 11593 h 1705557"/>
              <a:gd name="connsiteX255" fmla="*/ 298809 w 10232859"/>
              <a:gd name="connsiteY255" fmla="*/ 12712 h 1705557"/>
              <a:gd name="connsiteX256" fmla="*/ 338985 w 10232859"/>
              <a:gd name="connsiteY256" fmla="*/ 14520 h 1705557"/>
              <a:gd name="connsiteX257" fmla="*/ 409815 w 10232859"/>
              <a:gd name="connsiteY257" fmla="*/ 11559 h 1705557"/>
              <a:gd name="connsiteX258" fmla="*/ 424169 w 10232859"/>
              <a:gd name="connsiteY258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105063 w 10232859"/>
              <a:gd name="connsiteY158" fmla="*/ 353854 h 1705557"/>
              <a:gd name="connsiteX159" fmla="*/ 6135796 w 10232859"/>
              <a:gd name="connsiteY159" fmla="*/ 369657 h 1705557"/>
              <a:gd name="connsiteX160" fmla="*/ 6195166 w 10232859"/>
              <a:gd name="connsiteY160" fmla="*/ 366704 h 1705557"/>
              <a:gd name="connsiteX161" fmla="*/ 6216259 w 10232859"/>
              <a:gd name="connsiteY161" fmla="*/ 369879 h 1705557"/>
              <a:gd name="connsiteX162" fmla="*/ 6228331 w 10232859"/>
              <a:gd name="connsiteY162" fmla="*/ 370548 h 1705557"/>
              <a:gd name="connsiteX163" fmla="*/ 6229602 w 10232859"/>
              <a:gd name="connsiteY163" fmla="*/ 369928 h 1705557"/>
              <a:gd name="connsiteX164" fmla="*/ 6258988 w 10232859"/>
              <a:gd name="connsiteY164" fmla="*/ 385174 h 1705557"/>
              <a:gd name="connsiteX165" fmla="*/ 6264106 w 10232859"/>
              <a:gd name="connsiteY165" fmla="*/ 385655 h 1705557"/>
              <a:gd name="connsiteX166" fmla="*/ 6281703 w 10232859"/>
              <a:gd name="connsiteY166" fmla="*/ 397568 h 1705557"/>
              <a:gd name="connsiteX167" fmla="*/ 6291622 w 10232859"/>
              <a:gd name="connsiteY167" fmla="*/ 402669 h 1705557"/>
              <a:gd name="connsiteX168" fmla="*/ 6292712 w 10232859"/>
              <a:gd name="connsiteY168" fmla="*/ 406285 h 1705557"/>
              <a:gd name="connsiteX169" fmla="*/ 6308227 w 10232859"/>
              <a:gd name="connsiteY169" fmla="*/ 412710 h 1705557"/>
              <a:gd name="connsiteX170" fmla="*/ 6310656 w 10232859"/>
              <a:gd name="connsiteY170" fmla="*/ 412628 h 1705557"/>
              <a:gd name="connsiteX171" fmla="*/ 6321049 w 10232859"/>
              <a:gd name="connsiteY171" fmla="*/ 420978 h 1705557"/>
              <a:gd name="connsiteX172" fmla="*/ 6326853 w 10232859"/>
              <a:gd name="connsiteY172" fmla="*/ 431664 h 1705557"/>
              <a:gd name="connsiteX173" fmla="*/ 6467879 w 10232859"/>
              <a:gd name="connsiteY173" fmla="*/ 474762 h 1705557"/>
              <a:gd name="connsiteX174" fmla="*/ 6564351 w 10232859"/>
              <a:gd name="connsiteY174" fmla="*/ 544032 h 1705557"/>
              <a:gd name="connsiteX175" fmla="*/ 6641544 w 10232859"/>
              <a:gd name="connsiteY175" fmla="*/ 566599 h 1705557"/>
              <a:gd name="connsiteX176" fmla="*/ 6731052 w 10232859"/>
              <a:gd name="connsiteY176" fmla="*/ 578550 h 1705557"/>
              <a:gd name="connsiteX177" fmla="*/ 6858983 w 10232859"/>
              <a:gd name="connsiteY177" fmla="*/ 630237 h 1705557"/>
              <a:gd name="connsiteX178" fmla="*/ 6910661 w 10232859"/>
              <a:gd name="connsiteY178" fmla="*/ 641134 h 1705557"/>
              <a:gd name="connsiteX179" fmla="*/ 6944111 w 10232859"/>
              <a:gd name="connsiteY179" fmla="*/ 666016 h 1705557"/>
              <a:gd name="connsiteX180" fmla="*/ 6965771 w 10232859"/>
              <a:gd name="connsiteY180" fmla="*/ 666445 h 1705557"/>
              <a:gd name="connsiteX181" fmla="*/ 6969639 w 10232859"/>
              <a:gd name="connsiteY181" fmla="*/ 666351 h 1705557"/>
              <a:gd name="connsiteX182" fmla="*/ 6982242 w 10232859"/>
              <a:gd name="connsiteY182" fmla="*/ 669626 h 1705557"/>
              <a:gd name="connsiteX183" fmla="*/ 6989387 w 10232859"/>
              <a:gd name="connsiteY183" fmla="*/ 665988 h 1705557"/>
              <a:gd name="connsiteX184" fmla="*/ 7010930 w 10232859"/>
              <a:gd name="connsiteY184" fmla="*/ 667648 h 1705557"/>
              <a:gd name="connsiteX185" fmla="*/ 7033125 w 10232859"/>
              <a:gd name="connsiteY185" fmla="*/ 674950 h 1705557"/>
              <a:gd name="connsiteX186" fmla="*/ 7134461 w 10232859"/>
              <a:gd name="connsiteY186" fmla="*/ 714706 h 1705557"/>
              <a:gd name="connsiteX187" fmla="*/ 7197450 w 10232859"/>
              <a:gd name="connsiteY187" fmla="*/ 735608 h 1705557"/>
              <a:gd name="connsiteX188" fmla="*/ 7225084 w 10232859"/>
              <a:gd name="connsiteY188" fmla="*/ 739019 h 1705557"/>
              <a:gd name="connsiteX189" fmla="*/ 7261183 w 10232859"/>
              <a:gd name="connsiteY189" fmla="*/ 746827 h 1705557"/>
              <a:gd name="connsiteX190" fmla="*/ 7327760 w 10232859"/>
              <a:gd name="connsiteY190" fmla="*/ 757100 h 1705557"/>
              <a:gd name="connsiteX191" fmla="*/ 7412222 w 10232859"/>
              <a:gd name="connsiteY191" fmla="*/ 777001 h 1705557"/>
              <a:gd name="connsiteX192" fmla="*/ 7457904 w 10232859"/>
              <a:gd name="connsiteY192" fmla="*/ 810835 h 1705557"/>
              <a:gd name="connsiteX193" fmla="*/ 7465795 w 10232859"/>
              <a:gd name="connsiteY193" fmla="*/ 809112 h 1705557"/>
              <a:gd name="connsiteX194" fmla="*/ 7505046 w 10232859"/>
              <a:gd name="connsiteY194" fmla="*/ 823031 h 1705557"/>
              <a:gd name="connsiteX195" fmla="*/ 7623220 w 10232859"/>
              <a:gd name="connsiteY195" fmla="*/ 895034 h 1705557"/>
              <a:gd name="connsiteX196" fmla="*/ 7700458 w 10232859"/>
              <a:gd name="connsiteY196" fmla="*/ 921593 h 1705557"/>
              <a:gd name="connsiteX197" fmla="*/ 7730988 w 10232859"/>
              <a:gd name="connsiteY197" fmla="*/ 927270 h 1705557"/>
              <a:gd name="connsiteX198" fmla="*/ 7781942 w 10232859"/>
              <a:gd name="connsiteY198" fmla="*/ 937017 h 1705557"/>
              <a:gd name="connsiteX199" fmla="*/ 7827704 w 10232859"/>
              <a:gd name="connsiteY199" fmla="*/ 935072 h 1705557"/>
              <a:gd name="connsiteX200" fmla="*/ 7867270 w 10232859"/>
              <a:gd name="connsiteY200" fmla="*/ 946880 h 1705557"/>
              <a:gd name="connsiteX201" fmla="*/ 7866538 w 10232859"/>
              <a:gd name="connsiteY201" fmla="*/ 961559 h 1705557"/>
              <a:gd name="connsiteX202" fmla="*/ 7912084 w 10232859"/>
              <a:gd name="connsiteY202" fmla="*/ 970314 h 1705557"/>
              <a:gd name="connsiteX203" fmla="*/ 7982264 w 10232859"/>
              <a:gd name="connsiteY203" fmla="*/ 982287 h 1705557"/>
              <a:gd name="connsiteX204" fmla="*/ 7991272 w 10232859"/>
              <a:gd name="connsiteY204" fmla="*/ 987618 h 1705557"/>
              <a:gd name="connsiteX205" fmla="*/ 8006496 w 10232859"/>
              <a:gd name="connsiteY205" fmla="*/ 979353 h 1705557"/>
              <a:gd name="connsiteX206" fmla="*/ 8034497 w 10232859"/>
              <a:gd name="connsiteY206" fmla="*/ 978568 h 1705557"/>
              <a:gd name="connsiteX207" fmla="*/ 8150881 w 10232859"/>
              <a:gd name="connsiteY207" fmla="*/ 996925 h 1705557"/>
              <a:gd name="connsiteX208" fmla="*/ 8172106 w 10232859"/>
              <a:gd name="connsiteY208" fmla="*/ 997026 h 1705557"/>
              <a:gd name="connsiteX209" fmla="*/ 8196076 w 10232859"/>
              <a:gd name="connsiteY209" fmla="*/ 1006592 h 1705557"/>
              <a:gd name="connsiteX210" fmla="*/ 8247463 w 10232859"/>
              <a:gd name="connsiteY210" fmla="*/ 1022846 h 1705557"/>
              <a:gd name="connsiteX211" fmla="*/ 8279272 w 10232859"/>
              <a:gd name="connsiteY211" fmla="*/ 1039435 h 1705557"/>
              <a:gd name="connsiteX212" fmla="*/ 8289611 w 10232859"/>
              <a:gd name="connsiteY212" fmla="*/ 1035144 h 1705557"/>
              <a:gd name="connsiteX213" fmla="*/ 8311483 w 10232859"/>
              <a:gd name="connsiteY213" fmla="*/ 1035913 h 1705557"/>
              <a:gd name="connsiteX214" fmla="*/ 8399489 w 10232859"/>
              <a:gd name="connsiteY214" fmla="*/ 1055076 h 1705557"/>
              <a:gd name="connsiteX215" fmla="*/ 8415973 w 10232859"/>
              <a:gd name="connsiteY215" fmla="*/ 1056174 h 1705557"/>
              <a:gd name="connsiteX216" fmla="*/ 8433326 w 10232859"/>
              <a:gd name="connsiteY216" fmla="*/ 1064395 h 1705557"/>
              <a:gd name="connsiteX217" fmla="*/ 8502328 w 10232859"/>
              <a:gd name="connsiteY217" fmla="*/ 1098012 h 1705557"/>
              <a:gd name="connsiteX218" fmla="*/ 8534346 w 10232859"/>
              <a:gd name="connsiteY218" fmla="*/ 1113494 h 1705557"/>
              <a:gd name="connsiteX219" fmla="*/ 8534980 w 10232859"/>
              <a:gd name="connsiteY219" fmla="*/ 1117375 h 1705557"/>
              <a:gd name="connsiteX220" fmla="*/ 8544104 w 10232859"/>
              <a:gd name="connsiteY220" fmla="*/ 1114920 h 1705557"/>
              <a:gd name="connsiteX221" fmla="*/ 8567742 w 10232859"/>
              <a:gd name="connsiteY221" fmla="*/ 1124104 h 1705557"/>
              <a:gd name="connsiteX222" fmla="*/ 8633779 w 10232859"/>
              <a:gd name="connsiteY222" fmla="*/ 1145740 h 1705557"/>
              <a:gd name="connsiteX223" fmla="*/ 8676965 w 10232859"/>
              <a:gd name="connsiteY223" fmla="*/ 1163463 h 1705557"/>
              <a:gd name="connsiteX224" fmla="*/ 8698944 w 10232859"/>
              <a:gd name="connsiteY224" fmla="*/ 1163453 h 1705557"/>
              <a:gd name="connsiteX225" fmla="*/ 8711456 w 10232859"/>
              <a:gd name="connsiteY225" fmla="*/ 1175731 h 1705557"/>
              <a:gd name="connsiteX226" fmla="*/ 8732793 w 10232859"/>
              <a:gd name="connsiteY226" fmla="*/ 1179486 h 1705557"/>
              <a:gd name="connsiteX227" fmla="*/ 8751897 w 10232859"/>
              <a:gd name="connsiteY227" fmla="*/ 1197400 h 1705557"/>
              <a:gd name="connsiteX228" fmla="*/ 8793564 w 10232859"/>
              <a:gd name="connsiteY228" fmla="*/ 1179086 h 1705557"/>
              <a:gd name="connsiteX229" fmla="*/ 8834270 w 10232859"/>
              <a:gd name="connsiteY229" fmla="*/ 1213138 h 1705557"/>
              <a:gd name="connsiteX230" fmla="*/ 8853872 w 10232859"/>
              <a:gd name="connsiteY230" fmla="*/ 1221228 h 1705557"/>
              <a:gd name="connsiteX231" fmla="*/ 8861901 w 10232859"/>
              <a:gd name="connsiteY231" fmla="*/ 1217889 h 1705557"/>
              <a:gd name="connsiteX232" fmla="*/ 8874168 w 10232859"/>
              <a:gd name="connsiteY232" fmla="*/ 1220481 h 1705557"/>
              <a:gd name="connsiteX233" fmla="*/ 8871123 w 10232859"/>
              <a:gd name="connsiteY233" fmla="*/ 1227674 h 1705557"/>
              <a:gd name="connsiteX234" fmla="*/ 8903537 w 10232859"/>
              <a:gd name="connsiteY234" fmla="*/ 1237102 h 1705557"/>
              <a:gd name="connsiteX235" fmla="*/ 8933767 w 10232859"/>
              <a:gd name="connsiteY235" fmla="*/ 1269882 h 1705557"/>
              <a:gd name="connsiteX236" fmla="*/ 8985765 w 10232859"/>
              <a:gd name="connsiteY236" fmla="*/ 1294178 h 1705557"/>
              <a:gd name="connsiteX237" fmla="*/ 9071444 w 10232859"/>
              <a:gd name="connsiteY237" fmla="*/ 1323819 h 1705557"/>
              <a:gd name="connsiteX238" fmla="*/ 9096711 w 10232859"/>
              <a:gd name="connsiteY238" fmla="*/ 1334291 h 1705557"/>
              <a:gd name="connsiteX239" fmla="*/ 9338853 w 10232859"/>
              <a:gd name="connsiteY239" fmla="*/ 1454560 h 1705557"/>
              <a:gd name="connsiteX240" fmla="*/ 9520814 w 10232859"/>
              <a:gd name="connsiteY240" fmla="*/ 1456341 h 1705557"/>
              <a:gd name="connsiteX241" fmla="*/ 9702271 w 10232859"/>
              <a:gd name="connsiteY241" fmla="*/ 1495067 h 1705557"/>
              <a:gd name="connsiteX242" fmla="*/ 9744273 w 10232859"/>
              <a:gd name="connsiteY242" fmla="*/ 1530026 h 1705557"/>
              <a:gd name="connsiteX243" fmla="*/ 9771903 w 10232859"/>
              <a:gd name="connsiteY243" fmla="*/ 1536548 h 1705557"/>
              <a:gd name="connsiteX244" fmla="*/ 9818565 w 10232859"/>
              <a:gd name="connsiteY244" fmla="*/ 1545059 h 1705557"/>
              <a:gd name="connsiteX245" fmla="*/ 9882202 w 10232859"/>
              <a:gd name="connsiteY245" fmla="*/ 1572402 h 1705557"/>
              <a:gd name="connsiteX246" fmla="*/ 10022025 w 10232859"/>
              <a:gd name="connsiteY246" fmla="*/ 1606210 h 1705557"/>
              <a:gd name="connsiteX247" fmla="*/ 10220406 w 10232859"/>
              <a:gd name="connsiteY247" fmla="*/ 1683519 h 1705557"/>
              <a:gd name="connsiteX248" fmla="*/ 10232859 w 10232859"/>
              <a:gd name="connsiteY248" fmla="*/ 1705557 h 1705557"/>
              <a:gd name="connsiteX249" fmla="*/ 0 w 10232859"/>
              <a:gd name="connsiteY249" fmla="*/ 1705557 h 1705557"/>
              <a:gd name="connsiteX250" fmla="*/ 0 w 10232859"/>
              <a:gd name="connsiteY250" fmla="*/ 28342 h 1705557"/>
              <a:gd name="connsiteX251" fmla="*/ 8097 w 10232859"/>
              <a:gd name="connsiteY251" fmla="*/ 30869 h 1705557"/>
              <a:gd name="connsiteX252" fmla="*/ 77128 w 10232859"/>
              <a:gd name="connsiteY252" fmla="*/ 13381 h 1705557"/>
              <a:gd name="connsiteX253" fmla="*/ 188338 w 10232859"/>
              <a:gd name="connsiteY253" fmla="*/ 11593 h 1705557"/>
              <a:gd name="connsiteX254" fmla="*/ 298809 w 10232859"/>
              <a:gd name="connsiteY254" fmla="*/ 12712 h 1705557"/>
              <a:gd name="connsiteX255" fmla="*/ 338985 w 10232859"/>
              <a:gd name="connsiteY255" fmla="*/ 14520 h 1705557"/>
              <a:gd name="connsiteX256" fmla="*/ 409815 w 10232859"/>
              <a:gd name="connsiteY256" fmla="*/ 11559 h 1705557"/>
              <a:gd name="connsiteX257" fmla="*/ 424169 w 10232859"/>
              <a:gd name="connsiteY257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21049 w 10232859"/>
              <a:gd name="connsiteY170" fmla="*/ 420978 h 1705557"/>
              <a:gd name="connsiteX171" fmla="*/ 6326853 w 10232859"/>
              <a:gd name="connsiteY171" fmla="*/ 43166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21049 w 10232859"/>
              <a:gd name="connsiteY170" fmla="*/ 420978 h 1705557"/>
              <a:gd name="connsiteX171" fmla="*/ 6326853 w 10232859"/>
              <a:gd name="connsiteY171" fmla="*/ 43166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21049 w 10232859"/>
              <a:gd name="connsiteY170" fmla="*/ 420978 h 1705557"/>
              <a:gd name="connsiteX171" fmla="*/ 6385492 w 10232859"/>
              <a:gd name="connsiteY171" fmla="*/ 428283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68693 w 10232859"/>
              <a:gd name="connsiteY170" fmla="*/ 424359 h 1705557"/>
              <a:gd name="connsiteX171" fmla="*/ 6385492 w 10232859"/>
              <a:gd name="connsiteY171" fmla="*/ 428283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76686 w 10232859"/>
              <a:gd name="connsiteY80" fmla="*/ 218526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76686 w 10232859"/>
              <a:gd name="connsiteY80" fmla="*/ 218526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5541 w 10232859"/>
              <a:gd name="connsiteY82" fmla="*/ 143437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254203 w 10232859"/>
              <a:gd name="connsiteY78" fmla="*/ 158270 h 1705557"/>
              <a:gd name="connsiteX79" fmla="*/ 3380350 w 10232859"/>
              <a:gd name="connsiteY79" fmla="*/ 157665 h 1705557"/>
              <a:gd name="connsiteX80" fmla="*/ 3476147 w 10232859"/>
              <a:gd name="connsiteY80" fmla="*/ 177439 h 1705557"/>
              <a:gd name="connsiteX81" fmla="*/ 3581876 w 10232859"/>
              <a:gd name="connsiteY81" fmla="*/ 156962 h 1705557"/>
              <a:gd name="connsiteX82" fmla="*/ 3704761 w 10232859"/>
              <a:gd name="connsiteY82" fmla="*/ 157006 h 1705557"/>
              <a:gd name="connsiteX83" fmla="*/ 3755040 w 10232859"/>
              <a:gd name="connsiteY83" fmla="*/ 148492 h 1705557"/>
              <a:gd name="connsiteX84" fmla="*/ 3804689 w 10232859"/>
              <a:gd name="connsiteY84" fmla="*/ 158407 h 1705557"/>
              <a:gd name="connsiteX85" fmla="*/ 3821793 w 10232859"/>
              <a:gd name="connsiteY85" fmla="*/ 151257 h 1705557"/>
              <a:gd name="connsiteX86" fmla="*/ 3824682 w 10232859"/>
              <a:gd name="connsiteY86" fmla="*/ 149833 h 1705557"/>
              <a:gd name="connsiteX87" fmla="*/ 3837536 w 10232859"/>
              <a:gd name="connsiteY87" fmla="*/ 148292 h 1705557"/>
              <a:gd name="connsiteX88" fmla="*/ 3839550 w 10232859"/>
              <a:gd name="connsiteY88" fmla="*/ 142661 h 1705557"/>
              <a:gd name="connsiteX89" fmla="*/ 3857743 w 10232859"/>
              <a:gd name="connsiteY89" fmla="*/ 136618 h 1705557"/>
              <a:gd name="connsiteX90" fmla="*/ 3881852 w 10232859"/>
              <a:gd name="connsiteY90" fmla="*/ 135231 h 1705557"/>
              <a:gd name="connsiteX91" fmla="*/ 3998088 w 10232859"/>
              <a:gd name="connsiteY91" fmla="*/ 134446 h 1705557"/>
              <a:gd name="connsiteX92" fmla="*/ 4066682 w 10232859"/>
              <a:gd name="connsiteY92" fmla="*/ 130661 h 1705557"/>
              <a:gd name="connsiteX93" fmla="*/ 4091246 w 10232859"/>
              <a:gd name="connsiteY93" fmla="*/ 124017 h 1705557"/>
              <a:gd name="connsiteX94" fmla="*/ 4126556 w 10232859"/>
              <a:gd name="connsiteY94" fmla="*/ 118239 h 1705557"/>
              <a:gd name="connsiteX95" fmla="*/ 4187717 w 10232859"/>
              <a:gd name="connsiteY95" fmla="*/ 104010 h 1705557"/>
              <a:gd name="connsiteX96" fmla="*/ 4220826 w 10232859"/>
              <a:gd name="connsiteY96" fmla="*/ 102505 h 1705557"/>
              <a:gd name="connsiteX97" fmla="*/ 4239014 w 10232859"/>
              <a:gd name="connsiteY97" fmla="*/ 97354 h 1705557"/>
              <a:gd name="connsiteX98" fmla="*/ 4246653 w 10232859"/>
              <a:gd name="connsiteY98" fmla="*/ 97874 h 1705557"/>
              <a:gd name="connsiteX99" fmla="*/ 4271841 w 10232859"/>
              <a:gd name="connsiteY99" fmla="*/ 96702 h 1705557"/>
              <a:gd name="connsiteX100" fmla="*/ 4286277 w 10232859"/>
              <a:gd name="connsiteY100" fmla="*/ 96687 h 1705557"/>
              <a:gd name="connsiteX101" fmla="*/ 4292025 w 10232859"/>
              <a:gd name="connsiteY101" fmla="*/ 96921 h 1705557"/>
              <a:gd name="connsiteX102" fmla="*/ 4304713 w 10232859"/>
              <a:gd name="connsiteY102" fmla="*/ 102187 h 1705557"/>
              <a:gd name="connsiteX103" fmla="*/ 4321285 w 10232859"/>
              <a:gd name="connsiteY103" fmla="*/ 100074 h 1705557"/>
              <a:gd name="connsiteX104" fmla="*/ 4339561 w 10232859"/>
              <a:gd name="connsiteY104" fmla="*/ 105320 h 1705557"/>
              <a:gd name="connsiteX105" fmla="*/ 4343990 w 10232859"/>
              <a:gd name="connsiteY105" fmla="*/ 101090 h 1705557"/>
              <a:gd name="connsiteX106" fmla="*/ 4358885 w 10232859"/>
              <a:gd name="connsiteY106" fmla="*/ 96778 h 1705557"/>
              <a:gd name="connsiteX107" fmla="*/ 4371648 w 10232859"/>
              <a:gd name="connsiteY107" fmla="*/ 101826 h 1705557"/>
              <a:gd name="connsiteX108" fmla="*/ 4398380 w 10232859"/>
              <a:gd name="connsiteY108" fmla="*/ 104961 h 1705557"/>
              <a:gd name="connsiteX109" fmla="*/ 4405729 w 10232859"/>
              <a:gd name="connsiteY109" fmla="*/ 104191 h 1705557"/>
              <a:gd name="connsiteX110" fmla="*/ 4431408 w 10232859"/>
              <a:gd name="connsiteY110" fmla="*/ 110825 h 1705557"/>
              <a:gd name="connsiteX111" fmla="*/ 4472183 w 10232859"/>
              <a:gd name="connsiteY111" fmla="*/ 116430 h 1705557"/>
              <a:gd name="connsiteX112" fmla="*/ 4518828 w 10232859"/>
              <a:gd name="connsiteY112" fmla="*/ 119114 h 1705557"/>
              <a:gd name="connsiteX113" fmla="*/ 4532040 w 10232859"/>
              <a:gd name="connsiteY113" fmla="*/ 124307 h 1705557"/>
              <a:gd name="connsiteX114" fmla="*/ 4617778 w 10232859"/>
              <a:gd name="connsiteY114" fmla="*/ 136993 h 1705557"/>
              <a:gd name="connsiteX115" fmla="*/ 4641872 w 10232859"/>
              <a:gd name="connsiteY115" fmla="*/ 140721 h 1705557"/>
              <a:gd name="connsiteX116" fmla="*/ 4662766 w 10232859"/>
              <a:gd name="connsiteY116" fmla="*/ 138952 h 1705557"/>
              <a:gd name="connsiteX117" fmla="*/ 4667770 w 10232859"/>
              <a:gd name="connsiteY117" fmla="*/ 134208 h 1705557"/>
              <a:gd name="connsiteX118" fmla="*/ 4681052 w 10232859"/>
              <a:gd name="connsiteY118" fmla="*/ 135461 h 1705557"/>
              <a:gd name="connsiteX119" fmla="*/ 4684624 w 10232859"/>
              <a:gd name="connsiteY119" fmla="*/ 134755 h 1705557"/>
              <a:gd name="connsiteX120" fmla="*/ 4705061 w 10232859"/>
              <a:gd name="connsiteY120" fmla="*/ 131748 h 1705557"/>
              <a:gd name="connsiteX121" fmla="*/ 4747746 w 10232859"/>
              <a:gd name="connsiteY121" fmla="*/ 151131 h 1705557"/>
              <a:gd name="connsiteX122" fmla="*/ 4801045 w 10232859"/>
              <a:gd name="connsiteY122" fmla="*/ 153753 h 1705557"/>
              <a:gd name="connsiteX123" fmla="*/ 5001600 w 10232859"/>
              <a:gd name="connsiteY123" fmla="*/ 196753 h 1705557"/>
              <a:gd name="connsiteX124" fmla="*/ 5033465 w 10232859"/>
              <a:gd name="connsiteY124" fmla="*/ 182429 h 1705557"/>
              <a:gd name="connsiteX125" fmla="*/ 5115965 w 10232859"/>
              <a:gd name="connsiteY125" fmla="*/ 192583 h 1705557"/>
              <a:gd name="connsiteX126" fmla="*/ 5237936 w 10232859"/>
              <a:gd name="connsiteY126" fmla="*/ 246022 h 1705557"/>
              <a:gd name="connsiteX127" fmla="*/ 5290566 w 10232859"/>
              <a:gd name="connsiteY127" fmla="*/ 269809 h 1705557"/>
              <a:gd name="connsiteX128" fmla="*/ 5344878 w 10232859"/>
              <a:gd name="connsiteY128" fmla="*/ 282874 h 1705557"/>
              <a:gd name="connsiteX129" fmla="*/ 5413398 w 10232859"/>
              <a:gd name="connsiteY129" fmla="*/ 282749 h 1705557"/>
              <a:gd name="connsiteX130" fmla="*/ 5415629 w 10232859"/>
              <a:gd name="connsiteY130" fmla="*/ 282282 h 1705557"/>
              <a:gd name="connsiteX131" fmla="*/ 5433078 w 10232859"/>
              <a:gd name="connsiteY131" fmla="*/ 286198 h 1705557"/>
              <a:gd name="connsiteX132" fmla="*/ 5435759 w 10232859"/>
              <a:gd name="connsiteY132" fmla="*/ 289614 h 1705557"/>
              <a:gd name="connsiteX133" fmla="*/ 5447372 w 10232859"/>
              <a:gd name="connsiteY133" fmla="*/ 293101 h 1705557"/>
              <a:gd name="connsiteX134" fmla="*/ 5469289 w 10232859"/>
              <a:gd name="connsiteY134" fmla="*/ 302134 h 1705557"/>
              <a:gd name="connsiteX135" fmla="*/ 5508752 w 10232859"/>
              <a:gd name="connsiteY135" fmla="*/ 312267 h 1705557"/>
              <a:gd name="connsiteX136" fmla="*/ 5509657 w 10232859"/>
              <a:gd name="connsiteY136" fmla="*/ 311450 h 1705557"/>
              <a:gd name="connsiteX137" fmla="*/ 5521245 w 10232859"/>
              <a:gd name="connsiteY137" fmla="*/ 310202 h 1705557"/>
              <a:gd name="connsiteX138" fmla="*/ 5542415 w 10232859"/>
              <a:gd name="connsiteY138" fmla="*/ 310009 h 1705557"/>
              <a:gd name="connsiteX139" fmla="*/ 5596538 w 10232859"/>
              <a:gd name="connsiteY139" fmla="*/ 297667 h 1705557"/>
              <a:gd name="connsiteX140" fmla="*/ 5632514 w 10232859"/>
              <a:gd name="connsiteY140" fmla="*/ 308476 h 1705557"/>
              <a:gd name="connsiteX141" fmla="*/ 5640005 w 10232859"/>
              <a:gd name="connsiteY141" fmla="*/ 310131 h 1705557"/>
              <a:gd name="connsiteX142" fmla="*/ 5640259 w 10232859"/>
              <a:gd name="connsiteY142" fmla="*/ 309949 h 1705557"/>
              <a:gd name="connsiteX143" fmla="*/ 5648365 w 10232859"/>
              <a:gd name="connsiteY143" fmla="*/ 311268 h 1705557"/>
              <a:gd name="connsiteX144" fmla="*/ 5653662 w 10232859"/>
              <a:gd name="connsiteY144" fmla="*/ 313149 h 1705557"/>
              <a:gd name="connsiteX145" fmla="*/ 5668196 w 10232859"/>
              <a:gd name="connsiteY145" fmla="*/ 316360 h 1705557"/>
              <a:gd name="connsiteX146" fmla="*/ 5673886 w 10232859"/>
              <a:gd name="connsiteY146" fmla="*/ 316040 h 1705557"/>
              <a:gd name="connsiteX147" fmla="*/ 5677139 w 10232859"/>
              <a:gd name="connsiteY147" fmla="*/ 313859 h 1705557"/>
              <a:gd name="connsiteX148" fmla="*/ 5708983 w 10232859"/>
              <a:gd name="connsiteY148" fmla="*/ 313188 h 1705557"/>
              <a:gd name="connsiteX149" fmla="*/ 5773909 w 10232859"/>
              <a:gd name="connsiteY149" fmla="*/ 318575 h 1705557"/>
              <a:gd name="connsiteX150" fmla="*/ 5809500 w 10232859"/>
              <a:gd name="connsiteY150" fmla="*/ 324964 h 1705557"/>
              <a:gd name="connsiteX151" fmla="*/ 5908729 w 10232859"/>
              <a:gd name="connsiteY151" fmla="*/ 338849 h 1705557"/>
              <a:gd name="connsiteX152" fmla="*/ 6009654 w 10232859"/>
              <a:gd name="connsiteY152" fmla="*/ 350040 h 1705557"/>
              <a:gd name="connsiteX153" fmla="*/ 6067487 w 10232859"/>
              <a:gd name="connsiteY153" fmla="*/ 340226 h 1705557"/>
              <a:gd name="connsiteX154" fmla="*/ 6073281 w 10232859"/>
              <a:gd name="connsiteY154" fmla="*/ 340830 h 1705557"/>
              <a:gd name="connsiteX155" fmla="*/ 6086225 w 10232859"/>
              <a:gd name="connsiteY155" fmla="*/ 346135 h 1705557"/>
              <a:gd name="connsiteX156" fmla="*/ 6105063 w 10232859"/>
              <a:gd name="connsiteY156" fmla="*/ 353854 h 1705557"/>
              <a:gd name="connsiteX157" fmla="*/ 6135796 w 10232859"/>
              <a:gd name="connsiteY157" fmla="*/ 369657 h 1705557"/>
              <a:gd name="connsiteX158" fmla="*/ 6195166 w 10232859"/>
              <a:gd name="connsiteY158" fmla="*/ 366704 h 1705557"/>
              <a:gd name="connsiteX159" fmla="*/ 6216259 w 10232859"/>
              <a:gd name="connsiteY159" fmla="*/ 369879 h 1705557"/>
              <a:gd name="connsiteX160" fmla="*/ 6228331 w 10232859"/>
              <a:gd name="connsiteY160" fmla="*/ 370548 h 1705557"/>
              <a:gd name="connsiteX161" fmla="*/ 6229602 w 10232859"/>
              <a:gd name="connsiteY161" fmla="*/ 369928 h 1705557"/>
              <a:gd name="connsiteX162" fmla="*/ 6258988 w 10232859"/>
              <a:gd name="connsiteY162" fmla="*/ 385174 h 1705557"/>
              <a:gd name="connsiteX163" fmla="*/ 6264106 w 10232859"/>
              <a:gd name="connsiteY163" fmla="*/ 385655 h 1705557"/>
              <a:gd name="connsiteX164" fmla="*/ 6281703 w 10232859"/>
              <a:gd name="connsiteY164" fmla="*/ 397568 h 1705557"/>
              <a:gd name="connsiteX165" fmla="*/ 6291622 w 10232859"/>
              <a:gd name="connsiteY165" fmla="*/ 402669 h 1705557"/>
              <a:gd name="connsiteX166" fmla="*/ 6292712 w 10232859"/>
              <a:gd name="connsiteY166" fmla="*/ 406285 h 1705557"/>
              <a:gd name="connsiteX167" fmla="*/ 6308227 w 10232859"/>
              <a:gd name="connsiteY167" fmla="*/ 412710 h 1705557"/>
              <a:gd name="connsiteX168" fmla="*/ 6328981 w 10232859"/>
              <a:gd name="connsiteY168" fmla="*/ 416009 h 1705557"/>
              <a:gd name="connsiteX169" fmla="*/ 6368693 w 10232859"/>
              <a:gd name="connsiteY169" fmla="*/ 424359 h 1705557"/>
              <a:gd name="connsiteX170" fmla="*/ 6414811 w 10232859"/>
              <a:gd name="connsiteY170" fmla="*/ 458714 h 1705557"/>
              <a:gd name="connsiteX171" fmla="*/ 6467879 w 10232859"/>
              <a:gd name="connsiteY171" fmla="*/ 474762 h 1705557"/>
              <a:gd name="connsiteX172" fmla="*/ 6564351 w 10232859"/>
              <a:gd name="connsiteY172" fmla="*/ 544032 h 1705557"/>
              <a:gd name="connsiteX173" fmla="*/ 6711178 w 10232859"/>
              <a:gd name="connsiteY173" fmla="*/ 580124 h 1705557"/>
              <a:gd name="connsiteX174" fmla="*/ 6764036 w 10232859"/>
              <a:gd name="connsiteY174" fmla="*/ 595457 h 1705557"/>
              <a:gd name="connsiteX175" fmla="*/ 6858983 w 10232859"/>
              <a:gd name="connsiteY175" fmla="*/ 630237 h 1705557"/>
              <a:gd name="connsiteX176" fmla="*/ 6910661 w 10232859"/>
              <a:gd name="connsiteY176" fmla="*/ 641134 h 1705557"/>
              <a:gd name="connsiteX177" fmla="*/ 6944111 w 10232859"/>
              <a:gd name="connsiteY177" fmla="*/ 666016 h 1705557"/>
              <a:gd name="connsiteX178" fmla="*/ 6965771 w 10232859"/>
              <a:gd name="connsiteY178" fmla="*/ 666445 h 1705557"/>
              <a:gd name="connsiteX179" fmla="*/ 6969639 w 10232859"/>
              <a:gd name="connsiteY179" fmla="*/ 666351 h 1705557"/>
              <a:gd name="connsiteX180" fmla="*/ 6982242 w 10232859"/>
              <a:gd name="connsiteY180" fmla="*/ 669626 h 1705557"/>
              <a:gd name="connsiteX181" fmla="*/ 6989387 w 10232859"/>
              <a:gd name="connsiteY181" fmla="*/ 665988 h 1705557"/>
              <a:gd name="connsiteX182" fmla="*/ 7010930 w 10232859"/>
              <a:gd name="connsiteY182" fmla="*/ 667648 h 1705557"/>
              <a:gd name="connsiteX183" fmla="*/ 7033125 w 10232859"/>
              <a:gd name="connsiteY183" fmla="*/ 674950 h 1705557"/>
              <a:gd name="connsiteX184" fmla="*/ 7134461 w 10232859"/>
              <a:gd name="connsiteY184" fmla="*/ 714706 h 1705557"/>
              <a:gd name="connsiteX185" fmla="*/ 7197450 w 10232859"/>
              <a:gd name="connsiteY185" fmla="*/ 735608 h 1705557"/>
              <a:gd name="connsiteX186" fmla="*/ 7225084 w 10232859"/>
              <a:gd name="connsiteY186" fmla="*/ 739019 h 1705557"/>
              <a:gd name="connsiteX187" fmla="*/ 7261183 w 10232859"/>
              <a:gd name="connsiteY187" fmla="*/ 746827 h 1705557"/>
              <a:gd name="connsiteX188" fmla="*/ 7327760 w 10232859"/>
              <a:gd name="connsiteY188" fmla="*/ 757100 h 1705557"/>
              <a:gd name="connsiteX189" fmla="*/ 7412222 w 10232859"/>
              <a:gd name="connsiteY189" fmla="*/ 777001 h 1705557"/>
              <a:gd name="connsiteX190" fmla="*/ 7457904 w 10232859"/>
              <a:gd name="connsiteY190" fmla="*/ 810835 h 1705557"/>
              <a:gd name="connsiteX191" fmla="*/ 7465795 w 10232859"/>
              <a:gd name="connsiteY191" fmla="*/ 809112 h 1705557"/>
              <a:gd name="connsiteX192" fmla="*/ 7505046 w 10232859"/>
              <a:gd name="connsiteY192" fmla="*/ 823031 h 1705557"/>
              <a:gd name="connsiteX193" fmla="*/ 7623220 w 10232859"/>
              <a:gd name="connsiteY193" fmla="*/ 895034 h 1705557"/>
              <a:gd name="connsiteX194" fmla="*/ 7700458 w 10232859"/>
              <a:gd name="connsiteY194" fmla="*/ 921593 h 1705557"/>
              <a:gd name="connsiteX195" fmla="*/ 7730988 w 10232859"/>
              <a:gd name="connsiteY195" fmla="*/ 927270 h 1705557"/>
              <a:gd name="connsiteX196" fmla="*/ 7781942 w 10232859"/>
              <a:gd name="connsiteY196" fmla="*/ 937017 h 1705557"/>
              <a:gd name="connsiteX197" fmla="*/ 7827704 w 10232859"/>
              <a:gd name="connsiteY197" fmla="*/ 935072 h 1705557"/>
              <a:gd name="connsiteX198" fmla="*/ 7867270 w 10232859"/>
              <a:gd name="connsiteY198" fmla="*/ 946880 h 1705557"/>
              <a:gd name="connsiteX199" fmla="*/ 7866538 w 10232859"/>
              <a:gd name="connsiteY199" fmla="*/ 961559 h 1705557"/>
              <a:gd name="connsiteX200" fmla="*/ 7912084 w 10232859"/>
              <a:gd name="connsiteY200" fmla="*/ 970314 h 1705557"/>
              <a:gd name="connsiteX201" fmla="*/ 7982264 w 10232859"/>
              <a:gd name="connsiteY201" fmla="*/ 982287 h 1705557"/>
              <a:gd name="connsiteX202" fmla="*/ 7991272 w 10232859"/>
              <a:gd name="connsiteY202" fmla="*/ 987618 h 1705557"/>
              <a:gd name="connsiteX203" fmla="*/ 8006496 w 10232859"/>
              <a:gd name="connsiteY203" fmla="*/ 979353 h 1705557"/>
              <a:gd name="connsiteX204" fmla="*/ 8034497 w 10232859"/>
              <a:gd name="connsiteY204" fmla="*/ 978568 h 1705557"/>
              <a:gd name="connsiteX205" fmla="*/ 8150881 w 10232859"/>
              <a:gd name="connsiteY205" fmla="*/ 996925 h 1705557"/>
              <a:gd name="connsiteX206" fmla="*/ 8172106 w 10232859"/>
              <a:gd name="connsiteY206" fmla="*/ 997026 h 1705557"/>
              <a:gd name="connsiteX207" fmla="*/ 8196076 w 10232859"/>
              <a:gd name="connsiteY207" fmla="*/ 1006592 h 1705557"/>
              <a:gd name="connsiteX208" fmla="*/ 8247463 w 10232859"/>
              <a:gd name="connsiteY208" fmla="*/ 1022846 h 1705557"/>
              <a:gd name="connsiteX209" fmla="*/ 8279272 w 10232859"/>
              <a:gd name="connsiteY209" fmla="*/ 1039435 h 1705557"/>
              <a:gd name="connsiteX210" fmla="*/ 8289611 w 10232859"/>
              <a:gd name="connsiteY210" fmla="*/ 1035144 h 1705557"/>
              <a:gd name="connsiteX211" fmla="*/ 8311483 w 10232859"/>
              <a:gd name="connsiteY211" fmla="*/ 1035913 h 1705557"/>
              <a:gd name="connsiteX212" fmla="*/ 8399489 w 10232859"/>
              <a:gd name="connsiteY212" fmla="*/ 1055076 h 1705557"/>
              <a:gd name="connsiteX213" fmla="*/ 8415973 w 10232859"/>
              <a:gd name="connsiteY213" fmla="*/ 1056174 h 1705557"/>
              <a:gd name="connsiteX214" fmla="*/ 8433326 w 10232859"/>
              <a:gd name="connsiteY214" fmla="*/ 1064395 h 1705557"/>
              <a:gd name="connsiteX215" fmla="*/ 8502328 w 10232859"/>
              <a:gd name="connsiteY215" fmla="*/ 1098012 h 1705557"/>
              <a:gd name="connsiteX216" fmla="*/ 8534346 w 10232859"/>
              <a:gd name="connsiteY216" fmla="*/ 1113494 h 1705557"/>
              <a:gd name="connsiteX217" fmla="*/ 8534980 w 10232859"/>
              <a:gd name="connsiteY217" fmla="*/ 1117375 h 1705557"/>
              <a:gd name="connsiteX218" fmla="*/ 8544104 w 10232859"/>
              <a:gd name="connsiteY218" fmla="*/ 1114920 h 1705557"/>
              <a:gd name="connsiteX219" fmla="*/ 8567742 w 10232859"/>
              <a:gd name="connsiteY219" fmla="*/ 1124104 h 1705557"/>
              <a:gd name="connsiteX220" fmla="*/ 8633779 w 10232859"/>
              <a:gd name="connsiteY220" fmla="*/ 1145740 h 1705557"/>
              <a:gd name="connsiteX221" fmla="*/ 8676965 w 10232859"/>
              <a:gd name="connsiteY221" fmla="*/ 1163463 h 1705557"/>
              <a:gd name="connsiteX222" fmla="*/ 8698944 w 10232859"/>
              <a:gd name="connsiteY222" fmla="*/ 1163453 h 1705557"/>
              <a:gd name="connsiteX223" fmla="*/ 8711456 w 10232859"/>
              <a:gd name="connsiteY223" fmla="*/ 1175731 h 1705557"/>
              <a:gd name="connsiteX224" fmla="*/ 8732793 w 10232859"/>
              <a:gd name="connsiteY224" fmla="*/ 1179486 h 1705557"/>
              <a:gd name="connsiteX225" fmla="*/ 8751897 w 10232859"/>
              <a:gd name="connsiteY225" fmla="*/ 1197400 h 1705557"/>
              <a:gd name="connsiteX226" fmla="*/ 8793564 w 10232859"/>
              <a:gd name="connsiteY226" fmla="*/ 1179086 h 1705557"/>
              <a:gd name="connsiteX227" fmla="*/ 8834270 w 10232859"/>
              <a:gd name="connsiteY227" fmla="*/ 1213138 h 1705557"/>
              <a:gd name="connsiteX228" fmla="*/ 8853872 w 10232859"/>
              <a:gd name="connsiteY228" fmla="*/ 1221228 h 1705557"/>
              <a:gd name="connsiteX229" fmla="*/ 8861901 w 10232859"/>
              <a:gd name="connsiteY229" fmla="*/ 1217889 h 1705557"/>
              <a:gd name="connsiteX230" fmla="*/ 8874168 w 10232859"/>
              <a:gd name="connsiteY230" fmla="*/ 1220481 h 1705557"/>
              <a:gd name="connsiteX231" fmla="*/ 8871123 w 10232859"/>
              <a:gd name="connsiteY231" fmla="*/ 1227674 h 1705557"/>
              <a:gd name="connsiteX232" fmla="*/ 8903537 w 10232859"/>
              <a:gd name="connsiteY232" fmla="*/ 1237102 h 1705557"/>
              <a:gd name="connsiteX233" fmla="*/ 8933767 w 10232859"/>
              <a:gd name="connsiteY233" fmla="*/ 1269882 h 1705557"/>
              <a:gd name="connsiteX234" fmla="*/ 8985765 w 10232859"/>
              <a:gd name="connsiteY234" fmla="*/ 1294178 h 1705557"/>
              <a:gd name="connsiteX235" fmla="*/ 9071444 w 10232859"/>
              <a:gd name="connsiteY235" fmla="*/ 1323819 h 1705557"/>
              <a:gd name="connsiteX236" fmla="*/ 9096711 w 10232859"/>
              <a:gd name="connsiteY236" fmla="*/ 1334291 h 1705557"/>
              <a:gd name="connsiteX237" fmla="*/ 9338853 w 10232859"/>
              <a:gd name="connsiteY237" fmla="*/ 1454560 h 1705557"/>
              <a:gd name="connsiteX238" fmla="*/ 9520814 w 10232859"/>
              <a:gd name="connsiteY238" fmla="*/ 1456341 h 1705557"/>
              <a:gd name="connsiteX239" fmla="*/ 9702271 w 10232859"/>
              <a:gd name="connsiteY239" fmla="*/ 1495067 h 1705557"/>
              <a:gd name="connsiteX240" fmla="*/ 9744273 w 10232859"/>
              <a:gd name="connsiteY240" fmla="*/ 1530026 h 1705557"/>
              <a:gd name="connsiteX241" fmla="*/ 9771903 w 10232859"/>
              <a:gd name="connsiteY241" fmla="*/ 1536548 h 1705557"/>
              <a:gd name="connsiteX242" fmla="*/ 9818565 w 10232859"/>
              <a:gd name="connsiteY242" fmla="*/ 1545059 h 1705557"/>
              <a:gd name="connsiteX243" fmla="*/ 9882202 w 10232859"/>
              <a:gd name="connsiteY243" fmla="*/ 1572402 h 1705557"/>
              <a:gd name="connsiteX244" fmla="*/ 10022025 w 10232859"/>
              <a:gd name="connsiteY244" fmla="*/ 1606210 h 1705557"/>
              <a:gd name="connsiteX245" fmla="*/ 10220406 w 10232859"/>
              <a:gd name="connsiteY245" fmla="*/ 1683519 h 1705557"/>
              <a:gd name="connsiteX246" fmla="*/ 10232859 w 10232859"/>
              <a:gd name="connsiteY246" fmla="*/ 1705557 h 1705557"/>
              <a:gd name="connsiteX247" fmla="*/ 0 w 10232859"/>
              <a:gd name="connsiteY247" fmla="*/ 1705557 h 1705557"/>
              <a:gd name="connsiteX248" fmla="*/ 0 w 10232859"/>
              <a:gd name="connsiteY248" fmla="*/ 28342 h 1705557"/>
              <a:gd name="connsiteX249" fmla="*/ 8097 w 10232859"/>
              <a:gd name="connsiteY249" fmla="*/ 30869 h 1705557"/>
              <a:gd name="connsiteX250" fmla="*/ 77128 w 10232859"/>
              <a:gd name="connsiteY250" fmla="*/ 13381 h 1705557"/>
              <a:gd name="connsiteX251" fmla="*/ 188338 w 10232859"/>
              <a:gd name="connsiteY251" fmla="*/ 11593 h 1705557"/>
              <a:gd name="connsiteX252" fmla="*/ 298809 w 10232859"/>
              <a:gd name="connsiteY252" fmla="*/ 12712 h 1705557"/>
              <a:gd name="connsiteX253" fmla="*/ 338985 w 10232859"/>
              <a:gd name="connsiteY253" fmla="*/ 14520 h 1705557"/>
              <a:gd name="connsiteX254" fmla="*/ 409815 w 10232859"/>
              <a:gd name="connsiteY254" fmla="*/ 11559 h 1705557"/>
              <a:gd name="connsiteX255" fmla="*/ 424169 w 10232859"/>
              <a:gd name="connsiteY255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173743 w 10232859"/>
              <a:gd name="connsiteY77" fmla="*/ 166095 h 1705557"/>
              <a:gd name="connsiteX78" fmla="*/ 3254203 w 10232859"/>
              <a:gd name="connsiteY78" fmla="*/ 158270 h 1705557"/>
              <a:gd name="connsiteX79" fmla="*/ 3380350 w 10232859"/>
              <a:gd name="connsiteY79" fmla="*/ 157665 h 1705557"/>
              <a:gd name="connsiteX80" fmla="*/ 3476147 w 10232859"/>
              <a:gd name="connsiteY80" fmla="*/ 177439 h 1705557"/>
              <a:gd name="connsiteX81" fmla="*/ 3581876 w 10232859"/>
              <a:gd name="connsiteY81" fmla="*/ 156962 h 1705557"/>
              <a:gd name="connsiteX82" fmla="*/ 3704761 w 10232859"/>
              <a:gd name="connsiteY82" fmla="*/ 157006 h 1705557"/>
              <a:gd name="connsiteX83" fmla="*/ 3755040 w 10232859"/>
              <a:gd name="connsiteY83" fmla="*/ 148492 h 1705557"/>
              <a:gd name="connsiteX84" fmla="*/ 3804689 w 10232859"/>
              <a:gd name="connsiteY84" fmla="*/ 158407 h 1705557"/>
              <a:gd name="connsiteX85" fmla="*/ 3821793 w 10232859"/>
              <a:gd name="connsiteY85" fmla="*/ 151257 h 1705557"/>
              <a:gd name="connsiteX86" fmla="*/ 3824682 w 10232859"/>
              <a:gd name="connsiteY86" fmla="*/ 149833 h 1705557"/>
              <a:gd name="connsiteX87" fmla="*/ 3837536 w 10232859"/>
              <a:gd name="connsiteY87" fmla="*/ 148292 h 1705557"/>
              <a:gd name="connsiteX88" fmla="*/ 3839550 w 10232859"/>
              <a:gd name="connsiteY88" fmla="*/ 142661 h 1705557"/>
              <a:gd name="connsiteX89" fmla="*/ 3857743 w 10232859"/>
              <a:gd name="connsiteY89" fmla="*/ 136618 h 1705557"/>
              <a:gd name="connsiteX90" fmla="*/ 3881852 w 10232859"/>
              <a:gd name="connsiteY90" fmla="*/ 135231 h 1705557"/>
              <a:gd name="connsiteX91" fmla="*/ 3998088 w 10232859"/>
              <a:gd name="connsiteY91" fmla="*/ 134446 h 1705557"/>
              <a:gd name="connsiteX92" fmla="*/ 4066682 w 10232859"/>
              <a:gd name="connsiteY92" fmla="*/ 130661 h 1705557"/>
              <a:gd name="connsiteX93" fmla="*/ 4091246 w 10232859"/>
              <a:gd name="connsiteY93" fmla="*/ 124017 h 1705557"/>
              <a:gd name="connsiteX94" fmla="*/ 4126556 w 10232859"/>
              <a:gd name="connsiteY94" fmla="*/ 118239 h 1705557"/>
              <a:gd name="connsiteX95" fmla="*/ 4187717 w 10232859"/>
              <a:gd name="connsiteY95" fmla="*/ 104010 h 1705557"/>
              <a:gd name="connsiteX96" fmla="*/ 4220826 w 10232859"/>
              <a:gd name="connsiteY96" fmla="*/ 102505 h 1705557"/>
              <a:gd name="connsiteX97" fmla="*/ 4239014 w 10232859"/>
              <a:gd name="connsiteY97" fmla="*/ 97354 h 1705557"/>
              <a:gd name="connsiteX98" fmla="*/ 4246653 w 10232859"/>
              <a:gd name="connsiteY98" fmla="*/ 97874 h 1705557"/>
              <a:gd name="connsiteX99" fmla="*/ 4271841 w 10232859"/>
              <a:gd name="connsiteY99" fmla="*/ 96702 h 1705557"/>
              <a:gd name="connsiteX100" fmla="*/ 4286277 w 10232859"/>
              <a:gd name="connsiteY100" fmla="*/ 96687 h 1705557"/>
              <a:gd name="connsiteX101" fmla="*/ 4292025 w 10232859"/>
              <a:gd name="connsiteY101" fmla="*/ 96921 h 1705557"/>
              <a:gd name="connsiteX102" fmla="*/ 4304713 w 10232859"/>
              <a:gd name="connsiteY102" fmla="*/ 102187 h 1705557"/>
              <a:gd name="connsiteX103" fmla="*/ 4321285 w 10232859"/>
              <a:gd name="connsiteY103" fmla="*/ 100074 h 1705557"/>
              <a:gd name="connsiteX104" fmla="*/ 4339561 w 10232859"/>
              <a:gd name="connsiteY104" fmla="*/ 105320 h 1705557"/>
              <a:gd name="connsiteX105" fmla="*/ 4343990 w 10232859"/>
              <a:gd name="connsiteY105" fmla="*/ 101090 h 1705557"/>
              <a:gd name="connsiteX106" fmla="*/ 4358885 w 10232859"/>
              <a:gd name="connsiteY106" fmla="*/ 96778 h 1705557"/>
              <a:gd name="connsiteX107" fmla="*/ 4371648 w 10232859"/>
              <a:gd name="connsiteY107" fmla="*/ 101826 h 1705557"/>
              <a:gd name="connsiteX108" fmla="*/ 4398380 w 10232859"/>
              <a:gd name="connsiteY108" fmla="*/ 104961 h 1705557"/>
              <a:gd name="connsiteX109" fmla="*/ 4405729 w 10232859"/>
              <a:gd name="connsiteY109" fmla="*/ 104191 h 1705557"/>
              <a:gd name="connsiteX110" fmla="*/ 4431408 w 10232859"/>
              <a:gd name="connsiteY110" fmla="*/ 110825 h 1705557"/>
              <a:gd name="connsiteX111" fmla="*/ 4472183 w 10232859"/>
              <a:gd name="connsiteY111" fmla="*/ 116430 h 1705557"/>
              <a:gd name="connsiteX112" fmla="*/ 4518828 w 10232859"/>
              <a:gd name="connsiteY112" fmla="*/ 119114 h 1705557"/>
              <a:gd name="connsiteX113" fmla="*/ 4532040 w 10232859"/>
              <a:gd name="connsiteY113" fmla="*/ 124307 h 1705557"/>
              <a:gd name="connsiteX114" fmla="*/ 4617778 w 10232859"/>
              <a:gd name="connsiteY114" fmla="*/ 136993 h 1705557"/>
              <a:gd name="connsiteX115" fmla="*/ 4641872 w 10232859"/>
              <a:gd name="connsiteY115" fmla="*/ 140721 h 1705557"/>
              <a:gd name="connsiteX116" fmla="*/ 4662766 w 10232859"/>
              <a:gd name="connsiteY116" fmla="*/ 138952 h 1705557"/>
              <a:gd name="connsiteX117" fmla="*/ 4667770 w 10232859"/>
              <a:gd name="connsiteY117" fmla="*/ 134208 h 1705557"/>
              <a:gd name="connsiteX118" fmla="*/ 4681052 w 10232859"/>
              <a:gd name="connsiteY118" fmla="*/ 135461 h 1705557"/>
              <a:gd name="connsiteX119" fmla="*/ 4684624 w 10232859"/>
              <a:gd name="connsiteY119" fmla="*/ 134755 h 1705557"/>
              <a:gd name="connsiteX120" fmla="*/ 4705061 w 10232859"/>
              <a:gd name="connsiteY120" fmla="*/ 131748 h 1705557"/>
              <a:gd name="connsiteX121" fmla="*/ 4747746 w 10232859"/>
              <a:gd name="connsiteY121" fmla="*/ 151131 h 1705557"/>
              <a:gd name="connsiteX122" fmla="*/ 4801045 w 10232859"/>
              <a:gd name="connsiteY122" fmla="*/ 153753 h 1705557"/>
              <a:gd name="connsiteX123" fmla="*/ 5001600 w 10232859"/>
              <a:gd name="connsiteY123" fmla="*/ 196753 h 1705557"/>
              <a:gd name="connsiteX124" fmla="*/ 5033465 w 10232859"/>
              <a:gd name="connsiteY124" fmla="*/ 182429 h 1705557"/>
              <a:gd name="connsiteX125" fmla="*/ 5115965 w 10232859"/>
              <a:gd name="connsiteY125" fmla="*/ 192583 h 1705557"/>
              <a:gd name="connsiteX126" fmla="*/ 5237936 w 10232859"/>
              <a:gd name="connsiteY126" fmla="*/ 246022 h 1705557"/>
              <a:gd name="connsiteX127" fmla="*/ 5290566 w 10232859"/>
              <a:gd name="connsiteY127" fmla="*/ 269809 h 1705557"/>
              <a:gd name="connsiteX128" fmla="*/ 5344878 w 10232859"/>
              <a:gd name="connsiteY128" fmla="*/ 282874 h 1705557"/>
              <a:gd name="connsiteX129" fmla="*/ 5413398 w 10232859"/>
              <a:gd name="connsiteY129" fmla="*/ 282749 h 1705557"/>
              <a:gd name="connsiteX130" fmla="*/ 5415629 w 10232859"/>
              <a:gd name="connsiteY130" fmla="*/ 282282 h 1705557"/>
              <a:gd name="connsiteX131" fmla="*/ 5433078 w 10232859"/>
              <a:gd name="connsiteY131" fmla="*/ 286198 h 1705557"/>
              <a:gd name="connsiteX132" fmla="*/ 5435759 w 10232859"/>
              <a:gd name="connsiteY132" fmla="*/ 289614 h 1705557"/>
              <a:gd name="connsiteX133" fmla="*/ 5447372 w 10232859"/>
              <a:gd name="connsiteY133" fmla="*/ 293101 h 1705557"/>
              <a:gd name="connsiteX134" fmla="*/ 5469289 w 10232859"/>
              <a:gd name="connsiteY134" fmla="*/ 302134 h 1705557"/>
              <a:gd name="connsiteX135" fmla="*/ 5508752 w 10232859"/>
              <a:gd name="connsiteY135" fmla="*/ 312267 h 1705557"/>
              <a:gd name="connsiteX136" fmla="*/ 5509657 w 10232859"/>
              <a:gd name="connsiteY136" fmla="*/ 311450 h 1705557"/>
              <a:gd name="connsiteX137" fmla="*/ 5521245 w 10232859"/>
              <a:gd name="connsiteY137" fmla="*/ 310202 h 1705557"/>
              <a:gd name="connsiteX138" fmla="*/ 5542415 w 10232859"/>
              <a:gd name="connsiteY138" fmla="*/ 310009 h 1705557"/>
              <a:gd name="connsiteX139" fmla="*/ 5596538 w 10232859"/>
              <a:gd name="connsiteY139" fmla="*/ 297667 h 1705557"/>
              <a:gd name="connsiteX140" fmla="*/ 5632514 w 10232859"/>
              <a:gd name="connsiteY140" fmla="*/ 308476 h 1705557"/>
              <a:gd name="connsiteX141" fmla="*/ 5640005 w 10232859"/>
              <a:gd name="connsiteY141" fmla="*/ 310131 h 1705557"/>
              <a:gd name="connsiteX142" fmla="*/ 5640259 w 10232859"/>
              <a:gd name="connsiteY142" fmla="*/ 309949 h 1705557"/>
              <a:gd name="connsiteX143" fmla="*/ 5648365 w 10232859"/>
              <a:gd name="connsiteY143" fmla="*/ 311268 h 1705557"/>
              <a:gd name="connsiteX144" fmla="*/ 5653662 w 10232859"/>
              <a:gd name="connsiteY144" fmla="*/ 313149 h 1705557"/>
              <a:gd name="connsiteX145" fmla="*/ 5668196 w 10232859"/>
              <a:gd name="connsiteY145" fmla="*/ 316360 h 1705557"/>
              <a:gd name="connsiteX146" fmla="*/ 5673886 w 10232859"/>
              <a:gd name="connsiteY146" fmla="*/ 316040 h 1705557"/>
              <a:gd name="connsiteX147" fmla="*/ 5677139 w 10232859"/>
              <a:gd name="connsiteY147" fmla="*/ 313859 h 1705557"/>
              <a:gd name="connsiteX148" fmla="*/ 5708983 w 10232859"/>
              <a:gd name="connsiteY148" fmla="*/ 313188 h 1705557"/>
              <a:gd name="connsiteX149" fmla="*/ 5773909 w 10232859"/>
              <a:gd name="connsiteY149" fmla="*/ 318575 h 1705557"/>
              <a:gd name="connsiteX150" fmla="*/ 5809500 w 10232859"/>
              <a:gd name="connsiteY150" fmla="*/ 324964 h 1705557"/>
              <a:gd name="connsiteX151" fmla="*/ 5908729 w 10232859"/>
              <a:gd name="connsiteY151" fmla="*/ 338849 h 1705557"/>
              <a:gd name="connsiteX152" fmla="*/ 6009654 w 10232859"/>
              <a:gd name="connsiteY152" fmla="*/ 350040 h 1705557"/>
              <a:gd name="connsiteX153" fmla="*/ 6067487 w 10232859"/>
              <a:gd name="connsiteY153" fmla="*/ 340226 h 1705557"/>
              <a:gd name="connsiteX154" fmla="*/ 6073281 w 10232859"/>
              <a:gd name="connsiteY154" fmla="*/ 340830 h 1705557"/>
              <a:gd name="connsiteX155" fmla="*/ 6086225 w 10232859"/>
              <a:gd name="connsiteY155" fmla="*/ 346135 h 1705557"/>
              <a:gd name="connsiteX156" fmla="*/ 6105063 w 10232859"/>
              <a:gd name="connsiteY156" fmla="*/ 353854 h 1705557"/>
              <a:gd name="connsiteX157" fmla="*/ 6135796 w 10232859"/>
              <a:gd name="connsiteY157" fmla="*/ 369657 h 1705557"/>
              <a:gd name="connsiteX158" fmla="*/ 6195166 w 10232859"/>
              <a:gd name="connsiteY158" fmla="*/ 366704 h 1705557"/>
              <a:gd name="connsiteX159" fmla="*/ 6216259 w 10232859"/>
              <a:gd name="connsiteY159" fmla="*/ 369879 h 1705557"/>
              <a:gd name="connsiteX160" fmla="*/ 6228331 w 10232859"/>
              <a:gd name="connsiteY160" fmla="*/ 370548 h 1705557"/>
              <a:gd name="connsiteX161" fmla="*/ 6229602 w 10232859"/>
              <a:gd name="connsiteY161" fmla="*/ 369928 h 1705557"/>
              <a:gd name="connsiteX162" fmla="*/ 6258988 w 10232859"/>
              <a:gd name="connsiteY162" fmla="*/ 385174 h 1705557"/>
              <a:gd name="connsiteX163" fmla="*/ 6264106 w 10232859"/>
              <a:gd name="connsiteY163" fmla="*/ 385655 h 1705557"/>
              <a:gd name="connsiteX164" fmla="*/ 6281703 w 10232859"/>
              <a:gd name="connsiteY164" fmla="*/ 397568 h 1705557"/>
              <a:gd name="connsiteX165" fmla="*/ 6291622 w 10232859"/>
              <a:gd name="connsiteY165" fmla="*/ 402669 h 1705557"/>
              <a:gd name="connsiteX166" fmla="*/ 6292712 w 10232859"/>
              <a:gd name="connsiteY166" fmla="*/ 406285 h 1705557"/>
              <a:gd name="connsiteX167" fmla="*/ 6308227 w 10232859"/>
              <a:gd name="connsiteY167" fmla="*/ 412710 h 1705557"/>
              <a:gd name="connsiteX168" fmla="*/ 6328981 w 10232859"/>
              <a:gd name="connsiteY168" fmla="*/ 416009 h 1705557"/>
              <a:gd name="connsiteX169" fmla="*/ 6368693 w 10232859"/>
              <a:gd name="connsiteY169" fmla="*/ 424359 h 1705557"/>
              <a:gd name="connsiteX170" fmla="*/ 6414811 w 10232859"/>
              <a:gd name="connsiteY170" fmla="*/ 458714 h 1705557"/>
              <a:gd name="connsiteX171" fmla="*/ 6467879 w 10232859"/>
              <a:gd name="connsiteY171" fmla="*/ 474762 h 1705557"/>
              <a:gd name="connsiteX172" fmla="*/ 6564351 w 10232859"/>
              <a:gd name="connsiteY172" fmla="*/ 544032 h 1705557"/>
              <a:gd name="connsiteX173" fmla="*/ 6711178 w 10232859"/>
              <a:gd name="connsiteY173" fmla="*/ 580124 h 1705557"/>
              <a:gd name="connsiteX174" fmla="*/ 6764036 w 10232859"/>
              <a:gd name="connsiteY174" fmla="*/ 595457 h 1705557"/>
              <a:gd name="connsiteX175" fmla="*/ 6858983 w 10232859"/>
              <a:gd name="connsiteY175" fmla="*/ 630237 h 1705557"/>
              <a:gd name="connsiteX176" fmla="*/ 6910661 w 10232859"/>
              <a:gd name="connsiteY176" fmla="*/ 641134 h 1705557"/>
              <a:gd name="connsiteX177" fmla="*/ 6944111 w 10232859"/>
              <a:gd name="connsiteY177" fmla="*/ 666016 h 1705557"/>
              <a:gd name="connsiteX178" fmla="*/ 6965771 w 10232859"/>
              <a:gd name="connsiteY178" fmla="*/ 666445 h 1705557"/>
              <a:gd name="connsiteX179" fmla="*/ 6969639 w 10232859"/>
              <a:gd name="connsiteY179" fmla="*/ 666351 h 1705557"/>
              <a:gd name="connsiteX180" fmla="*/ 6982242 w 10232859"/>
              <a:gd name="connsiteY180" fmla="*/ 669626 h 1705557"/>
              <a:gd name="connsiteX181" fmla="*/ 6989387 w 10232859"/>
              <a:gd name="connsiteY181" fmla="*/ 665988 h 1705557"/>
              <a:gd name="connsiteX182" fmla="*/ 7010930 w 10232859"/>
              <a:gd name="connsiteY182" fmla="*/ 667648 h 1705557"/>
              <a:gd name="connsiteX183" fmla="*/ 7033125 w 10232859"/>
              <a:gd name="connsiteY183" fmla="*/ 674950 h 1705557"/>
              <a:gd name="connsiteX184" fmla="*/ 7134461 w 10232859"/>
              <a:gd name="connsiteY184" fmla="*/ 714706 h 1705557"/>
              <a:gd name="connsiteX185" fmla="*/ 7197450 w 10232859"/>
              <a:gd name="connsiteY185" fmla="*/ 735608 h 1705557"/>
              <a:gd name="connsiteX186" fmla="*/ 7225084 w 10232859"/>
              <a:gd name="connsiteY186" fmla="*/ 739019 h 1705557"/>
              <a:gd name="connsiteX187" fmla="*/ 7261183 w 10232859"/>
              <a:gd name="connsiteY187" fmla="*/ 746827 h 1705557"/>
              <a:gd name="connsiteX188" fmla="*/ 7327760 w 10232859"/>
              <a:gd name="connsiteY188" fmla="*/ 757100 h 1705557"/>
              <a:gd name="connsiteX189" fmla="*/ 7412222 w 10232859"/>
              <a:gd name="connsiteY189" fmla="*/ 777001 h 1705557"/>
              <a:gd name="connsiteX190" fmla="*/ 7457904 w 10232859"/>
              <a:gd name="connsiteY190" fmla="*/ 810835 h 1705557"/>
              <a:gd name="connsiteX191" fmla="*/ 7465795 w 10232859"/>
              <a:gd name="connsiteY191" fmla="*/ 809112 h 1705557"/>
              <a:gd name="connsiteX192" fmla="*/ 7505046 w 10232859"/>
              <a:gd name="connsiteY192" fmla="*/ 823031 h 1705557"/>
              <a:gd name="connsiteX193" fmla="*/ 7623220 w 10232859"/>
              <a:gd name="connsiteY193" fmla="*/ 895034 h 1705557"/>
              <a:gd name="connsiteX194" fmla="*/ 7700458 w 10232859"/>
              <a:gd name="connsiteY194" fmla="*/ 921593 h 1705557"/>
              <a:gd name="connsiteX195" fmla="*/ 7730988 w 10232859"/>
              <a:gd name="connsiteY195" fmla="*/ 927270 h 1705557"/>
              <a:gd name="connsiteX196" fmla="*/ 7781942 w 10232859"/>
              <a:gd name="connsiteY196" fmla="*/ 937017 h 1705557"/>
              <a:gd name="connsiteX197" fmla="*/ 7827704 w 10232859"/>
              <a:gd name="connsiteY197" fmla="*/ 935072 h 1705557"/>
              <a:gd name="connsiteX198" fmla="*/ 7867270 w 10232859"/>
              <a:gd name="connsiteY198" fmla="*/ 946880 h 1705557"/>
              <a:gd name="connsiteX199" fmla="*/ 7866538 w 10232859"/>
              <a:gd name="connsiteY199" fmla="*/ 961559 h 1705557"/>
              <a:gd name="connsiteX200" fmla="*/ 7912084 w 10232859"/>
              <a:gd name="connsiteY200" fmla="*/ 970314 h 1705557"/>
              <a:gd name="connsiteX201" fmla="*/ 7982264 w 10232859"/>
              <a:gd name="connsiteY201" fmla="*/ 982287 h 1705557"/>
              <a:gd name="connsiteX202" fmla="*/ 7991272 w 10232859"/>
              <a:gd name="connsiteY202" fmla="*/ 987618 h 1705557"/>
              <a:gd name="connsiteX203" fmla="*/ 8006496 w 10232859"/>
              <a:gd name="connsiteY203" fmla="*/ 979353 h 1705557"/>
              <a:gd name="connsiteX204" fmla="*/ 8034497 w 10232859"/>
              <a:gd name="connsiteY204" fmla="*/ 978568 h 1705557"/>
              <a:gd name="connsiteX205" fmla="*/ 8150881 w 10232859"/>
              <a:gd name="connsiteY205" fmla="*/ 996925 h 1705557"/>
              <a:gd name="connsiteX206" fmla="*/ 8172106 w 10232859"/>
              <a:gd name="connsiteY206" fmla="*/ 997026 h 1705557"/>
              <a:gd name="connsiteX207" fmla="*/ 8196076 w 10232859"/>
              <a:gd name="connsiteY207" fmla="*/ 1006592 h 1705557"/>
              <a:gd name="connsiteX208" fmla="*/ 8247463 w 10232859"/>
              <a:gd name="connsiteY208" fmla="*/ 1022846 h 1705557"/>
              <a:gd name="connsiteX209" fmla="*/ 8279272 w 10232859"/>
              <a:gd name="connsiteY209" fmla="*/ 1039435 h 1705557"/>
              <a:gd name="connsiteX210" fmla="*/ 8289611 w 10232859"/>
              <a:gd name="connsiteY210" fmla="*/ 1035144 h 1705557"/>
              <a:gd name="connsiteX211" fmla="*/ 8311483 w 10232859"/>
              <a:gd name="connsiteY211" fmla="*/ 1035913 h 1705557"/>
              <a:gd name="connsiteX212" fmla="*/ 8399489 w 10232859"/>
              <a:gd name="connsiteY212" fmla="*/ 1055076 h 1705557"/>
              <a:gd name="connsiteX213" fmla="*/ 8415973 w 10232859"/>
              <a:gd name="connsiteY213" fmla="*/ 1056174 h 1705557"/>
              <a:gd name="connsiteX214" fmla="*/ 8433326 w 10232859"/>
              <a:gd name="connsiteY214" fmla="*/ 1064395 h 1705557"/>
              <a:gd name="connsiteX215" fmla="*/ 8502328 w 10232859"/>
              <a:gd name="connsiteY215" fmla="*/ 1098012 h 1705557"/>
              <a:gd name="connsiteX216" fmla="*/ 8534346 w 10232859"/>
              <a:gd name="connsiteY216" fmla="*/ 1113494 h 1705557"/>
              <a:gd name="connsiteX217" fmla="*/ 8534980 w 10232859"/>
              <a:gd name="connsiteY217" fmla="*/ 1117375 h 1705557"/>
              <a:gd name="connsiteX218" fmla="*/ 8544104 w 10232859"/>
              <a:gd name="connsiteY218" fmla="*/ 1114920 h 1705557"/>
              <a:gd name="connsiteX219" fmla="*/ 8567742 w 10232859"/>
              <a:gd name="connsiteY219" fmla="*/ 1124104 h 1705557"/>
              <a:gd name="connsiteX220" fmla="*/ 8633779 w 10232859"/>
              <a:gd name="connsiteY220" fmla="*/ 1145740 h 1705557"/>
              <a:gd name="connsiteX221" fmla="*/ 8676965 w 10232859"/>
              <a:gd name="connsiteY221" fmla="*/ 1163463 h 1705557"/>
              <a:gd name="connsiteX222" fmla="*/ 8698944 w 10232859"/>
              <a:gd name="connsiteY222" fmla="*/ 1163453 h 1705557"/>
              <a:gd name="connsiteX223" fmla="*/ 8711456 w 10232859"/>
              <a:gd name="connsiteY223" fmla="*/ 1175731 h 1705557"/>
              <a:gd name="connsiteX224" fmla="*/ 8732793 w 10232859"/>
              <a:gd name="connsiteY224" fmla="*/ 1179486 h 1705557"/>
              <a:gd name="connsiteX225" fmla="*/ 8751897 w 10232859"/>
              <a:gd name="connsiteY225" fmla="*/ 1197400 h 1705557"/>
              <a:gd name="connsiteX226" fmla="*/ 8793564 w 10232859"/>
              <a:gd name="connsiteY226" fmla="*/ 1179086 h 1705557"/>
              <a:gd name="connsiteX227" fmla="*/ 8834270 w 10232859"/>
              <a:gd name="connsiteY227" fmla="*/ 1213138 h 1705557"/>
              <a:gd name="connsiteX228" fmla="*/ 8853872 w 10232859"/>
              <a:gd name="connsiteY228" fmla="*/ 1221228 h 1705557"/>
              <a:gd name="connsiteX229" fmla="*/ 8861901 w 10232859"/>
              <a:gd name="connsiteY229" fmla="*/ 1217889 h 1705557"/>
              <a:gd name="connsiteX230" fmla="*/ 8874168 w 10232859"/>
              <a:gd name="connsiteY230" fmla="*/ 1220481 h 1705557"/>
              <a:gd name="connsiteX231" fmla="*/ 8871123 w 10232859"/>
              <a:gd name="connsiteY231" fmla="*/ 1227674 h 1705557"/>
              <a:gd name="connsiteX232" fmla="*/ 8903537 w 10232859"/>
              <a:gd name="connsiteY232" fmla="*/ 1237102 h 1705557"/>
              <a:gd name="connsiteX233" fmla="*/ 8933767 w 10232859"/>
              <a:gd name="connsiteY233" fmla="*/ 1269882 h 1705557"/>
              <a:gd name="connsiteX234" fmla="*/ 8985765 w 10232859"/>
              <a:gd name="connsiteY234" fmla="*/ 1294178 h 1705557"/>
              <a:gd name="connsiteX235" fmla="*/ 9071444 w 10232859"/>
              <a:gd name="connsiteY235" fmla="*/ 1323819 h 1705557"/>
              <a:gd name="connsiteX236" fmla="*/ 9096711 w 10232859"/>
              <a:gd name="connsiteY236" fmla="*/ 1334291 h 1705557"/>
              <a:gd name="connsiteX237" fmla="*/ 9338853 w 10232859"/>
              <a:gd name="connsiteY237" fmla="*/ 1454560 h 1705557"/>
              <a:gd name="connsiteX238" fmla="*/ 9520814 w 10232859"/>
              <a:gd name="connsiteY238" fmla="*/ 1456341 h 1705557"/>
              <a:gd name="connsiteX239" fmla="*/ 9702271 w 10232859"/>
              <a:gd name="connsiteY239" fmla="*/ 1495067 h 1705557"/>
              <a:gd name="connsiteX240" fmla="*/ 9744273 w 10232859"/>
              <a:gd name="connsiteY240" fmla="*/ 1530026 h 1705557"/>
              <a:gd name="connsiteX241" fmla="*/ 9771903 w 10232859"/>
              <a:gd name="connsiteY241" fmla="*/ 1536548 h 1705557"/>
              <a:gd name="connsiteX242" fmla="*/ 9818565 w 10232859"/>
              <a:gd name="connsiteY242" fmla="*/ 1545059 h 1705557"/>
              <a:gd name="connsiteX243" fmla="*/ 9882202 w 10232859"/>
              <a:gd name="connsiteY243" fmla="*/ 1572402 h 1705557"/>
              <a:gd name="connsiteX244" fmla="*/ 10022025 w 10232859"/>
              <a:gd name="connsiteY244" fmla="*/ 1606210 h 1705557"/>
              <a:gd name="connsiteX245" fmla="*/ 10220406 w 10232859"/>
              <a:gd name="connsiteY245" fmla="*/ 1683519 h 1705557"/>
              <a:gd name="connsiteX246" fmla="*/ 10232859 w 10232859"/>
              <a:gd name="connsiteY246" fmla="*/ 1705557 h 1705557"/>
              <a:gd name="connsiteX247" fmla="*/ 0 w 10232859"/>
              <a:gd name="connsiteY247" fmla="*/ 1705557 h 1705557"/>
              <a:gd name="connsiteX248" fmla="*/ 0 w 10232859"/>
              <a:gd name="connsiteY248" fmla="*/ 28342 h 1705557"/>
              <a:gd name="connsiteX249" fmla="*/ 8097 w 10232859"/>
              <a:gd name="connsiteY249" fmla="*/ 30869 h 1705557"/>
              <a:gd name="connsiteX250" fmla="*/ 77128 w 10232859"/>
              <a:gd name="connsiteY250" fmla="*/ 13381 h 1705557"/>
              <a:gd name="connsiteX251" fmla="*/ 188338 w 10232859"/>
              <a:gd name="connsiteY251" fmla="*/ 11593 h 1705557"/>
              <a:gd name="connsiteX252" fmla="*/ 298809 w 10232859"/>
              <a:gd name="connsiteY252" fmla="*/ 12712 h 1705557"/>
              <a:gd name="connsiteX253" fmla="*/ 338985 w 10232859"/>
              <a:gd name="connsiteY253" fmla="*/ 14520 h 1705557"/>
              <a:gd name="connsiteX254" fmla="*/ 409815 w 10232859"/>
              <a:gd name="connsiteY254" fmla="*/ 11559 h 1705557"/>
              <a:gd name="connsiteX255" fmla="*/ 424169 w 10232859"/>
              <a:gd name="connsiteY255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110077 w 10232859"/>
              <a:gd name="connsiteY76" fmla="*/ 155716 h 1705557"/>
              <a:gd name="connsiteX77" fmla="*/ 3173743 w 10232859"/>
              <a:gd name="connsiteY77" fmla="*/ 166095 h 1705557"/>
              <a:gd name="connsiteX78" fmla="*/ 3254203 w 10232859"/>
              <a:gd name="connsiteY78" fmla="*/ 158270 h 1705557"/>
              <a:gd name="connsiteX79" fmla="*/ 3380350 w 10232859"/>
              <a:gd name="connsiteY79" fmla="*/ 157665 h 1705557"/>
              <a:gd name="connsiteX80" fmla="*/ 3476147 w 10232859"/>
              <a:gd name="connsiteY80" fmla="*/ 177439 h 1705557"/>
              <a:gd name="connsiteX81" fmla="*/ 3581876 w 10232859"/>
              <a:gd name="connsiteY81" fmla="*/ 156962 h 1705557"/>
              <a:gd name="connsiteX82" fmla="*/ 3704761 w 10232859"/>
              <a:gd name="connsiteY82" fmla="*/ 157006 h 1705557"/>
              <a:gd name="connsiteX83" fmla="*/ 3755040 w 10232859"/>
              <a:gd name="connsiteY83" fmla="*/ 148492 h 1705557"/>
              <a:gd name="connsiteX84" fmla="*/ 3804689 w 10232859"/>
              <a:gd name="connsiteY84" fmla="*/ 158407 h 1705557"/>
              <a:gd name="connsiteX85" fmla="*/ 3821793 w 10232859"/>
              <a:gd name="connsiteY85" fmla="*/ 151257 h 1705557"/>
              <a:gd name="connsiteX86" fmla="*/ 3824682 w 10232859"/>
              <a:gd name="connsiteY86" fmla="*/ 149833 h 1705557"/>
              <a:gd name="connsiteX87" fmla="*/ 3837536 w 10232859"/>
              <a:gd name="connsiteY87" fmla="*/ 148292 h 1705557"/>
              <a:gd name="connsiteX88" fmla="*/ 3839550 w 10232859"/>
              <a:gd name="connsiteY88" fmla="*/ 142661 h 1705557"/>
              <a:gd name="connsiteX89" fmla="*/ 3857743 w 10232859"/>
              <a:gd name="connsiteY89" fmla="*/ 136618 h 1705557"/>
              <a:gd name="connsiteX90" fmla="*/ 3881852 w 10232859"/>
              <a:gd name="connsiteY90" fmla="*/ 135231 h 1705557"/>
              <a:gd name="connsiteX91" fmla="*/ 3998088 w 10232859"/>
              <a:gd name="connsiteY91" fmla="*/ 134446 h 1705557"/>
              <a:gd name="connsiteX92" fmla="*/ 4066682 w 10232859"/>
              <a:gd name="connsiteY92" fmla="*/ 130661 h 1705557"/>
              <a:gd name="connsiteX93" fmla="*/ 4091246 w 10232859"/>
              <a:gd name="connsiteY93" fmla="*/ 124017 h 1705557"/>
              <a:gd name="connsiteX94" fmla="*/ 4126556 w 10232859"/>
              <a:gd name="connsiteY94" fmla="*/ 118239 h 1705557"/>
              <a:gd name="connsiteX95" fmla="*/ 4187717 w 10232859"/>
              <a:gd name="connsiteY95" fmla="*/ 104010 h 1705557"/>
              <a:gd name="connsiteX96" fmla="*/ 4220826 w 10232859"/>
              <a:gd name="connsiteY96" fmla="*/ 102505 h 1705557"/>
              <a:gd name="connsiteX97" fmla="*/ 4239014 w 10232859"/>
              <a:gd name="connsiteY97" fmla="*/ 97354 h 1705557"/>
              <a:gd name="connsiteX98" fmla="*/ 4246653 w 10232859"/>
              <a:gd name="connsiteY98" fmla="*/ 97874 h 1705557"/>
              <a:gd name="connsiteX99" fmla="*/ 4271841 w 10232859"/>
              <a:gd name="connsiteY99" fmla="*/ 96702 h 1705557"/>
              <a:gd name="connsiteX100" fmla="*/ 4286277 w 10232859"/>
              <a:gd name="connsiteY100" fmla="*/ 96687 h 1705557"/>
              <a:gd name="connsiteX101" fmla="*/ 4292025 w 10232859"/>
              <a:gd name="connsiteY101" fmla="*/ 96921 h 1705557"/>
              <a:gd name="connsiteX102" fmla="*/ 4304713 w 10232859"/>
              <a:gd name="connsiteY102" fmla="*/ 102187 h 1705557"/>
              <a:gd name="connsiteX103" fmla="*/ 4321285 w 10232859"/>
              <a:gd name="connsiteY103" fmla="*/ 100074 h 1705557"/>
              <a:gd name="connsiteX104" fmla="*/ 4339561 w 10232859"/>
              <a:gd name="connsiteY104" fmla="*/ 105320 h 1705557"/>
              <a:gd name="connsiteX105" fmla="*/ 4343990 w 10232859"/>
              <a:gd name="connsiteY105" fmla="*/ 101090 h 1705557"/>
              <a:gd name="connsiteX106" fmla="*/ 4358885 w 10232859"/>
              <a:gd name="connsiteY106" fmla="*/ 96778 h 1705557"/>
              <a:gd name="connsiteX107" fmla="*/ 4371648 w 10232859"/>
              <a:gd name="connsiteY107" fmla="*/ 101826 h 1705557"/>
              <a:gd name="connsiteX108" fmla="*/ 4398380 w 10232859"/>
              <a:gd name="connsiteY108" fmla="*/ 104961 h 1705557"/>
              <a:gd name="connsiteX109" fmla="*/ 4405729 w 10232859"/>
              <a:gd name="connsiteY109" fmla="*/ 104191 h 1705557"/>
              <a:gd name="connsiteX110" fmla="*/ 4431408 w 10232859"/>
              <a:gd name="connsiteY110" fmla="*/ 110825 h 1705557"/>
              <a:gd name="connsiteX111" fmla="*/ 4472183 w 10232859"/>
              <a:gd name="connsiteY111" fmla="*/ 116430 h 1705557"/>
              <a:gd name="connsiteX112" fmla="*/ 4518828 w 10232859"/>
              <a:gd name="connsiteY112" fmla="*/ 119114 h 1705557"/>
              <a:gd name="connsiteX113" fmla="*/ 4532040 w 10232859"/>
              <a:gd name="connsiteY113" fmla="*/ 124307 h 1705557"/>
              <a:gd name="connsiteX114" fmla="*/ 4617778 w 10232859"/>
              <a:gd name="connsiteY114" fmla="*/ 136993 h 1705557"/>
              <a:gd name="connsiteX115" fmla="*/ 4641872 w 10232859"/>
              <a:gd name="connsiteY115" fmla="*/ 140721 h 1705557"/>
              <a:gd name="connsiteX116" fmla="*/ 4662766 w 10232859"/>
              <a:gd name="connsiteY116" fmla="*/ 138952 h 1705557"/>
              <a:gd name="connsiteX117" fmla="*/ 4667770 w 10232859"/>
              <a:gd name="connsiteY117" fmla="*/ 134208 h 1705557"/>
              <a:gd name="connsiteX118" fmla="*/ 4681052 w 10232859"/>
              <a:gd name="connsiteY118" fmla="*/ 135461 h 1705557"/>
              <a:gd name="connsiteX119" fmla="*/ 4684624 w 10232859"/>
              <a:gd name="connsiteY119" fmla="*/ 134755 h 1705557"/>
              <a:gd name="connsiteX120" fmla="*/ 4705061 w 10232859"/>
              <a:gd name="connsiteY120" fmla="*/ 131748 h 1705557"/>
              <a:gd name="connsiteX121" fmla="*/ 4747746 w 10232859"/>
              <a:gd name="connsiteY121" fmla="*/ 151131 h 1705557"/>
              <a:gd name="connsiteX122" fmla="*/ 4801045 w 10232859"/>
              <a:gd name="connsiteY122" fmla="*/ 153753 h 1705557"/>
              <a:gd name="connsiteX123" fmla="*/ 5001600 w 10232859"/>
              <a:gd name="connsiteY123" fmla="*/ 196753 h 1705557"/>
              <a:gd name="connsiteX124" fmla="*/ 5033465 w 10232859"/>
              <a:gd name="connsiteY124" fmla="*/ 182429 h 1705557"/>
              <a:gd name="connsiteX125" fmla="*/ 5115965 w 10232859"/>
              <a:gd name="connsiteY125" fmla="*/ 192583 h 1705557"/>
              <a:gd name="connsiteX126" fmla="*/ 5237936 w 10232859"/>
              <a:gd name="connsiteY126" fmla="*/ 246022 h 1705557"/>
              <a:gd name="connsiteX127" fmla="*/ 5290566 w 10232859"/>
              <a:gd name="connsiteY127" fmla="*/ 269809 h 1705557"/>
              <a:gd name="connsiteX128" fmla="*/ 5344878 w 10232859"/>
              <a:gd name="connsiteY128" fmla="*/ 282874 h 1705557"/>
              <a:gd name="connsiteX129" fmla="*/ 5413398 w 10232859"/>
              <a:gd name="connsiteY129" fmla="*/ 282749 h 1705557"/>
              <a:gd name="connsiteX130" fmla="*/ 5415629 w 10232859"/>
              <a:gd name="connsiteY130" fmla="*/ 282282 h 1705557"/>
              <a:gd name="connsiteX131" fmla="*/ 5433078 w 10232859"/>
              <a:gd name="connsiteY131" fmla="*/ 286198 h 1705557"/>
              <a:gd name="connsiteX132" fmla="*/ 5435759 w 10232859"/>
              <a:gd name="connsiteY132" fmla="*/ 289614 h 1705557"/>
              <a:gd name="connsiteX133" fmla="*/ 5447372 w 10232859"/>
              <a:gd name="connsiteY133" fmla="*/ 293101 h 1705557"/>
              <a:gd name="connsiteX134" fmla="*/ 5469289 w 10232859"/>
              <a:gd name="connsiteY134" fmla="*/ 302134 h 1705557"/>
              <a:gd name="connsiteX135" fmla="*/ 5508752 w 10232859"/>
              <a:gd name="connsiteY135" fmla="*/ 312267 h 1705557"/>
              <a:gd name="connsiteX136" fmla="*/ 5509657 w 10232859"/>
              <a:gd name="connsiteY136" fmla="*/ 311450 h 1705557"/>
              <a:gd name="connsiteX137" fmla="*/ 5521245 w 10232859"/>
              <a:gd name="connsiteY137" fmla="*/ 310202 h 1705557"/>
              <a:gd name="connsiteX138" fmla="*/ 5542415 w 10232859"/>
              <a:gd name="connsiteY138" fmla="*/ 310009 h 1705557"/>
              <a:gd name="connsiteX139" fmla="*/ 5596538 w 10232859"/>
              <a:gd name="connsiteY139" fmla="*/ 297667 h 1705557"/>
              <a:gd name="connsiteX140" fmla="*/ 5632514 w 10232859"/>
              <a:gd name="connsiteY140" fmla="*/ 308476 h 1705557"/>
              <a:gd name="connsiteX141" fmla="*/ 5640005 w 10232859"/>
              <a:gd name="connsiteY141" fmla="*/ 310131 h 1705557"/>
              <a:gd name="connsiteX142" fmla="*/ 5640259 w 10232859"/>
              <a:gd name="connsiteY142" fmla="*/ 309949 h 1705557"/>
              <a:gd name="connsiteX143" fmla="*/ 5648365 w 10232859"/>
              <a:gd name="connsiteY143" fmla="*/ 311268 h 1705557"/>
              <a:gd name="connsiteX144" fmla="*/ 5653662 w 10232859"/>
              <a:gd name="connsiteY144" fmla="*/ 313149 h 1705557"/>
              <a:gd name="connsiteX145" fmla="*/ 5668196 w 10232859"/>
              <a:gd name="connsiteY145" fmla="*/ 316360 h 1705557"/>
              <a:gd name="connsiteX146" fmla="*/ 5673886 w 10232859"/>
              <a:gd name="connsiteY146" fmla="*/ 316040 h 1705557"/>
              <a:gd name="connsiteX147" fmla="*/ 5677139 w 10232859"/>
              <a:gd name="connsiteY147" fmla="*/ 313859 h 1705557"/>
              <a:gd name="connsiteX148" fmla="*/ 5708983 w 10232859"/>
              <a:gd name="connsiteY148" fmla="*/ 313188 h 1705557"/>
              <a:gd name="connsiteX149" fmla="*/ 5773909 w 10232859"/>
              <a:gd name="connsiteY149" fmla="*/ 318575 h 1705557"/>
              <a:gd name="connsiteX150" fmla="*/ 5809500 w 10232859"/>
              <a:gd name="connsiteY150" fmla="*/ 324964 h 1705557"/>
              <a:gd name="connsiteX151" fmla="*/ 5908729 w 10232859"/>
              <a:gd name="connsiteY151" fmla="*/ 338849 h 1705557"/>
              <a:gd name="connsiteX152" fmla="*/ 6009654 w 10232859"/>
              <a:gd name="connsiteY152" fmla="*/ 350040 h 1705557"/>
              <a:gd name="connsiteX153" fmla="*/ 6067487 w 10232859"/>
              <a:gd name="connsiteY153" fmla="*/ 340226 h 1705557"/>
              <a:gd name="connsiteX154" fmla="*/ 6073281 w 10232859"/>
              <a:gd name="connsiteY154" fmla="*/ 340830 h 1705557"/>
              <a:gd name="connsiteX155" fmla="*/ 6086225 w 10232859"/>
              <a:gd name="connsiteY155" fmla="*/ 346135 h 1705557"/>
              <a:gd name="connsiteX156" fmla="*/ 6105063 w 10232859"/>
              <a:gd name="connsiteY156" fmla="*/ 353854 h 1705557"/>
              <a:gd name="connsiteX157" fmla="*/ 6135796 w 10232859"/>
              <a:gd name="connsiteY157" fmla="*/ 369657 h 1705557"/>
              <a:gd name="connsiteX158" fmla="*/ 6195166 w 10232859"/>
              <a:gd name="connsiteY158" fmla="*/ 366704 h 1705557"/>
              <a:gd name="connsiteX159" fmla="*/ 6216259 w 10232859"/>
              <a:gd name="connsiteY159" fmla="*/ 369879 h 1705557"/>
              <a:gd name="connsiteX160" fmla="*/ 6228331 w 10232859"/>
              <a:gd name="connsiteY160" fmla="*/ 370548 h 1705557"/>
              <a:gd name="connsiteX161" fmla="*/ 6229602 w 10232859"/>
              <a:gd name="connsiteY161" fmla="*/ 369928 h 1705557"/>
              <a:gd name="connsiteX162" fmla="*/ 6258988 w 10232859"/>
              <a:gd name="connsiteY162" fmla="*/ 385174 h 1705557"/>
              <a:gd name="connsiteX163" fmla="*/ 6264106 w 10232859"/>
              <a:gd name="connsiteY163" fmla="*/ 385655 h 1705557"/>
              <a:gd name="connsiteX164" fmla="*/ 6281703 w 10232859"/>
              <a:gd name="connsiteY164" fmla="*/ 397568 h 1705557"/>
              <a:gd name="connsiteX165" fmla="*/ 6291622 w 10232859"/>
              <a:gd name="connsiteY165" fmla="*/ 402669 h 1705557"/>
              <a:gd name="connsiteX166" fmla="*/ 6292712 w 10232859"/>
              <a:gd name="connsiteY166" fmla="*/ 406285 h 1705557"/>
              <a:gd name="connsiteX167" fmla="*/ 6308227 w 10232859"/>
              <a:gd name="connsiteY167" fmla="*/ 412710 h 1705557"/>
              <a:gd name="connsiteX168" fmla="*/ 6328981 w 10232859"/>
              <a:gd name="connsiteY168" fmla="*/ 416009 h 1705557"/>
              <a:gd name="connsiteX169" fmla="*/ 6368693 w 10232859"/>
              <a:gd name="connsiteY169" fmla="*/ 424359 h 1705557"/>
              <a:gd name="connsiteX170" fmla="*/ 6414811 w 10232859"/>
              <a:gd name="connsiteY170" fmla="*/ 458714 h 1705557"/>
              <a:gd name="connsiteX171" fmla="*/ 6467879 w 10232859"/>
              <a:gd name="connsiteY171" fmla="*/ 474762 h 1705557"/>
              <a:gd name="connsiteX172" fmla="*/ 6564351 w 10232859"/>
              <a:gd name="connsiteY172" fmla="*/ 544032 h 1705557"/>
              <a:gd name="connsiteX173" fmla="*/ 6711178 w 10232859"/>
              <a:gd name="connsiteY173" fmla="*/ 580124 h 1705557"/>
              <a:gd name="connsiteX174" fmla="*/ 6764036 w 10232859"/>
              <a:gd name="connsiteY174" fmla="*/ 595457 h 1705557"/>
              <a:gd name="connsiteX175" fmla="*/ 6858983 w 10232859"/>
              <a:gd name="connsiteY175" fmla="*/ 630237 h 1705557"/>
              <a:gd name="connsiteX176" fmla="*/ 6910661 w 10232859"/>
              <a:gd name="connsiteY176" fmla="*/ 641134 h 1705557"/>
              <a:gd name="connsiteX177" fmla="*/ 6944111 w 10232859"/>
              <a:gd name="connsiteY177" fmla="*/ 666016 h 1705557"/>
              <a:gd name="connsiteX178" fmla="*/ 6965771 w 10232859"/>
              <a:gd name="connsiteY178" fmla="*/ 666445 h 1705557"/>
              <a:gd name="connsiteX179" fmla="*/ 6969639 w 10232859"/>
              <a:gd name="connsiteY179" fmla="*/ 666351 h 1705557"/>
              <a:gd name="connsiteX180" fmla="*/ 6982242 w 10232859"/>
              <a:gd name="connsiteY180" fmla="*/ 669626 h 1705557"/>
              <a:gd name="connsiteX181" fmla="*/ 6989387 w 10232859"/>
              <a:gd name="connsiteY181" fmla="*/ 665988 h 1705557"/>
              <a:gd name="connsiteX182" fmla="*/ 7010930 w 10232859"/>
              <a:gd name="connsiteY182" fmla="*/ 667648 h 1705557"/>
              <a:gd name="connsiteX183" fmla="*/ 7033125 w 10232859"/>
              <a:gd name="connsiteY183" fmla="*/ 674950 h 1705557"/>
              <a:gd name="connsiteX184" fmla="*/ 7134461 w 10232859"/>
              <a:gd name="connsiteY184" fmla="*/ 714706 h 1705557"/>
              <a:gd name="connsiteX185" fmla="*/ 7197450 w 10232859"/>
              <a:gd name="connsiteY185" fmla="*/ 735608 h 1705557"/>
              <a:gd name="connsiteX186" fmla="*/ 7225084 w 10232859"/>
              <a:gd name="connsiteY186" fmla="*/ 739019 h 1705557"/>
              <a:gd name="connsiteX187" fmla="*/ 7261183 w 10232859"/>
              <a:gd name="connsiteY187" fmla="*/ 746827 h 1705557"/>
              <a:gd name="connsiteX188" fmla="*/ 7327760 w 10232859"/>
              <a:gd name="connsiteY188" fmla="*/ 757100 h 1705557"/>
              <a:gd name="connsiteX189" fmla="*/ 7412222 w 10232859"/>
              <a:gd name="connsiteY189" fmla="*/ 777001 h 1705557"/>
              <a:gd name="connsiteX190" fmla="*/ 7457904 w 10232859"/>
              <a:gd name="connsiteY190" fmla="*/ 810835 h 1705557"/>
              <a:gd name="connsiteX191" fmla="*/ 7465795 w 10232859"/>
              <a:gd name="connsiteY191" fmla="*/ 809112 h 1705557"/>
              <a:gd name="connsiteX192" fmla="*/ 7505046 w 10232859"/>
              <a:gd name="connsiteY192" fmla="*/ 823031 h 1705557"/>
              <a:gd name="connsiteX193" fmla="*/ 7623220 w 10232859"/>
              <a:gd name="connsiteY193" fmla="*/ 895034 h 1705557"/>
              <a:gd name="connsiteX194" fmla="*/ 7700458 w 10232859"/>
              <a:gd name="connsiteY194" fmla="*/ 921593 h 1705557"/>
              <a:gd name="connsiteX195" fmla="*/ 7730988 w 10232859"/>
              <a:gd name="connsiteY195" fmla="*/ 927270 h 1705557"/>
              <a:gd name="connsiteX196" fmla="*/ 7781942 w 10232859"/>
              <a:gd name="connsiteY196" fmla="*/ 937017 h 1705557"/>
              <a:gd name="connsiteX197" fmla="*/ 7827704 w 10232859"/>
              <a:gd name="connsiteY197" fmla="*/ 935072 h 1705557"/>
              <a:gd name="connsiteX198" fmla="*/ 7867270 w 10232859"/>
              <a:gd name="connsiteY198" fmla="*/ 946880 h 1705557"/>
              <a:gd name="connsiteX199" fmla="*/ 7866538 w 10232859"/>
              <a:gd name="connsiteY199" fmla="*/ 961559 h 1705557"/>
              <a:gd name="connsiteX200" fmla="*/ 7912084 w 10232859"/>
              <a:gd name="connsiteY200" fmla="*/ 970314 h 1705557"/>
              <a:gd name="connsiteX201" fmla="*/ 7982264 w 10232859"/>
              <a:gd name="connsiteY201" fmla="*/ 982287 h 1705557"/>
              <a:gd name="connsiteX202" fmla="*/ 7991272 w 10232859"/>
              <a:gd name="connsiteY202" fmla="*/ 987618 h 1705557"/>
              <a:gd name="connsiteX203" fmla="*/ 8006496 w 10232859"/>
              <a:gd name="connsiteY203" fmla="*/ 979353 h 1705557"/>
              <a:gd name="connsiteX204" fmla="*/ 8034497 w 10232859"/>
              <a:gd name="connsiteY204" fmla="*/ 978568 h 1705557"/>
              <a:gd name="connsiteX205" fmla="*/ 8150881 w 10232859"/>
              <a:gd name="connsiteY205" fmla="*/ 996925 h 1705557"/>
              <a:gd name="connsiteX206" fmla="*/ 8172106 w 10232859"/>
              <a:gd name="connsiteY206" fmla="*/ 997026 h 1705557"/>
              <a:gd name="connsiteX207" fmla="*/ 8196076 w 10232859"/>
              <a:gd name="connsiteY207" fmla="*/ 1006592 h 1705557"/>
              <a:gd name="connsiteX208" fmla="*/ 8247463 w 10232859"/>
              <a:gd name="connsiteY208" fmla="*/ 1022846 h 1705557"/>
              <a:gd name="connsiteX209" fmla="*/ 8279272 w 10232859"/>
              <a:gd name="connsiteY209" fmla="*/ 1039435 h 1705557"/>
              <a:gd name="connsiteX210" fmla="*/ 8289611 w 10232859"/>
              <a:gd name="connsiteY210" fmla="*/ 1035144 h 1705557"/>
              <a:gd name="connsiteX211" fmla="*/ 8311483 w 10232859"/>
              <a:gd name="connsiteY211" fmla="*/ 1035913 h 1705557"/>
              <a:gd name="connsiteX212" fmla="*/ 8399489 w 10232859"/>
              <a:gd name="connsiteY212" fmla="*/ 1055076 h 1705557"/>
              <a:gd name="connsiteX213" fmla="*/ 8415973 w 10232859"/>
              <a:gd name="connsiteY213" fmla="*/ 1056174 h 1705557"/>
              <a:gd name="connsiteX214" fmla="*/ 8433326 w 10232859"/>
              <a:gd name="connsiteY214" fmla="*/ 1064395 h 1705557"/>
              <a:gd name="connsiteX215" fmla="*/ 8502328 w 10232859"/>
              <a:gd name="connsiteY215" fmla="*/ 1098012 h 1705557"/>
              <a:gd name="connsiteX216" fmla="*/ 8534346 w 10232859"/>
              <a:gd name="connsiteY216" fmla="*/ 1113494 h 1705557"/>
              <a:gd name="connsiteX217" fmla="*/ 8534980 w 10232859"/>
              <a:gd name="connsiteY217" fmla="*/ 1117375 h 1705557"/>
              <a:gd name="connsiteX218" fmla="*/ 8544104 w 10232859"/>
              <a:gd name="connsiteY218" fmla="*/ 1114920 h 1705557"/>
              <a:gd name="connsiteX219" fmla="*/ 8567742 w 10232859"/>
              <a:gd name="connsiteY219" fmla="*/ 1124104 h 1705557"/>
              <a:gd name="connsiteX220" fmla="*/ 8633779 w 10232859"/>
              <a:gd name="connsiteY220" fmla="*/ 1145740 h 1705557"/>
              <a:gd name="connsiteX221" fmla="*/ 8676965 w 10232859"/>
              <a:gd name="connsiteY221" fmla="*/ 1163463 h 1705557"/>
              <a:gd name="connsiteX222" fmla="*/ 8698944 w 10232859"/>
              <a:gd name="connsiteY222" fmla="*/ 1163453 h 1705557"/>
              <a:gd name="connsiteX223" fmla="*/ 8711456 w 10232859"/>
              <a:gd name="connsiteY223" fmla="*/ 1175731 h 1705557"/>
              <a:gd name="connsiteX224" fmla="*/ 8732793 w 10232859"/>
              <a:gd name="connsiteY224" fmla="*/ 1179486 h 1705557"/>
              <a:gd name="connsiteX225" fmla="*/ 8751897 w 10232859"/>
              <a:gd name="connsiteY225" fmla="*/ 1197400 h 1705557"/>
              <a:gd name="connsiteX226" fmla="*/ 8793564 w 10232859"/>
              <a:gd name="connsiteY226" fmla="*/ 1179086 h 1705557"/>
              <a:gd name="connsiteX227" fmla="*/ 8834270 w 10232859"/>
              <a:gd name="connsiteY227" fmla="*/ 1213138 h 1705557"/>
              <a:gd name="connsiteX228" fmla="*/ 8853872 w 10232859"/>
              <a:gd name="connsiteY228" fmla="*/ 1221228 h 1705557"/>
              <a:gd name="connsiteX229" fmla="*/ 8861901 w 10232859"/>
              <a:gd name="connsiteY229" fmla="*/ 1217889 h 1705557"/>
              <a:gd name="connsiteX230" fmla="*/ 8874168 w 10232859"/>
              <a:gd name="connsiteY230" fmla="*/ 1220481 h 1705557"/>
              <a:gd name="connsiteX231" fmla="*/ 8871123 w 10232859"/>
              <a:gd name="connsiteY231" fmla="*/ 1227674 h 1705557"/>
              <a:gd name="connsiteX232" fmla="*/ 8903537 w 10232859"/>
              <a:gd name="connsiteY232" fmla="*/ 1237102 h 1705557"/>
              <a:gd name="connsiteX233" fmla="*/ 8933767 w 10232859"/>
              <a:gd name="connsiteY233" fmla="*/ 1269882 h 1705557"/>
              <a:gd name="connsiteX234" fmla="*/ 8985765 w 10232859"/>
              <a:gd name="connsiteY234" fmla="*/ 1294178 h 1705557"/>
              <a:gd name="connsiteX235" fmla="*/ 9071444 w 10232859"/>
              <a:gd name="connsiteY235" fmla="*/ 1323819 h 1705557"/>
              <a:gd name="connsiteX236" fmla="*/ 9096711 w 10232859"/>
              <a:gd name="connsiteY236" fmla="*/ 1334291 h 1705557"/>
              <a:gd name="connsiteX237" fmla="*/ 9338853 w 10232859"/>
              <a:gd name="connsiteY237" fmla="*/ 1454560 h 1705557"/>
              <a:gd name="connsiteX238" fmla="*/ 9520814 w 10232859"/>
              <a:gd name="connsiteY238" fmla="*/ 1456341 h 1705557"/>
              <a:gd name="connsiteX239" fmla="*/ 9702271 w 10232859"/>
              <a:gd name="connsiteY239" fmla="*/ 1495067 h 1705557"/>
              <a:gd name="connsiteX240" fmla="*/ 9744273 w 10232859"/>
              <a:gd name="connsiteY240" fmla="*/ 1530026 h 1705557"/>
              <a:gd name="connsiteX241" fmla="*/ 9771903 w 10232859"/>
              <a:gd name="connsiteY241" fmla="*/ 1536548 h 1705557"/>
              <a:gd name="connsiteX242" fmla="*/ 9818565 w 10232859"/>
              <a:gd name="connsiteY242" fmla="*/ 1545059 h 1705557"/>
              <a:gd name="connsiteX243" fmla="*/ 9882202 w 10232859"/>
              <a:gd name="connsiteY243" fmla="*/ 1572402 h 1705557"/>
              <a:gd name="connsiteX244" fmla="*/ 10022025 w 10232859"/>
              <a:gd name="connsiteY244" fmla="*/ 1606210 h 1705557"/>
              <a:gd name="connsiteX245" fmla="*/ 10220406 w 10232859"/>
              <a:gd name="connsiteY245" fmla="*/ 1683519 h 1705557"/>
              <a:gd name="connsiteX246" fmla="*/ 10232859 w 10232859"/>
              <a:gd name="connsiteY246" fmla="*/ 1705557 h 1705557"/>
              <a:gd name="connsiteX247" fmla="*/ 0 w 10232859"/>
              <a:gd name="connsiteY247" fmla="*/ 1705557 h 1705557"/>
              <a:gd name="connsiteX248" fmla="*/ 0 w 10232859"/>
              <a:gd name="connsiteY248" fmla="*/ 28342 h 1705557"/>
              <a:gd name="connsiteX249" fmla="*/ 8097 w 10232859"/>
              <a:gd name="connsiteY249" fmla="*/ 30869 h 1705557"/>
              <a:gd name="connsiteX250" fmla="*/ 77128 w 10232859"/>
              <a:gd name="connsiteY250" fmla="*/ 13381 h 1705557"/>
              <a:gd name="connsiteX251" fmla="*/ 188338 w 10232859"/>
              <a:gd name="connsiteY251" fmla="*/ 11593 h 1705557"/>
              <a:gd name="connsiteX252" fmla="*/ 298809 w 10232859"/>
              <a:gd name="connsiteY252" fmla="*/ 12712 h 1705557"/>
              <a:gd name="connsiteX253" fmla="*/ 338985 w 10232859"/>
              <a:gd name="connsiteY253" fmla="*/ 14520 h 1705557"/>
              <a:gd name="connsiteX254" fmla="*/ 409815 w 10232859"/>
              <a:gd name="connsiteY254" fmla="*/ 11559 h 1705557"/>
              <a:gd name="connsiteX255" fmla="*/ 424169 w 10232859"/>
              <a:gd name="connsiteY255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90341 w 10232859"/>
              <a:gd name="connsiteY50" fmla="*/ 217588 h 1705557"/>
              <a:gd name="connsiteX51" fmla="*/ 2588929 w 10232859"/>
              <a:gd name="connsiteY51" fmla="*/ 207494 h 1705557"/>
              <a:gd name="connsiteX52" fmla="*/ 2687426 w 10232859"/>
              <a:gd name="connsiteY52" fmla="*/ 200362 h 1705557"/>
              <a:gd name="connsiteX53" fmla="*/ 2723517 w 10232859"/>
              <a:gd name="connsiteY53" fmla="*/ 199166 h 1705557"/>
              <a:gd name="connsiteX54" fmla="*/ 2785956 w 10232859"/>
              <a:gd name="connsiteY54" fmla="*/ 190918 h 1705557"/>
              <a:gd name="connsiteX55" fmla="*/ 2813378 w 10232859"/>
              <a:gd name="connsiteY55" fmla="*/ 183347 h 1705557"/>
              <a:gd name="connsiteX56" fmla="*/ 2814782 w 10232859"/>
              <a:gd name="connsiteY56" fmla="*/ 183667 h 1705557"/>
              <a:gd name="connsiteX57" fmla="*/ 2816580 w 10232859"/>
              <a:gd name="connsiteY57" fmla="*/ 180880 h 1705557"/>
              <a:gd name="connsiteX58" fmla="*/ 2821623 w 10232859"/>
              <a:gd name="connsiteY58" fmla="*/ 179389 h 1705557"/>
              <a:gd name="connsiteX59" fmla="*/ 2836688 w 10232859"/>
              <a:gd name="connsiteY59" fmla="*/ 179485 h 1705557"/>
              <a:gd name="connsiteX60" fmla="*/ 2842564 w 10232859"/>
              <a:gd name="connsiteY60" fmla="*/ 180209 h 1705557"/>
              <a:gd name="connsiteX61" fmla="*/ 2850712 w 10232859"/>
              <a:gd name="connsiteY61" fmla="*/ 179804 h 1705557"/>
              <a:gd name="connsiteX62" fmla="*/ 2850846 w 10232859"/>
              <a:gd name="connsiteY62" fmla="*/ 179576 h 1705557"/>
              <a:gd name="connsiteX63" fmla="*/ 2858611 w 10232859"/>
              <a:gd name="connsiteY63" fmla="*/ 179626 h 1705557"/>
              <a:gd name="connsiteX64" fmla="*/ 2897454 w 10232859"/>
              <a:gd name="connsiteY64" fmla="*/ 182628 h 1705557"/>
              <a:gd name="connsiteX65" fmla="*/ 2940369 w 10232859"/>
              <a:gd name="connsiteY65" fmla="*/ 159458 h 1705557"/>
              <a:gd name="connsiteX66" fmla="*/ 2959670 w 10232859"/>
              <a:gd name="connsiteY66" fmla="*/ 154881 h 1705557"/>
              <a:gd name="connsiteX67" fmla="*/ 2969615 w 10232859"/>
              <a:gd name="connsiteY67" fmla="*/ 151269 h 1705557"/>
              <a:gd name="connsiteX68" fmla="*/ 2970000 w 10232859"/>
              <a:gd name="connsiteY68" fmla="*/ 150290 h 1705557"/>
              <a:gd name="connsiteX69" fmla="*/ 3007272 w 10232859"/>
              <a:gd name="connsiteY69" fmla="*/ 153280 h 1705557"/>
              <a:gd name="connsiteX70" fmla="*/ 3011677 w 10232859"/>
              <a:gd name="connsiteY70" fmla="*/ 151918 h 1705557"/>
              <a:gd name="connsiteX71" fmla="*/ 3036668 w 10232859"/>
              <a:gd name="connsiteY71" fmla="*/ 156118 h 1705557"/>
              <a:gd name="connsiteX72" fmla="*/ 3049208 w 10232859"/>
              <a:gd name="connsiteY72" fmla="*/ 157087 h 1705557"/>
              <a:gd name="connsiteX73" fmla="*/ 3053517 w 10232859"/>
              <a:gd name="connsiteY73" fmla="*/ 159836 h 1705557"/>
              <a:gd name="connsiteX74" fmla="*/ 3071637 w 10232859"/>
              <a:gd name="connsiteY74" fmla="*/ 160010 h 1705557"/>
              <a:gd name="connsiteX75" fmla="*/ 3110077 w 10232859"/>
              <a:gd name="connsiteY75" fmla="*/ 155716 h 1705557"/>
              <a:gd name="connsiteX76" fmla="*/ 3173743 w 10232859"/>
              <a:gd name="connsiteY76" fmla="*/ 166095 h 1705557"/>
              <a:gd name="connsiteX77" fmla="*/ 3254203 w 10232859"/>
              <a:gd name="connsiteY77" fmla="*/ 158270 h 1705557"/>
              <a:gd name="connsiteX78" fmla="*/ 3380350 w 10232859"/>
              <a:gd name="connsiteY78" fmla="*/ 157665 h 1705557"/>
              <a:gd name="connsiteX79" fmla="*/ 3476147 w 10232859"/>
              <a:gd name="connsiteY79" fmla="*/ 177439 h 1705557"/>
              <a:gd name="connsiteX80" fmla="*/ 3581876 w 10232859"/>
              <a:gd name="connsiteY80" fmla="*/ 156962 h 1705557"/>
              <a:gd name="connsiteX81" fmla="*/ 3704761 w 10232859"/>
              <a:gd name="connsiteY81" fmla="*/ 157006 h 1705557"/>
              <a:gd name="connsiteX82" fmla="*/ 3755040 w 10232859"/>
              <a:gd name="connsiteY82" fmla="*/ 148492 h 1705557"/>
              <a:gd name="connsiteX83" fmla="*/ 3804689 w 10232859"/>
              <a:gd name="connsiteY83" fmla="*/ 158407 h 1705557"/>
              <a:gd name="connsiteX84" fmla="*/ 3821793 w 10232859"/>
              <a:gd name="connsiteY84" fmla="*/ 151257 h 1705557"/>
              <a:gd name="connsiteX85" fmla="*/ 3824682 w 10232859"/>
              <a:gd name="connsiteY85" fmla="*/ 149833 h 1705557"/>
              <a:gd name="connsiteX86" fmla="*/ 3837536 w 10232859"/>
              <a:gd name="connsiteY86" fmla="*/ 148292 h 1705557"/>
              <a:gd name="connsiteX87" fmla="*/ 3839550 w 10232859"/>
              <a:gd name="connsiteY87" fmla="*/ 142661 h 1705557"/>
              <a:gd name="connsiteX88" fmla="*/ 3857743 w 10232859"/>
              <a:gd name="connsiteY88" fmla="*/ 136618 h 1705557"/>
              <a:gd name="connsiteX89" fmla="*/ 3881852 w 10232859"/>
              <a:gd name="connsiteY89" fmla="*/ 135231 h 1705557"/>
              <a:gd name="connsiteX90" fmla="*/ 3998088 w 10232859"/>
              <a:gd name="connsiteY90" fmla="*/ 134446 h 1705557"/>
              <a:gd name="connsiteX91" fmla="*/ 4066682 w 10232859"/>
              <a:gd name="connsiteY91" fmla="*/ 130661 h 1705557"/>
              <a:gd name="connsiteX92" fmla="*/ 4091246 w 10232859"/>
              <a:gd name="connsiteY92" fmla="*/ 124017 h 1705557"/>
              <a:gd name="connsiteX93" fmla="*/ 4126556 w 10232859"/>
              <a:gd name="connsiteY93" fmla="*/ 118239 h 1705557"/>
              <a:gd name="connsiteX94" fmla="*/ 4187717 w 10232859"/>
              <a:gd name="connsiteY94" fmla="*/ 104010 h 1705557"/>
              <a:gd name="connsiteX95" fmla="*/ 4220826 w 10232859"/>
              <a:gd name="connsiteY95" fmla="*/ 102505 h 1705557"/>
              <a:gd name="connsiteX96" fmla="*/ 4239014 w 10232859"/>
              <a:gd name="connsiteY96" fmla="*/ 97354 h 1705557"/>
              <a:gd name="connsiteX97" fmla="*/ 4246653 w 10232859"/>
              <a:gd name="connsiteY97" fmla="*/ 97874 h 1705557"/>
              <a:gd name="connsiteX98" fmla="*/ 4271841 w 10232859"/>
              <a:gd name="connsiteY98" fmla="*/ 96702 h 1705557"/>
              <a:gd name="connsiteX99" fmla="*/ 4286277 w 10232859"/>
              <a:gd name="connsiteY99" fmla="*/ 96687 h 1705557"/>
              <a:gd name="connsiteX100" fmla="*/ 4292025 w 10232859"/>
              <a:gd name="connsiteY100" fmla="*/ 96921 h 1705557"/>
              <a:gd name="connsiteX101" fmla="*/ 4304713 w 10232859"/>
              <a:gd name="connsiteY101" fmla="*/ 102187 h 1705557"/>
              <a:gd name="connsiteX102" fmla="*/ 4321285 w 10232859"/>
              <a:gd name="connsiteY102" fmla="*/ 100074 h 1705557"/>
              <a:gd name="connsiteX103" fmla="*/ 4339561 w 10232859"/>
              <a:gd name="connsiteY103" fmla="*/ 105320 h 1705557"/>
              <a:gd name="connsiteX104" fmla="*/ 4343990 w 10232859"/>
              <a:gd name="connsiteY104" fmla="*/ 101090 h 1705557"/>
              <a:gd name="connsiteX105" fmla="*/ 4358885 w 10232859"/>
              <a:gd name="connsiteY105" fmla="*/ 96778 h 1705557"/>
              <a:gd name="connsiteX106" fmla="*/ 4371648 w 10232859"/>
              <a:gd name="connsiteY106" fmla="*/ 101826 h 1705557"/>
              <a:gd name="connsiteX107" fmla="*/ 4398380 w 10232859"/>
              <a:gd name="connsiteY107" fmla="*/ 104961 h 1705557"/>
              <a:gd name="connsiteX108" fmla="*/ 4405729 w 10232859"/>
              <a:gd name="connsiteY108" fmla="*/ 104191 h 1705557"/>
              <a:gd name="connsiteX109" fmla="*/ 4431408 w 10232859"/>
              <a:gd name="connsiteY109" fmla="*/ 110825 h 1705557"/>
              <a:gd name="connsiteX110" fmla="*/ 4472183 w 10232859"/>
              <a:gd name="connsiteY110" fmla="*/ 116430 h 1705557"/>
              <a:gd name="connsiteX111" fmla="*/ 4518828 w 10232859"/>
              <a:gd name="connsiteY111" fmla="*/ 119114 h 1705557"/>
              <a:gd name="connsiteX112" fmla="*/ 4532040 w 10232859"/>
              <a:gd name="connsiteY112" fmla="*/ 124307 h 1705557"/>
              <a:gd name="connsiteX113" fmla="*/ 4617778 w 10232859"/>
              <a:gd name="connsiteY113" fmla="*/ 136993 h 1705557"/>
              <a:gd name="connsiteX114" fmla="*/ 4641872 w 10232859"/>
              <a:gd name="connsiteY114" fmla="*/ 140721 h 1705557"/>
              <a:gd name="connsiteX115" fmla="*/ 4662766 w 10232859"/>
              <a:gd name="connsiteY115" fmla="*/ 138952 h 1705557"/>
              <a:gd name="connsiteX116" fmla="*/ 4667770 w 10232859"/>
              <a:gd name="connsiteY116" fmla="*/ 134208 h 1705557"/>
              <a:gd name="connsiteX117" fmla="*/ 4681052 w 10232859"/>
              <a:gd name="connsiteY117" fmla="*/ 135461 h 1705557"/>
              <a:gd name="connsiteX118" fmla="*/ 4684624 w 10232859"/>
              <a:gd name="connsiteY118" fmla="*/ 134755 h 1705557"/>
              <a:gd name="connsiteX119" fmla="*/ 4705061 w 10232859"/>
              <a:gd name="connsiteY119" fmla="*/ 131748 h 1705557"/>
              <a:gd name="connsiteX120" fmla="*/ 4747746 w 10232859"/>
              <a:gd name="connsiteY120" fmla="*/ 151131 h 1705557"/>
              <a:gd name="connsiteX121" fmla="*/ 4801045 w 10232859"/>
              <a:gd name="connsiteY121" fmla="*/ 153753 h 1705557"/>
              <a:gd name="connsiteX122" fmla="*/ 5001600 w 10232859"/>
              <a:gd name="connsiteY122" fmla="*/ 196753 h 1705557"/>
              <a:gd name="connsiteX123" fmla="*/ 5033465 w 10232859"/>
              <a:gd name="connsiteY123" fmla="*/ 182429 h 1705557"/>
              <a:gd name="connsiteX124" fmla="*/ 5115965 w 10232859"/>
              <a:gd name="connsiteY124" fmla="*/ 192583 h 1705557"/>
              <a:gd name="connsiteX125" fmla="*/ 5237936 w 10232859"/>
              <a:gd name="connsiteY125" fmla="*/ 246022 h 1705557"/>
              <a:gd name="connsiteX126" fmla="*/ 5290566 w 10232859"/>
              <a:gd name="connsiteY126" fmla="*/ 269809 h 1705557"/>
              <a:gd name="connsiteX127" fmla="*/ 5344878 w 10232859"/>
              <a:gd name="connsiteY127" fmla="*/ 282874 h 1705557"/>
              <a:gd name="connsiteX128" fmla="*/ 5413398 w 10232859"/>
              <a:gd name="connsiteY128" fmla="*/ 282749 h 1705557"/>
              <a:gd name="connsiteX129" fmla="*/ 5415629 w 10232859"/>
              <a:gd name="connsiteY129" fmla="*/ 282282 h 1705557"/>
              <a:gd name="connsiteX130" fmla="*/ 5433078 w 10232859"/>
              <a:gd name="connsiteY130" fmla="*/ 286198 h 1705557"/>
              <a:gd name="connsiteX131" fmla="*/ 5435759 w 10232859"/>
              <a:gd name="connsiteY131" fmla="*/ 289614 h 1705557"/>
              <a:gd name="connsiteX132" fmla="*/ 5447372 w 10232859"/>
              <a:gd name="connsiteY132" fmla="*/ 293101 h 1705557"/>
              <a:gd name="connsiteX133" fmla="*/ 5469289 w 10232859"/>
              <a:gd name="connsiteY133" fmla="*/ 302134 h 1705557"/>
              <a:gd name="connsiteX134" fmla="*/ 5508752 w 10232859"/>
              <a:gd name="connsiteY134" fmla="*/ 312267 h 1705557"/>
              <a:gd name="connsiteX135" fmla="*/ 5509657 w 10232859"/>
              <a:gd name="connsiteY135" fmla="*/ 311450 h 1705557"/>
              <a:gd name="connsiteX136" fmla="*/ 5521245 w 10232859"/>
              <a:gd name="connsiteY136" fmla="*/ 310202 h 1705557"/>
              <a:gd name="connsiteX137" fmla="*/ 5542415 w 10232859"/>
              <a:gd name="connsiteY137" fmla="*/ 310009 h 1705557"/>
              <a:gd name="connsiteX138" fmla="*/ 5596538 w 10232859"/>
              <a:gd name="connsiteY138" fmla="*/ 297667 h 1705557"/>
              <a:gd name="connsiteX139" fmla="*/ 5632514 w 10232859"/>
              <a:gd name="connsiteY139" fmla="*/ 308476 h 1705557"/>
              <a:gd name="connsiteX140" fmla="*/ 5640005 w 10232859"/>
              <a:gd name="connsiteY140" fmla="*/ 310131 h 1705557"/>
              <a:gd name="connsiteX141" fmla="*/ 5640259 w 10232859"/>
              <a:gd name="connsiteY141" fmla="*/ 309949 h 1705557"/>
              <a:gd name="connsiteX142" fmla="*/ 5648365 w 10232859"/>
              <a:gd name="connsiteY142" fmla="*/ 311268 h 1705557"/>
              <a:gd name="connsiteX143" fmla="*/ 5653662 w 10232859"/>
              <a:gd name="connsiteY143" fmla="*/ 313149 h 1705557"/>
              <a:gd name="connsiteX144" fmla="*/ 5668196 w 10232859"/>
              <a:gd name="connsiteY144" fmla="*/ 316360 h 1705557"/>
              <a:gd name="connsiteX145" fmla="*/ 5673886 w 10232859"/>
              <a:gd name="connsiteY145" fmla="*/ 316040 h 1705557"/>
              <a:gd name="connsiteX146" fmla="*/ 5677139 w 10232859"/>
              <a:gd name="connsiteY146" fmla="*/ 313859 h 1705557"/>
              <a:gd name="connsiteX147" fmla="*/ 5708983 w 10232859"/>
              <a:gd name="connsiteY147" fmla="*/ 313188 h 1705557"/>
              <a:gd name="connsiteX148" fmla="*/ 5773909 w 10232859"/>
              <a:gd name="connsiteY148" fmla="*/ 318575 h 1705557"/>
              <a:gd name="connsiteX149" fmla="*/ 5809500 w 10232859"/>
              <a:gd name="connsiteY149" fmla="*/ 324964 h 1705557"/>
              <a:gd name="connsiteX150" fmla="*/ 5908729 w 10232859"/>
              <a:gd name="connsiteY150" fmla="*/ 338849 h 1705557"/>
              <a:gd name="connsiteX151" fmla="*/ 6009654 w 10232859"/>
              <a:gd name="connsiteY151" fmla="*/ 350040 h 1705557"/>
              <a:gd name="connsiteX152" fmla="*/ 6067487 w 10232859"/>
              <a:gd name="connsiteY152" fmla="*/ 340226 h 1705557"/>
              <a:gd name="connsiteX153" fmla="*/ 6073281 w 10232859"/>
              <a:gd name="connsiteY153" fmla="*/ 340830 h 1705557"/>
              <a:gd name="connsiteX154" fmla="*/ 6086225 w 10232859"/>
              <a:gd name="connsiteY154" fmla="*/ 346135 h 1705557"/>
              <a:gd name="connsiteX155" fmla="*/ 6105063 w 10232859"/>
              <a:gd name="connsiteY155" fmla="*/ 353854 h 1705557"/>
              <a:gd name="connsiteX156" fmla="*/ 6135796 w 10232859"/>
              <a:gd name="connsiteY156" fmla="*/ 369657 h 1705557"/>
              <a:gd name="connsiteX157" fmla="*/ 6195166 w 10232859"/>
              <a:gd name="connsiteY157" fmla="*/ 366704 h 1705557"/>
              <a:gd name="connsiteX158" fmla="*/ 6216259 w 10232859"/>
              <a:gd name="connsiteY158" fmla="*/ 369879 h 1705557"/>
              <a:gd name="connsiteX159" fmla="*/ 6228331 w 10232859"/>
              <a:gd name="connsiteY159" fmla="*/ 370548 h 1705557"/>
              <a:gd name="connsiteX160" fmla="*/ 6229602 w 10232859"/>
              <a:gd name="connsiteY160" fmla="*/ 369928 h 1705557"/>
              <a:gd name="connsiteX161" fmla="*/ 6258988 w 10232859"/>
              <a:gd name="connsiteY161" fmla="*/ 385174 h 1705557"/>
              <a:gd name="connsiteX162" fmla="*/ 6264106 w 10232859"/>
              <a:gd name="connsiteY162" fmla="*/ 385655 h 1705557"/>
              <a:gd name="connsiteX163" fmla="*/ 6281703 w 10232859"/>
              <a:gd name="connsiteY163" fmla="*/ 397568 h 1705557"/>
              <a:gd name="connsiteX164" fmla="*/ 6291622 w 10232859"/>
              <a:gd name="connsiteY164" fmla="*/ 402669 h 1705557"/>
              <a:gd name="connsiteX165" fmla="*/ 6292712 w 10232859"/>
              <a:gd name="connsiteY165" fmla="*/ 406285 h 1705557"/>
              <a:gd name="connsiteX166" fmla="*/ 6308227 w 10232859"/>
              <a:gd name="connsiteY166" fmla="*/ 412710 h 1705557"/>
              <a:gd name="connsiteX167" fmla="*/ 6328981 w 10232859"/>
              <a:gd name="connsiteY167" fmla="*/ 416009 h 1705557"/>
              <a:gd name="connsiteX168" fmla="*/ 6368693 w 10232859"/>
              <a:gd name="connsiteY168" fmla="*/ 424359 h 1705557"/>
              <a:gd name="connsiteX169" fmla="*/ 6414811 w 10232859"/>
              <a:gd name="connsiteY169" fmla="*/ 458714 h 1705557"/>
              <a:gd name="connsiteX170" fmla="*/ 6467879 w 10232859"/>
              <a:gd name="connsiteY170" fmla="*/ 474762 h 1705557"/>
              <a:gd name="connsiteX171" fmla="*/ 6564351 w 10232859"/>
              <a:gd name="connsiteY171" fmla="*/ 544032 h 1705557"/>
              <a:gd name="connsiteX172" fmla="*/ 6711178 w 10232859"/>
              <a:gd name="connsiteY172" fmla="*/ 580124 h 1705557"/>
              <a:gd name="connsiteX173" fmla="*/ 6764036 w 10232859"/>
              <a:gd name="connsiteY173" fmla="*/ 595457 h 1705557"/>
              <a:gd name="connsiteX174" fmla="*/ 6858983 w 10232859"/>
              <a:gd name="connsiteY174" fmla="*/ 630237 h 1705557"/>
              <a:gd name="connsiteX175" fmla="*/ 6910661 w 10232859"/>
              <a:gd name="connsiteY175" fmla="*/ 641134 h 1705557"/>
              <a:gd name="connsiteX176" fmla="*/ 6944111 w 10232859"/>
              <a:gd name="connsiteY176" fmla="*/ 666016 h 1705557"/>
              <a:gd name="connsiteX177" fmla="*/ 6965771 w 10232859"/>
              <a:gd name="connsiteY177" fmla="*/ 666445 h 1705557"/>
              <a:gd name="connsiteX178" fmla="*/ 6969639 w 10232859"/>
              <a:gd name="connsiteY178" fmla="*/ 666351 h 1705557"/>
              <a:gd name="connsiteX179" fmla="*/ 6982242 w 10232859"/>
              <a:gd name="connsiteY179" fmla="*/ 669626 h 1705557"/>
              <a:gd name="connsiteX180" fmla="*/ 6989387 w 10232859"/>
              <a:gd name="connsiteY180" fmla="*/ 665988 h 1705557"/>
              <a:gd name="connsiteX181" fmla="*/ 7010930 w 10232859"/>
              <a:gd name="connsiteY181" fmla="*/ 667648 h 1705557"/>
              <a:gd name="connsiteX182" fmla="*/ 7033125 w 10232859"/>
              <a:gd name="connsiteY182" fmla="*/ 674950 h 1705557"/>
              <a:gd name="connsiteX183" fmla="*/ 7134461 w 10232859"/>
              <a:gd name="connsiteY183" fmla="*/ 714706 h 1705557"/>
              <a:gd name="connsiteX184" fmla="*/ 7197450 w 10232859"/>
              <a:gd name="connsiteY184" fmla="*/ 735608 h 1705557"/>
              <a:gd name="connsiteX185" fmla="*/ 7225084 w 10232859"/>
              <a:gd name="connsiteY185" fmla="*/ 739019 h 1705557"/>
              <a:gd name="connsiteX186" fmla="*/ 7261183 w 10232859"/>
              <a:gd name="connsiteY186" fmla="*/ 746827 h 1705557"/>
              <a:gd name="connsiteX187" fmla="*/ 7327760 w 10232859"/>
              <a:gd name="connsiteY187" fmla="*/ 757100 h 1705557"/>
              <a:gd name="connsiteX188" fmla="*/ 7412222 w 10232859"/>
              <a:gd name="connsiteY188" fmla="*/ 777001 h 1705557"/>
              <a:gd name="connsiteX189" fmla="*/ 7457904 w 10232859"/>
              <a:gd name="connsiteY189" fmla="*/ 810835 h 1705557"/>
              <a:gd name="connsiteX190" fmla="*/ 7465795 w 10232859"/>
              <a:gd name="connsiteY190" fmla="*/ 809112 h 1705557"/>
              <a:gd name="connsiteX191" fmla="*/ 7505046 w 10232859"/>
              <a:gd name="connsiteY191" fmla="*/ 823031 h 1705557"/>
              <a:gd name="connsiteX192" fmla="*/ 7623220 w 10232859"/>
              <a:gd name="connsiteY192" fmla="*/ 895034 h 1705557"/>
              <a:gd name="connsiteX193" fmla="*/ 7700458 w 10232859"/>
              <a:gd name="connsiteY193" fmla="*/ 921593 h 1705557"/>
              <a:gd name="connsiteX194" fmla="*/ 7730988 w 10232859"/>
              <a:gd name="connsiteY194" fmla="*/ 927270 h 1705557"/>
              <a:gd name="connsiteX195" fmla="*/ 7781942 w 10232859"/>
              <a:gd name="connsiteY195" fmla="*/ 937017 h 1705557"/>
              <a:gd name="connsiteX196" fmla="*/ 7827704 w 10232859"/>
              <a:gd name="connsiteY196" fmla="*/ 935072 h 1705557"/>
              <a:gd name="connsiteX197" fmla="*/ 7867270 w 10232859"/>
              <a:gd name="connsiteY197" fmla="*/ 946880 h 1705557"/>
              <a:gd name="connsiteX198" fmla="*/ 7866538 w 10232859"/>
              <a:gd name="connsiteY198" fmla="*/ 961559 h 1705557"/>
              <a:gd name="connsiteX199" fmla="*/ 7912084 w 10232859"/>
              <a:gd name="connsiteY199" fmla="*/ 970314 h 1705557"/>
              <a:gd name="connsiteX200" fmla="*/ 7982264 w 10232859"/>
              <a:gd name="connsiteY200" fmla="*/ 982287 h 1705557"/>
              <a:gd name="connsiteX201" fmla="*/ 7991272 w 10232859"/>
              <a:gd name="connsiteY201" fmla="*/ 987618 h 1705557"/>
              <a:gd name="connsiteX202" fmla="*/ 8006496 w 10232859"/>
              <a:gd name="connsiteY202" fmla="*/ 979353 h 1705557"/>
              <a:gd name="connsiteX203" fmla="*/ 8034497 w 10232859"/>
              <a:gd name="connsiteY203" fmla="*/ 978568 h 1705557"/>
              <a:gd name="connsiteX204" fmla="*/ 8150881 w 10232859"/>
              <a:gd name="connsiteY204" fmla="*/ 996925 h 1705557"/>
              <a:gd name="connsiteX205" fmla="*/ 8172106 w 10232859"/>
              <a:gd name="connsiteY205" fmla="*/ 997026 h 1705557"/>
              <a:gd name="connsiteX206" fmla="*/ 8196076 w 10232859"/>
              <a:gd name="connsiteY206" fmla="*/ 1006592 h 1705557"/>
              <a:gd name="connsiteX207" fmla="*/ 8247463 w 10232859"/>
              <a:gd name="connsiteY207" fmla="*/ 1022846 h 1705557"/>
              <a:gd name="connsiteX208" fmla="*/ 8279272 w 10232859"/>
              <a:gd name="connsiteY208" fmla="*/ 1039435 h 1705557"/>
              <a:gd name="connsiteX209" fmla="*/ 8289611 w 10232859"/>
              <a:gd name="connsiteY209" fmla="*/ 1035144 h 1705557"/>
              <a:gd name="connsiteX210" fmla="*/ 8311483 w 10232859"/>
              <a:gd name="connsiteY210" fmla="*/ 1035913 h 1705557"/>
              <a:gd name="connsiteX211" fmla="*/ 8399489 w 10232859"/>
              <a:gd name="connsiteY211" fmla="*/ 1055076 h 1705557"/>
              <a:gd name="connsiteX212" fmla="*/ 8415973 w 10232859"/>
              <a:gd name="connsiteY212" fmla="*/ 1056174 h 1705557"/>
              <a:gd name="connsiteX213" fmla="*/ 8433326 w 10232859"/>
              <a:gd name="connsiteY213" fmla="*/ 1064395 h 1705557"/>
              <a:gd name="connsiteX214" fmla="*/ 8502328 w 10232859"/>
              <a:gd name="connsiteY214" fmla="*/ 1098012 h 1705557"/>
              <a:gd name="connsiteX215" fmla="*/ 8534346 w 10232859"/>
              <a:gd name="connsiteY215" fmla="*/ 1113494 h 1705557"/>
              <a:gd name="connsiteX216" fmla="*/ 8534980 w 10232859"/>
              <a:gd name="connsiteY216" fmla="*/ 1117375 h 1705557"/>
              <a:gd name="connsiteX217" fmla="*/ 8544104 w 10232859"/>
              <a:gd name="connsiteY217" fmla="*/ 1114920 h 1705557"/>
              <a:gd name="connsiteX218" fmla="*/ 8567742 w 10232859"/>
              <a:gd name="connsiteY218" fmla="*/ 1124104 h 1705557"/>
              <a:gd name="connsiteX219" fmla="*/ 8633779 w 10232859"/>
              <a:gd name="connsiteY219" fmla="*/ 1145740 h 1705557"/>
              <a:gd name="connsiteX220" fmla="*/ 8676965 w 10232859"/>
              <a:gd name="connsiteY220" fmla="*/ 1163463 h 1705557"/>
              <a:gd name="connsiteX221" fmla="*/ 8698944 w 10232859"/>
              <a:gd name="connsiteY221" fmla="*/ 1163453 h 1705557"/>
              <a:gd name="connsiteX222" fmla="*/ 8711456 w 10232859"/>
              <a:gd name="connsiteY222" fmla="*/ 1175731 h 1705557"/>
              <a:gd name="connsiteX223" fmla="*/ 8732793 w 10232859"/>
              <a:gd name="connsiteY223" fmla="*/ 1179486 h 1705557"/>
              <a:gd name="connsiteX224" fmla="*/ 8751897 w 10232859"/>
              <a:gd name="connsiteY224" fmla="*/ 1197400 h 1705557"/>
              <a:gd name="connsiteX225" fmla="*/ 8793564 w 10232859"/>
              <a:gd name="connsiteY225" fmla="*/ 1179086 h 1705557"/>
              <a:gd name="connsiteX226" fmla="*/ 8834270 w 10232859"/>
              <a:gd name="connsiteY226" fmla="*/ 1213138 h 1705557"/>
              <a:gd name="connsiteX227" fmla="*/ 8853872 w 10232859"/>
              <a:gd name="connsiteY227" fmla="*/ 1221228 h 1705557"/>
              <a:gd name="connsiteX228" fmla="*/ 8861901 w 10232859"/>
              <a:gd name="connsiteY228" fmla="*/ 1217889 h 1705557"/>
              <a:gd name="connsiteX229" fmla="*/ 8874168 w 10232859"/>
              <a:gd name="connsiteY229" fmla="*/ 1220481 h 1705557"/>
              <a:gd name="connsiteX230" fmla="*/ 8871123 w 10232859"/>
              <a:gd name="connsiteY230" fmla="*/ 1227674 h 1705557"/>
              <a:gd name="connsiteX231" fmla="*/ 8903537 w 10232859"/>
              <a:gd name="connsiteY231" fmla="*/ 1237102 h 1705557"/>
              <a:gd name="connsiteX232" fmla="*/ 8933767 w 10232859"/>
              <a:gd name="connsiteY232" fmla="*/ 1269882 h 1705557"/>
              <a:gd name="connsiteX233" fmla="*/ 8985765 w 10232859"/>
              <a:gd name="connsiteY233" fmla="*/ 1294178 h 1705557"/>
              <a:gd name="connsiteX234" fmla="*/ 9071444 w 10232859"/>
              <a:gd name="connsiteY234" fmla="*/ 1323819 h 1705557"/>
              <a:gd name="connsiteX235" fmla="*/ 9096711 w 10232859"/>
              <a:gd name="connsiteY235" fmla="*/ 1334291 h 1705557"/>
              <a:gd name="connsiteX236" fmla="*/ 9338853 w 10232859"/>
              <a:gd name="connsiteY236" fmla="*/ 1454560 h 1705557"/>
              <a:gd name="connsiteX237" fmla="*/ 9520814 w 10232859"/>
              <a:gd name="connsiteY237" fmla="*/ 1456341 h 1705557"/>
              <a:gd name="connsiteX238" fmla="*/ 9702271 w 10232859"/>
              <a:gd name="connsiteY238" fmla="*/ 1495067 h 1705557"/>
              <a:gd name="connsiteX239" fmla="*/ 9744273 w 10232859"/>
              <a:gd name="connsiteY239" fmla="*/ 1530026 h 1705557"/>
              <a:gd name="connsiteX240" fmla="*/ 9771903 w 10232859"/>
              <a:gd name="connsiteY240" fmla="*/ 1536548 h 1705557"/>
              <a:gd name="connsiteX241" fmla="*/ 9818565 w 10232859"/>
              <a:gd name="connsiteY241" fmla="*/ 1545059 h 1705557"/>
              <a:gd name="connsiteX242" fmla="*/ 9882202 w 10232859"/>
              <a:gd name="connsiteY242" fmla="*/ 1572402 h 1705557"/>
              <a:gd name="connsiteX243" fmla="*/ 10022025 w 10232859"/>
              <a:gd name="connsiteY243" fmla="*/ 1606210 h 1705557"/>
              <a:gd name="connsiteX244" fmla="*/ 10220406 w 10232859"/>
              <a:gd name="connsiteY244" fmla="*/ 1683519 h 1705557"/>
              <a:gd name="connsiteX245" fmla="*/ 10232859 w 10232859"/>
              <a:gd name="connsiteY245" fmla="*/ 1705557 h 1705557"/>
              <a:gd name="connsiteX246" fmla="*/ 0 w 10232859"/>
              <a:gd name="connsiteY246" fmla="*/ 1705557 h 1705557"/>
              <a:gd name="connsiteX247" fmla="*/ 0 w 10232859"/>
              <a:gd name="connsiteY247" fmla="*/ 28342 h 1705557"/>
              <a:gd name="connsiteX248" fmla="*/ 8097 w 10232859"/>
              <a:gd name="connsiteY248" fmla="*/ 30869 h 1705557"/>
              <a:gd name="connsiteX249" fmla="*/ 77128 w 10232859"/>
              <a:gd name="connsiteY249" fmla="*/ 13381 h 1705557"/>
              <a:gd name="connsiteX250" fmla="*/ 188338 w 10232859"/>
              <a:gd name="connsiteY250" fmla="*/ 11593 h 1705557"/>
              <a:gd name="connsiteX251" fmla="*/ 298809 w 10232859"/>
              <a:gd name="connsiteY251" fmla="*/ 12712 h 1705557"/>
              <a:gd name="connsiteX252" fmla="*/ 338985 w 10232859"/>
              <a:gd name="connsiteY252" fmla="*/ 14520 h 1705557"/>
              <a:gd name="connsiteX253" fmla="*/ 409815 w 10232859"/>
              <a:gd name="connsiteY253" fmla="*/ 11559 h 1705557"/>
              <a:gd name="connsiteX254" fmla="*/ 424169 w 10232859"/>
              <a:gd name="connsiteY25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90341 w 10232859"/>
              <a:gd name="connsiteY49" fmla="*/ 217588 h 1705557"/>
              <a:gd name="connsiteX50" fmla="*/ 2588929 w 10232859"/>
              <a:gd name="connsiteY50" fmla="*/ 207494 h 1705557"/>
              <a:gd name="connsiteX51" fmla="*/ 2687426 w 10232859"/>
              <a:gd name="connsiteY51" fmla="*/ 200362 h 1705557"/>
              <a:gd name="connsiteX52" fmla="*/ 2723517 w 10232859"/>
              <a:gd name="connsiteY52" fmla="*/ 199166 h 1705557"/>
              <a:gd name="connsiteX53" fmla="*/ 2785956 w 10232859"/>
              <a:gd name="connsiteY53" fmla="*/ 190918 h 1705557"/>
              <a:gd name="connsiteX54" fmla="*/ 2813378 w 10232859"/>
              <a:gd name="connsiteY54" fmla="*/ 183347 h 1705557"/>
              <a:gd name="connsiteX55" fmla="*/ 2814782 w 10232859"/>
              <a:gd name="connsiteY55" fmla="*/ 183667 h 1705557"/>
              <a:gd name="connsiteX56" fmla="*/ 2816580 w 10232859"/>
              <a:gd name="connsiteY56" fmla="*/ 180880 h 1705557"/>
              <a:gd name="connsiteX57" fmla="*/ 2821623 w 10232859"/>
              <a:gd name="connsiteY57" fmla="*/ 179389 h 1705557"/>
              <a:gd name="connsiteX58" fmla="*/ 2836688 w 10232859"/>
              <a:gd name="connsiteY58" fmla="*/ 179485 h 1705557"/>
              <a:gd name="connsiteX59" fmla="*/ 2842564 w 10232859"/>
              <a:gd name="connsiteY59" fmla="*/ 180209 h 1705557"/>
              <a:gd name="connsiteX60" fmla="*/ 2850712 w 10232859"/>
              <a:gd name="connsiteY60" fmla="*/ 179804 h 1705557"/>
              <a:gd name="connsiteX61" fmla="*/ 2850846 w 10232859"/>
              <a:gd name="connsiteY61" fmla="*/ 179576 h 1705557"/>
              <a:gd name="connsiteX62" fmla="*/ 2858611 w 10232859"/>
              <a:gd name="connsiteY62" fmla="*/ 179626 h 1705557"/>
              <a:gd name="connsiteX63" fmla="*/ 2897454 w 10232859"/>
              <a:gd name="connsiteY63" fmla="*/ 182628 h 1705557"/>
              <a:gd name="connsiteX64" fmla="*/ 2940369 w 10232859"/>
              <a:gd name="connsiteY64" fmla="*/ 159458 h 1705557"/>
              <a:gd name="connsiteX65" fmla="*/ 2959670 w 10232859"/>
              <a:gd name="connsiteY65" fmla="*/ 154881 h 1705557"/>
              <a:gd name="connsiteX66" fmla="*/ 2969615 w 10232859"/>
              <a:gd name="connsiteY66" fmla="*/ 151269 h 1705557"/>
              <a:gd name="connsiteX67" fmla="*/ 2970000 w 10232859"/>
              <a:gd name="connsiteY67" fmla="*/ 150290 h 1705557"/>
              <a:gd name="connsiteX68" fmla="*/ 3007272 w 10232859"/>
              <a:gd name="connsiteY68" fmla="*/ 153280 h 1705557"/>
              <a:gd name="connsiteX69" fmla="*/ 3011677 w 10232859"/>
              <a:gd name="connsiteY69" fmla="*/ 151918 h 1705557"/>
              <a:gd name="connsiteX70" fmla="*/ 3036668 w 10232859"/>
              <a:gd name="connsiteY70" fmla="*/ 156118 h 1705557"/>
              <a:gd name="connsiteX71" fmla="*/ 3049208 w 10232859"/>
              <a:gd name="connsiteY71" fmla="*/ 157087 h 1705557"/>
              <a:gd name="connsiteX72" fmla="*/ 3053517 w 10232859"/>
              <a:gd name="connsiteY72" fmla="*/ 159836 h 1705557"/>
              <a:gd name="connsiteX73" fmla="*/ 3071637 w 10232859"/>
              <a:gd name="connsiteY73" fmla="*/ 160010 h 1705557"/>
              <a:gd name="connsiteX74" fmla="*/ 3110077 w 10232859"/>
              <a:gd name="connsiteY74" fmla="*/ 155716 h 1705557"/>
              <a:gd name="connsiteX75" fmla="*/ 3173743 w 10232859"/>
              <a:gd name="connsiteY75" fmla="*/ 166095 h 1705557"/>
              <a:gd name="connsiteX76" fmla="*/ 3254203 w 10232859"/>
              <a:gd name="connsiteY76" fmla="*/ 158270 h 1705557"/>
              <a:gd name="connsiteX77" fmla="*/ 3380350 w 10232859"/>
              <a:gd name="connsiteY77" fmla="*/ 157665 h 1705557"/>
              <a:gd name="connsiteX78" fmla="*/ 3476147 w 10232859"/>
              <a:gd name="connsiteY78" fmla="*/ 177439 h 1705557"/>
              <a:gd name="connsiteX79" fmla="*/ 3581876 w 10232859"/>
              <a:gd name="connsiteY79" fmla="*/ 156962 h 1705557"/>
              <a:gd name="connsiteX80" fmla="*/ 3704761 w 10232859"/>
              <a:gd name="connsiteY80" fmla="*/ 157006 h 1705557"/>
              <a:gd name="connsiteX81" fmla="*/ 3755040 w 10232859"/>
              <a:gd name="connsiteY81" fmla="*/ 148492 h 1705557"/>
              <a:gd name="connsiteX82" fmla="*/ 3804689 w 10232859"/>
              <a:gd name="connsiteY82" fmla="*/ 158407 h 1705557"/>
              <a:gd name="connsiteX83" fmla="*/ 3821793 w 10232859"/>
              <a:gd name="connsiteY83" fmla="*/ 151257 h 1705557"/>
              <a:gd name="connsiteX84" fmla="*/ 3824682 w 10232859"/>
              <a:gd name="connsiteY84" fmla="*/ 149833 h 1705557"/>
              <a:gd name="connsiteX85" fmla="*/ 3837536 w 10232859"/>
              <a:gd name="connsiteY85" fmla="*/ 148292 h 1705557"/>
              <a:gd name="connsiteX86" fmla="*/ 3839550 w 10232859"/>
              <a:gd name="connsiteY86" fmla="*/ 142661 h 1705557"/>
              <a:gd name="connsiteX87" fmla="*/ 3857743 w 10232859"/>
              <a:gd name="connsiteY87" fmla="*/ 136618 h 1705557"/>
              <a:gd name="connsiteX88" fmla="*/ 3881852 w 10232859"/>
              <a:gd name="connsiteY88" fmla="*/ 135231 h 1705557"/>
              <a:gd name="connsiteX89" fmla="*/ 3998088 w 10232859"/>
              <a:gd name="connsiteY89" fmla="*/ 134446 h 1705557"/>
              <a:gd name="connsiteX90" fmla="*/ 4066682 w 10232859"/>
              <a:gd name="connsiteY90" fmla="*/ 130661 h 1705557"/>
              <a:gd name="connsiteX91" fmla="*/ 4091246 w 10232859"/>
              <a:gd name="connsiteY91" fmla="*/ 124017 h 1705557"/>
              <a:gd name="connsiteX92" fmla="*/ 4126556 w 10232859"/>
              <a:gd name="connsiteY92" fmla="*/ 118239 h 1705557"/>
              <a:gd name="connsiteX93" fmla="*/ 4187717 w 10232859"/>
              <a:gd name="connsiteY93" fmla="*/ 104010 h 1705557"/>
              <a:gd name="connsiteX94" fmla="*/ 4220826 w 10232859"/>
              <a:gd name="connsiteY94" fmla="*/ 102505 h 1705557"/>
              <a:gd name="connsiteX95" fmla="*/ 4239014 w 10232859"/>
              <a:gd name="connsiteY95" fmla="*/ 97354 h 1705557"/>
              <a:gd name="connsiteX96" fmla="*/ 4246653 w 10232859"/>
              <a:gd name="connsiteY96" fmla="*/ 97874 h 1705557"/>
              <a:gd name="connsiteX97" fmla="*/ 4271841 w 10232859"/>
              <a:gd name="connsiteY97" fmla="*/ 96702 h 1705557"/>
              <a:gd name="connsiteX98" fmla="*/ 4286277 w 10232859"/>
              <a:gd name="connsiteY98" fmla="*/ 96687 h 1705557"/>
              <a:gd name="connsiteX99" fmla="*/ 4292025 w 10232859"/>
              <a:gd name="connsiteY99" fmla="*/ 96921 h 1705557"/>
              <a:gd name="connsiteX100" fmla="*/ 4304713 w 10232859"/>
              <a:gd name="connsiteY100" fmla="*/ 102187 h 1705557"/>
              <a:gd name="connsiteX101" fmla="*/ 4321285 w 10232859"/>
              <a:gd name="connsiteY101" fmla="*/ 100074 h 1705557"/>
              <a:gd name="connsiteX102" fmla="*/ 4339561 w 10232859"/>
              <a:gd name="connsiteY102" fmla="*/ 105320 h 1705557"/>
              <a:gd name="connsiteX103" fmla="*/ 4343990 w 10232859"/>
              <a:gd name="connsiteY103" fmla="*/ 101090 h 1705557"/>
              <a:gd name="connsiteX104" fmla="*/ 4358885 w 10232859"/>
              <a:gd name="connsiteY104" fmla="*/ 96778 h 1705557"/>
              <a:gd name="connsiteX105" fmla="*/ 4371648 w 10232859"/>
              <a:gd name="connsiteY105" fmla="*/ 101826 h 1705557"/>
              <a:gd name="connsiteX106" fmla="*/ 4398380 w 10232859"/>
              <a:gd name="connsiteY106" fmla="*/ 104961 h 1705557"/>
              <a:gd name="connsiteX107" fmla="*/ 4405729 w 10232859"/>
              <a:gd name="connsiteY107" fmla="*/ 104191 h 1705557"/>
              <a:gd name="connsiteX108" fmla="*/ 4431408 w 10232859"/>
              <a:gd name="connsiteY108" fmla="*/ 110825 h 1705557"/>
              <a:gd name="connsiteX109" fmla="*/ 4472183 w 10232859"/>
              <a:gd name="connsiteY109" fmla="*/ 116430 h 1705557"/>
              <a:gd name="connsiteX110" fmla="*/ 4518828 w 10232859"/>
              <a:gd name="connsiteY110" fmla="*/ 119114 h 1705557"/>
              <a:gd name="connsiteX111" fmla="*/ 4532040 w 10232859"/>
              <a:gd name="connsiteY111" fmla="*/ 124307 h 1705557"/>
              <a:gd name="connsiteX112" fmla="*/ 4617778 w 10232859"/>
              <a:gd name="connsiteY112" fmla="*/ 136993 h 1705557"/>
              <a:gd name="connsiteX113" fmla="*/ 4641872 w 10232859"/>
              <a:gd name="connsiteY113" fmla="*/ 140721 h 1705557"/>
              <a:gd name="connsiteX114" fmla="*/ 4662766 w 10232859"/>
              <a:gd name="connsiteY114" fmla="*/ 138952 h 1705557"/>
              <a:gd name="connsiteX115" fmla="*/ 4667770 w 10232859"/>
              <a:gd name="connsiteY115" fmla="*/ 134208 h 1705557"/>
              <a:gd name="connsiteX116" fmla="*/ 4681052 w 10232859"/>
              <a:gd name="connsiteY116" fmla="*/ 135461 h 1705557"/>
              <a:gd name="connsiteX117" fmla="*/ 4684624 w 10232859"/>
              <a:gd name="connsiteY117" fmla="*/ 134755 h 1705557"/>
              <a:gd name="connsiteX118" fmla="*/ 4705061 w 10232859"/>
              <a:gd name="connsiteY118" fmla="*/ 131748 h 1705557"/>
              <a:gd name="connsiteX119" fmla="*/ 4747746 w 10232859"/>
              <a:gd name="connsiteY119" fmla="*/ 151131 h 1705557"/>
              <a:gd name="connsiteX120" fmla="*/ 4801045 w 10232859"/>
              <a:gd name="connsiteY120" fmla="*/ 153753 h 1705557"/>
              <a:gd name="connsiteX121" fmla="*/ 5001600 w 10232859"/>
              <a:gd name="connsiteY121" fmla="*/ 196753 h 1705557"/>
              <a:gd name="connsiteX122" fmla="*/ 5033465 w 10232859"/>
              <a:gd name="connsiteY122" fmla="*/ 182429 h 1705557"/>
              <a:gd name="connsiteX123" fmla="*/ 5115965 w 10232859"/>
              <a:gd name="connsiteY123" fmla="*/ 192583 h 1705557"/>
              <a:gd name="connsiteX124" fmla="*/ 5237936 w 10232859"/>
              <a:gd name="connsiteY124" fmla="*/ 246022 h 1705557"/>
              <a:gd name="connsiteX125" fmla="*/ 5290566 w 10232859"/>
              <a:gd name="connsiteY125" fmla="*/ 269809 h 1705557"/>
              <a:gd name="connsiteX126" fmla="*/ 5344878 w 10232859"/>
              <a:gd name="connsiteY126" fmla="*/ 282874 h 1705557"/>
              <a:gd name="connsiteX127" fmla="*/ 5413398 w 10232859"/>
              <a:gd name="connsiteY127" fmla="*/ 282749 h 1705557"/>
              <a:gd name="connsiteX128" fmla="*/ 5415629 w 10232859"/>
              <a:gd name="connsiteY128" fmla="*/ 282282 h 1705557"/>
              <a:gd name="connsiteX129" fmla="*/ 5433078 w 10232859"/>
              <a:gd name="connsiteY129" fmla="*/ 286198 h 1705557"/>
              <a:gd name="connsiteX130" fmla="*/ 5435759 w 10232859"/>
              <a:gd name="connsiteY130" fmla="*/ 289614 h 1705557"/>
              <a:gd name="connsiteX131" fmla="*/ 5447372 w 10232859"/>
              <a:gd name="connsiteY131" fmla="*/ 293101 h 1705557"/>
              <a:gd name="connsiteX132" fmla="*/ 5469289 w 10232859"/>
              <a:gd name="connsiteY132" fmla="*/ 302134 h 1705557"/>
              <a:gd name="connsiteX133" fmla="*/ 5508752 w 10232859"/>
              <a:gd name="connsiteY133" fmla="*/ 312267 h 1705557"/>
              <a:gd name="connsiteX134" fmla="*/ 5509657 w 10232859"/>
              <a:gd name="connsiteY134" fmla="*/ 311450 h 1705557"/>
              <a:gd name="connsiteX135" fmla="*/ 5521245 w 10232859"/>
              <a:gd name="connsiteY135" fmla="*/ 310202 h 1705557"/>
              <a:gd name="connsiteX136" fmla="*/ 5542415 w 10232859"/>
              <a:gd name="connsiteY136" fmla="*/ 310009 h 1705557"/>
              <a:gd name="connsiteX137" fmla="*/ 5596538 w 10232859"/>
              <a:gd name="connsiteY137" fmla="*/ 297667 h 1705557"/>
              <a:gd name="connsiteX138" fmla="*/ 5632514 w 10232859"/>
              <a:gd name="connsiteY138" fmla="*/ 308476 h 1705557"/>
              <a:gd name="connsiteX139" fmla="*/ 5640005 w 10232859"/>
              <a:gd name="connsiteY139" fmla="*/ 310131 h 1705557"/>
              <a:gd name="connsiteX140" fmla="*/ 5640259 w 10232859"/>
              <a:gd name="connsiteY140" fmla="*/ 309949 h 1705557"/>
              <a:gd name="connsiteX141" fmla="*/ 5648365 w 10232859"/>
              <a:gd name="connsiteY141" fmla="*/ 311268 h 1705557"/>
              <a:gd name="connsiteX142" fmla="*/ 5653662 w 10232859"/>
              <a:gd name="connsiteY142" fmla="*/ 313149 h 1705557"/>
              <a:gd name="connsiteX143" fmla="*/ 5668196 w 10232859"/>
              <a:gd name="connsiteY143" fmla="*/ 316360 h 1705557"/>
              <a:gd name="connsiteX144" fmla="*/ 5673886 w 10232859"/>
              <a:gd name="connsiteY144" fmla="*/ 316040 h 1705557"/>
              <a:gd name="connsiteX145" fmla="*/ 5677139 w 10232859"/>
              <a:gd name="connsiteY145" fmla="*/ 313859 h 1705557"/>
              <a:gd name="connsiteX146" fmla="*/ 5708983 w 10232859"/>
              <a:gd name="connsiteY146" fmla="*/ 313188 h 1705557"/>
              <a:gd name="connsiteX147" fmla="*/ 5773909 w 10232859"/>
              <a:gd name="connsiteY147" fmla="*/ 318575 h 1705557"/>
              <a:gd name="connsiteX148" fmla="*/ 5809500 w 10232859"/>
              <a:gd name="connsiteY148" fmla="*/ 324964 h 1705557"/>
              <a:gd name="connsiteX149" fmla="*/ 5908729 w 10232859"/>
              <a:gd name="connsiteY149" fmla="*/ 338849 h 1705557"/>
              <a:gd name="connsiteX150" fmla="*/ 6009654 w 10232859"/>
              <a:gd name="connsiteY150" fmla="*/ 350040 h 1705557"/>
              <a:gd name="connsiteX151" fmla="*/ 6067487 w 10232859"/>
              <a:gd name="connsiteY151" fmla="*/ 340226 h 1705557"/>
              <a:gd name="connsiteX152" fmla="*/ 6073281 w 10232859"/>
              <a:gd name="connsiteY152" fmla="*/ 340830 h 1705557"/>
              <a:gd name="connsiteX153" fmla="*/ 6086225 w 10232859"/>
              <a:gd name="connsiteY153" fmla="*/ 346135 h 1705557"/>
              <a:gd name="connsiteX154" fmla="*/ 6105063 w 10232859"/>
              <a:gd name="connsiteY154" fmla="*/ 353854 h 1705557"/>
              <a:gd name="connsiteX155" fmla="*/ 6135796 w 10232859"/>
              <a:gd name="connsiteY155" fmla="*/ 369657 h 1705557"/>
              <a:gd name="connsiteX156" fmla="*/ 6195166 w 10232859"/>
              <a:gd name="connsiteY156" fmla="*/ 366704 h 1705557"/>
              <a:gd name="connsiteX157" fmla="*/ 6216259 w 10232859"/>
              <a:gd name="connsiteY157" fmla="*/ 369879 h 1705557"/>
              <a:gd name="connsiteX158" fmla="*/ 6228331 w 10232859"/>
              <a:gd name="connsiteY158" fmla="*/ 370548 h 1705557"/>
              <a:gd name="connsiteX159" fmla="*/ 6229602 w 10232859"/>
              <a:gd name="connsiteY159" fmla="*/ 369928 h 1705557"/>
              <a:gd name="connsiteX160" fmla="*/ 6258988 w 10232859"/>
              <a:gd name="connsiteY160" fmla="*/ 385174 h 1705557"/>
              <a:gd name="connsiteX161" fmla="*/ 6264106 w 10232859"/>
              <a:gd name="connsiteY161" fmla="*/ 385655 h 1705557"/>
              <a:gd name="connsiteX162" fmla="*/ 6281703 w 10232859"/>
              <a:gd name="connsiteY162" fmla="*/ 397568 h 1705557"/>
              <a:gd name="connsiteX163" fmla="*/ 6291622 w 10232859"/>
              <a:gd name="connsiteY163" fmla="*/ 402669 h 1705557"/>
              <a:gd name="connsiteX164" fmla="*/ 6292712 w 10232859"/>
              <a:gd name="connsiteY164" fmla="*/ 406285 h 1705557"/>
              <a:gd name="connsiteX165" fmla="*/ 6308227 w 10232859"/>
              <a:gd name="connsiteY165" fmla="*/ 412710 h 1705557"/>
              <a:gd name="connsiteX166" fmla="*/ 6328981 w 10232859"/>
              <a:gd name="connsiteY166" fmla="*/ 416009 h 1705557"/>
              <a:gd name="connsiteX167" fmla="*/ 6368693 w 10232859"/>
              <a:gd name="connsiteY167" fmla="*/ 424359 h 1705557"/>
              <a:gd name="connsiteX168" fmla="*/ 6414811 w 10232859"/>
              <a:gd name="connsiteY168" fmla="*/ 458714 h 1705557"/>
              <a:gd name="connsiteX169" fmla="*/ 6467879 w 10232859"/>
              <a:gd name="connsiteY169" fmla="*/ 474762 h 1705557"/>
              <a:gd name="connsiteX170" fmla="*/ 6564351 w 10232859"/>
              <a:gd name="connsiteY170" fmla="*/ 544032 h 1705557"/>
              <a:gd name="connsiteX171" fmla="*/ 6711178 w 10232859"/>
              <a:gd name="connsiteY171" fmla="*/ 580124 h 1705557"/>
              <a:gd name="connsiteX172" fmla="*/ 6764036 w 10232859"/>
              <a:gd name="connsiteY172" fmla="*/ 595457 h 1705557"/>
              <a:gd name="connsiteX173" fmla="*/ 6858983 w 10232859"/>
              <a:gd name="connsiteY173" fmla="*/ 630237 h 1705557"/>
              <a:gd name="connsiteX174" fmla="*/ 6910661 w 10232859"/>
              <a:gd name="connsiteY174" fmla="*/ 641134 h 1705557"/>
              <a:gd name="connsiteX175" fmla="*/ 6944111 w 10232859"/>
              <a:gd name="connsiteY175" fmla="*/ 666016 h 1705557"/>
              <a:gd name="connsiteX176" fmla="*/ 6965771 w 10232859"/>
              <a:gd name="connsiteY176" fmla="*/ 666445 h 1705557"/>
              <a:gd name="connsiteX177" fmla="*/ 6969639 w 10232859"/>
              <a:gd name="connsiteY177" fmla="*/ 666351 h 1705557"/>
              <a:gd name="connsiteX178" fmla="*/ 6982242 w 10232859"/>
              <a:gd name="connsiteY178" fmla="*/ 669626 h 1705557"/>
              <a:gd name="connsiteX179" fmla="*/ 6989387 w 10232859"/>
              <a:gd name="connsiteY179" fmla="*/ 665988 h 1705557"/>
              <a:gd name="connsiteX180" fmla="*/ 7010930 w 10232859"/>
              <a:gd name="connsiteY180" fmla="*/ 667648 h 1705557"/>
              <a:gd name="connsiteX181" fmla="*/ 7033125 w 10232859"/>
              <a:gd name="connsiteY181" fmla="*/ 674950 h 1705557"/>
              <a:gd name="connsiteX182" fmla="*/ 7134461 w 10232859"/>
              <a:gd name="connsiteY182" fmla="*/ 714706 h 1705557"/>
              <a:gd name="connsiteX183" fmla="*/ 7197450 w 10232859"/>
              <a:gd name="connsiteY183" fmla="*/ 735608 h 1705557"/>
              <a:gd name="connsiteX184" fmla="*/ 7225084 w 10232859"/>
              <a:gd name="connsiteY184" fmla="*/ 739019 h 1705557"/>
              <a:gd name="connsiteX185" fmla="*/ 7261183 w 10232859"/>
              <a:gd name="connsiteY185" fmla="*/ 746827 h 1705557"/>
              <a:gd name="connsiteX186" fmla="*/ 7327760 w 10232859"/>
              <a:gd name="connsiteY186" fmla="*/ 757100 h 1705557"/>
              <a:gd name="connsiteX187" fmla="*/ 7412222 w 10232859"/>
              <a:gd name="connsiteY187" fmla="*/ 777001 h 1705557"/>
              <a:gd name="connsiteX188" fmla="*/ 7457904 w 10232859"/>
              <a:gd name="connsiteY188" fmla="*/ 810835 h 1705557"/>
              <a:gd name="connsiteX189" fmla="*/ 7465795 w 10232859"/>
              <a:gd name="connsiteY189" fmla="*/ 809112 h 1705557"/>
              <a:gd name="connsiteX190" fmla="*/ 7505046 w 10232859"/>
              <a:gd name="connsiteY190" fmla="*/ 823031 h 1705557"/>
              <a:gd name="connsiteX191" fmla="*/ 7623220 w 10232859"/>
              <a:gd name="connsiteY191" fmla="*/ 895034 h 1705557"/>
              <a:gd name="connsiteX192" fmla="*/ 7700458 w 10232859"/>
              <a:gd name="connsiteY192" fmla="*/ 921593 h 1705557"/>
              <a:gd name="connsiteX193" fmla="*/ 7730988 w 10232859"/>
              <a:gd name="connsiteY193" fmla="*/ 927270 h 1705557"/>
              <a:gd name="connsiteX194" fmla="*/ 7781942 w 10232859"/>
              <a:gd name="connsiteY194" fmla="*/ 937017 h 1705557"/>
              <a:gd name="connsiteX195" fmla="*/ 7827704 w 10232859"/>
              <a:gd name="connsiteY195" fmla="*/ 935072 h 1705557"/>
              <a:gd name="connsiteX196" fmla="*/ 7867270 w 10232859"/>
              <a:gd name="connsiteY196" fmla="*/ 946880 h 1705557"/>
              <a:gd name="connsiteX197" fmla="*/ 7866538 w 10232859"/>
              <a:gd name="connsiteY197" fmla="*/ 961559 h 1705557"/>
              <a:gd name="connsiteX198" fmla="*/ 7912084 w 10232859"/>
              <a:gd name="connsiteY198" fmla="*/ 970314 h 1705557"/>
              <a:gd name="connsiteX199" fmla="*/ 7982264 w 10232859"/>
              <a:gd name="connsiteY199" fmla="*/ 982287 h 1705557"/>
              <a:gd name="connsiteX200" fmla="*/ 7991272 w 10232859"/>
              <a:gd name="connsiteY200" fmla="*/ 987618 h 1705557"/>
              <a:gd name="connsiteX201" fmla="*/ 8006496 w 10232859"/>
              <a:gd name="connsiteY201" fmla="*/ 979353 h 1705557"/>
              <a:gd name="connsiteX202" fmla="*/ 8034497 w 10232859"/>
              <a:gd name="connsiteY202" fmla="*/ 978568 h 1705557"/>
              <a:gd name="connsiteX203" fmla="*/ 8150881 w 10232859"/>
              <a:gd name="connsiteY203" fmla="*/ 996925 h 1705557"/>
              <a:gd name="connsiteX204" fmla="*/ 8172106 w 10232859"/>
              <a:gd name="connsiteY204" fmla="*/ 997026 h 1705557"/>
              <a:gd name="connsiteX205" fmla="*/ 8196076 w 10232859"/>
              <a:gd name="connsiteY205" fmla="*/ 1006592 h 1705557"/>
              <a:gd name="connsiteX206" fmla="*/ 8247463 w 10232859"/>
              <a:gd name="connsiteY206" fmla="*/ 1022846 h 1705557"/>
              <a:gd name="connsiteX207" fmla="*/ 8279272 w 10232859"/>
              <a:gd name="connsiteY207" fmla="*/ 1039435 h 1705557"/>
              <a:gd name="connsiteX208" fmla="*/ 8289611 w 10232859"/>
              <a:gd name="connsiteY208" fmla="*/ 1035144 h 1705557"/>
              <a:gd name="connsiteX209" fmla="*/ 8311483 w 10232859"/>
              <a:gd name="connsiteY209" fmla="*/ 1035913 h 1705557"/>
              <a:gd name="connsiteX210" fmla="*/ 8399489 w 10232859"/>
              <a:gd name="connsiteY210" fmla="*/ 1055076 h 1705557"/>
              <a:gd name="connsiteX211" fmla="*/ 8415973 w 10232859"/>
              <a:gd name="connsiteY211" fmla="*/ 1056174 h 1705557"/>
              <a:gd name="connsiteX212" fmla="*/ 8433326 w 10232859"/>
              <a:gd name="connsiteY212" fmla="*/ 1064395 h 1705557"/>
              <a:gd name="connsiteX213" fmla="*/ 8502328 w 10232859"/>
              <a:gd name="connsiteY213" fmla="*/ 1098012 h 1705557"/>
              <a:gd name="connsiteX214" fmla="*/ 8534346 w 10232859"/>
              <a:gd name="connsiteY214" fmla="*/ 1113494 h 1705557"/>
              <a:gd name="connsiteX215" fmla="*/ 8534980 w 10232859"/>
              <a:gd name="connsiteY215" fmla="*/ 1117375 h 1705557"/>
              <a:gd name="connsiteX216" fmla="*/ 8544104 w 10232859"/>
              <a:gd name="connsiteY216" fmla="*/ 1114920 h 1705557"/>
              <a:gd name="connsiteX217" fmla="*/ 8567742 w 10232859"/>
              <a:gd name="connsiteY217" fmla="*/ 1124104 h 1705557"/>
              <a:gd name="connsiteX218" fmla="*/ 8633779 w 10232859"/>
              <a:gd name="connsiteY218" fmla="*/ 1145740 h 1705557"/>
              <a:gd name="connsiteX219" fmla="*/ 8676965 w 10232859"/>
              <a:gd name="connsiteY219" fmla="*/ 1163463 h 1705557"/>
              <a:gd name="connsiteX220" fmla="*/ 8698944 w 10232859"/>
              <a:gd name="connsiteY220" fmla="*/ 1163453 h 1705557"/>
              <a:gd name="connsiteX221" fmla="*/ 8711456 w 10232859"/>
              <a:gd name="connsiteY221" fmla="*/ 1175731 h 1705557"/>
              <a:gd name="connsiteX222" fmla="*/ 8732793 w 10232859"/>
              <a:gd name="connsiteY222" fmla="*/ 1179486 h 1705557"/>
              <a:gd name="connsiteX223" fmla="*/ 8751897 w 10232859"/>
              <a:gd name="connsiteY223" fmla="*/ 1197400 h 1705557"/>
              <a:gd name="connsiteX224" fmla="*/ 8793564 w 10232859"/>
              <a:gd name="connsiteY224" fmla="*/ 1179086 h 1705557"/>
              <a:gd name="connsiteX225" fmla="*/ 8834270 w 10232859"/>
              <a:gd name="connsiteY225" fmla="*/ 1213138 h 1705557"/>
              <a:gd name="connsiteX226" fmla="*/ 8853872 w 10232859"/>
              <a:gd name="connsiteY226" fmla="*/ 1221228 h 1705557"/>
              <a:gd name="connsiteX227" fmla="*/ 8861901 w 10232859"/>
              <a:gd name="connsiteY227" fmla="*/ 1217889 h 1705557"/>
              <a:gd name="connsiteX228" fmla="*/ 8874168 w 10232859"/>
              <a:gd name="connsiteY228" fmla="*/ 1220481 h 1705557"/>
              <a:gd name="connsiteX229" fmla="*/ 8871123 w 10232859"/>
              <a:gd name="connsiteY229" fmla="*/ 1227674 h 1705557"/>
              <a:gd name="connsiteX230" fmla="*/ 8903537 w 10232859"/>
              <a:gd name="connsiteY230" fmla="*/ 1237102 h 1705557"/>
              <a:gd name="connsiteX231" fmla="*/ 8933767 w 10232859"/>
              <a:gd name="connsiteY231" fmla="*/ 1269882 h 1705557"/>
              <a:gd name="connsiteX232" fmla="*/ 8985765 w 10232859"/>
              <a:gd name="connsiteY232" fmla="*/ 1294178 h 1705557"/>
              <a:gd name="connsiteX233" fmla="*/ 9071444 w 10232859"/>
              <a:gd name="connsiteY233" fmla="*/ 1323819 h 1705557"/>
              <a:gd name="connsiteX234" fmla="*/ 9096711 w 10232859"/>
              <a:gd name="connsiteY234" fmla="*/ 1334291 h 1705557"/>
              <a:gd name="connsiteX235" fmla="*/ 9338853 w 10232859"/>
              <a:gd name="connsiteY235" fmla="*/ 1454560 h 1705557"/>
              <a:gd name="connsiteX236" fmla="*/ 9520814 w 10232859"/>
              <a:gd name="connsiteY236" fmla="*/ 1456341 h 1705557"/>
              <a:gd name="connsiteX237" fmla="*/ 9702271 w 10232859"/>
              <a:gd name="connsiteY237" fmla="*/ 1495067 h 1705557"/>
              <a:gd name="connsiteX238" fmla="*/ 9744273 w 10232859"/>
              <a:gd name="connsiteY238" fmla="*/ 1530026 h 1705557"/>
              <a:gd name="connsiteX239" fmla="*/ 9771903 w 10232859"/>
              <a:gd name="connsiteY239" fmla="*/ 1536548 h 1705557"/>
              <a:gd name="connsiteX240" fmla="*/ 9818565 w 10232859"/>
              <a:gd name="connsiteY240" fmla="*/ 1545059 h 1705557"/>
              <a:gd name="connsiteX241" fmla="*/ 9882202 w 10232859"/>
              <a:gd name="connsiteY241" fmla="*/ 1572402 h 1705557"/>
              <a:gd name="connsiteX242" fmla="*/ 10022025 w 10232859"/>
              <a:gd name="connsiteY242" fmla="*/ 1606210 h 1705557"/>
              <a:gd name="connsiteX243" fmla="*/ 10220406 w 10232859"/>
              <a:gd name="connsiteY243" fmla="*/ 1683519 h 1705557"/>
              <a:gd name="connsiteX244" fmla="*/ 10232859 w 10232859"/>
              <a:gd name="connsiteY244" fmla="*/ 1705557 h 1705557"/>
              <a:gd name="connsiteX245" fmla="*/ 0 w 10232859"/>
              <a:gd name="connsiteY245" fmla="*/ 1705557 h 1705557"/>
              <a:gd name="connsiteX246" fmla="*/ 0 w 10232859"/>
              <a:gd name="connsiteY246" fmla="*/ 28342 h 1705557"/>
              <a:gd name="connsiteX247" fmla="*/ 8097 w 10232859"/>
              <a:gd name="connsiteY247" fmla="*/ 30869 h 1705557"/>
              <a:gd name="connsiteX248" fmla="*/ 77128 w 10232859"/>
              <a:gd name="connsiteY248" fmla="*/ 13381 h 1705557"/>
              <a:gd name="connsiteX249" fmla="*/ 188338 w 10232859"/>
              <a:gd name="connsiteY249" fmla="*/ 11593 h 1705557"/>
              <a:gd name="connsiteX250" fmla="*/ 298809 w 10232859"/>
              <a:gd name="connsiteY250" fmla="*/ 12712 h 1705557"/>
              <a:gd name="connsiteX251" fmla="*/ 338985 w 10232859"/>
              <a:gd name="connsiteY251" fmla="*/ 14520 h 1705557"/>
              <a:gd name="connsiteX252" fmla="*/ 409815 w 10232859"/>
              <a:gd name="connsiteY252" fmla="*/ 11559 h 1705557"/>
              <a:gd name="connsiteX253" fmla="*/ 424169 w 10232859"/>
              <a:gd name="connsiteY253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876587 w 10232859"/>
              <a:gd name="connsiteY27" fmla="*/ 144797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909571 w 10232859"/>
              <a:gd name="connsiteY27" fmla="*/ 165085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909571 w 10232859"/>
              <a:gd name="connsiteY27" fmla="*/ 165085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909571 w 10232859"/>
              <a:gd name="connsiteY27" fmla="*/ 165085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11246 w 10232859"/>
              <a:gd name="connsiteY41" fmla="*/ 233408 h 1699043"/>
              <a:gd name="connsiteX42" fmla="*/ 2364066 w 10232859"/>
              <a:gd name="connsiteY42" fmla="*/ 218237 h 1699043"/>
              <a:gd name="connsiteX43" fmla="*/ 2400814 w 10232859"/>
              <a:gd name="connsiteY43" fmla="*/ 227165 h 1699043"/>
              <a:gd name="connsiteX44" fmla="*/ 2408414 w 10232859"/>
              <a:gd name="connsiteY44" fmla="*/ 228429 h 1699043"/>
              <a:gd name="connsiteX45" fmla="*/ 2408650 w 10232859"/>
              <a:gd name="connsiteY45" fmla="*/ 228234 h 1699043"/>
              <a:gd name="connsiteX46" fmla="*/ 2416835 w 10232859"/>
              <a:gd name="connsiteY46" fmla="*/ 229128 h 1699043"/>
              <a:gd name="connsiteX47" fmla="*/ 2422271 w 10232859"/>
              <a:gd name="connsiteY47" fmla="*/ 230733 h 1699043"/>
              <a:gd name="connsiteX48" fmla="*/ 2490341 w 10232859"/>
              <a:gd name="connsiteY48" fmla="*/ 211074 h 1699043"/>
              <a:gd name="connsiteX49" fmla="*/ 2588929 w 10232859"/>
              <a:gd name="connsiteY49" fmla="*/ 200980 h 1699043"/>
              <a:gd name="connsiteX50" fmla="*/ 2687426 w 10232859"/>
              <a:gd name="connsiteY50" fmla="*/ 193848 h 1699043"/>
              <a:gd name="connsiteX51" fmla="*/ 2723517 w 10232859"/>
              <a:gd name="connsiteY51" fmla="*/ 192652 h 1699043"/>
              <a:gd name="connsiteX52" fmla="*/ 2785956 w 10232859"/>
              <a:gd name="connsiteY52" fmla="*/ 184404 h 1699043"/>
              <a:gd name="connsiteX53" fmla="*/ 2813378 w 10232859"/>
              <a:gd name="connsiteY53" fmla="*/ 176833 h 1699043"/>
              <a:gd name="connsiteX54" fmla="*/ 2814782 w 10232859"/>
              <a:gd name="connsiteY54" fmla="*/ 177153 h 1699043"/>
              <a:gd name="connsiteX55" fmla="*/ 2816580 w 10232859"/>
              <a:gd name="connsiteY55" fmla="*/ 174366 h 1699043"/>
              <a:gd name="connsiteX56" fmla="*/ 2821623 w 10232859"/>
              <a:gd name="connsiteY56" fmla="*/ 172875 h 1699043"/>
              <a:gd name="connsiteX57" fmla="*/ 2836688 w 10232859"/>
              <a:gd name="connsiteY57" fmla="*/ 172971 h 1699043"/>
              <a:gd name="connsiteX58" fmla="*/ 2842564 w 10232859"/>
              <a:gd name="connsiteY58" fmla="*/ 173695 h 1699043"/>
              <a:gd name="connsiteX59" fmla="*/ 2850712 w 10232859"/>
              <a:gd name="connsiteY59" fmla="*/ 173290 h 1699043"/>
              <a:gd name="connsiteX60" fmla="*/ 2850846 w 10232859"/>
              <a:gd name="connsiteY60" fmla="*/ 173062 h 1699043"/>
              <a:gd name="connsiteX61" fmla="*/ 2858611 w 10232859"/>
              <a:gd name="connsiteY61" fmla="*/ 173112 h 1699043"/>
              <a:gd name="connsiteX62" fmla="*/ 2897454 w 10232859"/>
              <a:gd name="connsiteY62" fmla="*/ 176114 h 1699043"/>
              <a:gd name="connsiteX63" fmla="*/ 2940369 w 10232859"/>
              <a:gd name="connsiteY63" fmla="*/ 152944 h 1699043"/>
              <a:gd name="connsiteX64" fmla="*/ 2959670 w 10232859"/>
              <a:gd name="connsiteY64" fmla="*/ 148367 h 1699043"/>
              <a:gd name="connsiteX65" fmla="*/ 2969615 w 10232859"/>
              <a:gd name="connsiteY65" fmla="*/ 144755 h 1699043"/>
              <a:gd name="connsiteX66" fmla="*/ 2970000 w 10232859"/>
              <a:gd name="connsiteY66" fmla="*/ 143776 h 1699043"/>
              <a:gd name="connsiteX67" fmla="*/ 3007272 w 10232859"/>
              <a:gd name="connsiteY67" fmla="*/ 146766 h 1699043"/>
              <a:gd name="connsiteX68" fmla="*/ 3011677 w 10232859"/>
              <a:gd name="connsiteY68" fmla="*/ 145404 h 1699043"/>
              <a:gd name="connsiteX69" fmla="*/ 3036668 w 10232859"/>
              <a:gd name="connsiteY69" fmla="*/ 149604 h 1699043"/>
              <a:gd name="connsiteX70" fmla="*/ 3049208 w 10232859"/>
              <a:gd name="connsiteY70" fmla="*/ 150573 h 1699043"/>
              <a:gd name="connsiteX71" fmla="*/ 3053517 w 10232859"/>
              <a:gd name="connsiteY71" fmla="*/ 153322 h 1699043"/>
              <a:gd name="connsiteX72" fmla="*/ 3071637 w 10232859"/>
              <a:gd name="connsiteY72" fmla="*/ 153496 h 1699043"/>
              <a:gd name="connsiteX73" fmla="*/ 3110077 w 10232859"/>
              <a:gd name="connsiteY73" fmla="*/ 149202 h 1699043"/>
              <a:gd name="connsiteX74" fmla="*/ 3173743 w 10232859"/>
              <a:gd name="connsiteY74" fmla="*/ 159581 h 1699043"/>
              <a:gd name="connsiteX75" fmla="*/ 3254203 w 10232859"/>
              <a:gd name="connsiteY75" fmla="*/ 151756 h 1699043"/>
              <a:gd name="connsiteX76" fmla="*/ 3380350 w 10232859"/>
              <a:gd name="connsiteY76" fmla="*/ 151151 h 1699043"/>
              <a:gd name="connsiteX77" fmla="*/ 3476147 w 10232859"/>
              <a:gd name="connsiteY77" fmla="*/ 170925 h 1699043"/>
              <a:gd name="connsiteX78" fmla="*/ 3581876 w 10232859"/>
              <a:gd name="connsiteY78" fmla="*/ 150448 h 1699043"/>
              <a:gd name="connsiteX79" fmla="*/ 3704761 w 10232859"/>
              <a:gd name="connsiteY79" fmla="*/ 150492 h 1699043"/>
              <a:gd name="connsiteX80" fmla="*/ 3755040 w 10232859"/>
              <a:gd name="connsiteY80" fmla="*/ 141978 h 1699043"/>
              <a:gd name="connsiteX81" fmla="*/ 3804689 w 10232859"/>
              <a:gd name="connsiteY81" fmla="*/ 151893 h 1699043"/>
              <a:gd name="connsiteX82" fmla="*/ 3821793 w 10232859"/>
              <a:gd name="connsiteY82" fmla="*/ 144743 h 1699043"/>
              <a:gd name="connsiteX83" fmla="*/ 3824682 w 10232859"/>
              <a:gd name="connsiteY83" fmla="*/ 143319 h 1699043"/>
              <a:gd name="connsiteX84" fmla="*/ 3837536 w 10232859"/>
              <a:gd name="connsiteY84" fmla="*/ 141778 h 1699043"/>
              <a:gd name="connsiteX85" fmla="*/ 3839550 w 10232859"/>
              <a:gd name="connsiteY85" fmla="*/ 136147 h 1699043"/>
              <a:gd name="connsiteX86" fmla="*/ 3857743 w 10232859"/>
              <a:gd name="connsiteY86" fmla="*/ 130104 h 1699043"/>
              <a:gd name="connsiteX87" fmla="*/ 3881852 w 10232859"/>
              <a:gd name="connsiteY87" fmla="*/ 128717 h 1699043"/>
              <a:gd name="connsiteX88" fmla="*/ 3998088 w 10232859"/>
              <a:gd name="connsiteY88" fmla="*/ 127932 h 1699043"/>
              <a:gd name="connsiteX89" fmla="*/ 4066682 w 10232859"/>
              <a:gd name="connsiteY89" fmla="*/ 124147 h 1699043"/>
              <a:gd name="connsiteX90" fmla="*/ 4091246 w 10232859"/>
              <a:gd name="connsiteY90" fmla="*/ 117503 h 1699043"/>
              <a:gd name="connsiteX91" fmla="*/ 4126556 w 10232859"/>
              <a:gd name="connsiteY91" fmla="*/ 111725 h 1699043"/>
              <a:gd name="connsiteX92" fmla="*/ 4187717 w 10232859"/>
              <a:gd name="connsiteY92" fmla="*/ 97496 h 1699043"/>
              <a:gd name="connsiteX93" fmla="*/ 4220826 w 10232859"/>
              <a:gd name="connsiteY93" fmla="*/ 95991 h 1699043"/>
              <a:gd name="connsiteX94" fmla="*/ 4239014 w 10232859"/>
              <a:gd name="connsiteY94" fmla="*/ 90840 h 1699043"/>
              <a:gd name="connsiteX95" fmla="*/ 4246653 w 10232859"/>
              <a:gd name="connsiteY95" fmla="*/ 91360 h 1699043"/>
              <a:gd name="connsiteX96" fmla="*/ 4271841 w 10232859"/>
              <a:gd name="connsiteY96" fmla="*/ 90188 h 1699043"/>
              <a:gd name="connsiteX97" fmla="*/ 4286277 w 10232859"/>
              <a:gd name="connsiteY97" fmla="*/ 90173 h 1699043"/>
              <a:gd name="connsiteX98" fmla="*/ 4292025 w 10232859"/>
              <a:gd name="connsiteY98" fmla="*/ 90407 h 1699043"/>
              <a:gd name="connsiteX99" fmla="*/ 4304713 w 10232859"/>
              <a:gd name="connsiteY99" fmla="*/ 95673 h 1699043"/>
              <a:gd name="connsiteX100" fmla="*/ 4321285 w 10232859"/>
              <a:gd name="connsiteY100" fmla="*/ 93560 h 1699043"/>
              <a:gd name="connsiteX101" fmla="*/ 4339561 w 10232859"/>
              <a:gd name="connsiteY101" fmla="*/ 98806 h 1699043"/>
              <a:gd name="connsiteX102" fmla="*/ 4343990 w 10232859"/>
              <a:gd name="connsiteY102" fmla="*/ 94576 h 1699043"/>
              <a:gd name="connsiteX103" fmla="*/ 4358885 w 10232859"/>
              <a:gd name="connsiteY103" fmla="*/ 90264 h 1699043"/>
              <a:gd name="connsiteX104" fmla="*/ 4371648 w 10232859"/>
              <a:gd name="connsiteY104" fmla="*/ 95312 h 1699043"/>
              <a:gd name="connsiteX105" fmla="*/ 4398380 w 10232859"/>
              <a:gd name="connsiteY105" fmla="*/ 98447 h 1699043"/>
              <a:gd name="connsiteX106" fmla="*/ 4405729 w 10232859"/>
              <a:gd name="connsiteY106" fmla="*/ 97677 h 1699043"/>
              <a:gd name="connsiteX107" fmla="*/ 4431408 w 10232859"/>
              <a:gd name="connsiteY107" fmla="*/ 104311 h 1699043"/>
              <a:gd name="connsiteX108" fmla="*/ 4472183 w 10232859"/>
              <a:gd name="connsiteY108" fmla="*/ 109916 h 1699043"/>
              <a:gd name="connsiteX109" fmla="*/ 4518828 w 10232859"/>
              <a:gd name="connsiteY109" fmla="*/ 112600 h 1699043"/>
              <a:gd name="connsiteX110" fmla="*/ 4532040 w 10232859"/>
              <a:gd name="connsiteY110" fmla="*/ 117793 h 1699043"/>
              <a:gd name="connsiteX111" fmla="*/ 4617778 w 10232859"/>
              <a:gd name="connsiteY111" fmla="*/ 130479 h 1699043"/>
              <a:gd name="connsiteX112" fmla="*/ 4641872 w 10232859"/>
              <a:gd name="connsiteY112" fmla="*/ 134207 h 1699043"/>
              <a:gd name="connsiteX113" fmla="*/ 4662766 w 10232859"/>
              <a:gd name="connsiteY113" fmla="*/ 132438 h 1699043"/>
              <a:gd name="connsiteX114" fmla="*/ 4667770 w 10232859"/>
              <a:gd name="connsiteY114" fmla="*/ 127694 h 1699043"/>
              <a:gd name="connsiteX115" fmla="*/ 4681052 w 10232859"/>
              <a:gd name="connsiteY115" fmla="*/ 128947 h 1699043"/>
              <a:gd name="connsiteX116" fmla="*/ 4684624 w 10232859"/>
              <a:gd name="connsiteY116" fmla="*/ 128241 h 1699043"/>
              <a:gd name="connsiteX117" fmla="*/ 4705061 w 10232859"/>
              <a:gd name="connsiteY117" fmla="*/ 125234 h 1699043"/>
              <a:gd name="connsiteX118" fmla="*/ 4747746 w 10232859"/>
              <a:gd name="connsiteY118" fmla="*/ 144617 h 1699043"/>
              <a:gd name="connsiteX119" fmla="*/ 4801045 w 10232859"/>
              <a:gd name="connsiteY119" fmla="*/ 147239 h 1699043"/>
              <a:gd name="connsiteX120" fmla="*/ 5001600 w 10232859"/>
              <a:gd name="connsiteY120" fmla="*/ 190239 h 1699043"/>
              <a:gd name="connsiteX121" fmla="*/ 5033465 w 10232859"/>
              <a:gd name="connsiteY121" fmla="*/ 175915 h 1699043"/>
              <a:gd name="connsiteX122" fmla="*/ 5115965 w 10232859"/>
              <a:gd name="connsiteY122" fmla="*/ 186069 h 1699043"/>
              <a:gd name="connsiteX123" fmla="*/ 5237936 w 10232859"/>
              <a:gd name="connsiteY123" fmla="*/ 239508 h 1699043"/>
              <a:gd name="connsiteX124" fmla="*/ 5290566 w 10232859"/>
              <a:gd name="connsiteY124" fmla="*/ 263295 h 1699043"/>
              <a:gd name="connsiteX125" fmla="*/ 5344878 w 10232859"/>
              <a:gd name="connsiteY125" fmla="*/ 276360 h 1699043"/>
              <a:gd name="connsiteX126" fmla="*/ 5413398 w 10232859"/>
              <a:gd name="connsiteY126" fmla="*/ 276235 h 1699043"/>
              <a:gd name="connsiteX127" fmla="*/ 5415629 w 10232859"/>
              <a:gd name="connsiteY127" fmla="*/ 275768 h 1699043"/>
              <a:gd name="connsiteX128" fmla="*/ 5433078 w 10232859"/>
              <a:gd name="connsiteY128" fmla="*/ 279684 h 1699043"/>
              <a:gd name="connsiteX129" fmla="*/ 5435759 w 10232859"/>
              <a:gd name="connsiteY129" fmla="*/ 283100 h 1699043"/>
              <a:gd name="connsiteX130" fmla="*/ 5447372 w 10232859"/>
              <a:gd name="connsiteY130" fmla="*/ 286587 h 1699043"/>
              <a:gd name="connsiteX131" fmla="*/ 5469289 w 10232859"/>
              <a:gd name="connsiteY131" fmla="*/ 295620 h 1699043"/>
              <a:gd name="connsiteX132" fmla="*/ 5508752 w 10232859"/>
              <a:gd name="connsiteY132" fmla="*/ 305753 h 1699043"/>
              <a:gd name="connsiteX133" fmla="*/ 5509657 w 10232859"/>
              <a:gd name="connsiteY133" fmla="*/ 304936 h 1699043"/>
              <a:gd name="connsiteX134" fmla="*/ 5521245 w 10232859"/>
              <a:gd name="connsiteY134" fmla="*/ 303688 h 1699043"/>
              <a:gd name="connsiteX135" fmla="*/ 5542415 w 10232859"/>
              <a:gd name="connsiteY135" fmla="*/ 303495 h 1699043"/>
              <a:gd name="connsiteX136" fmla="*/ 5596538 w 10232859"/>
              <a:gd name="connsiteY136" fmla="*/ 291153 h 1699043"/>
              <a:gd name="connsiteX137" fmla="*/ 5632514 w 10232859"/>
              <a:gd name="connsiteY137" fmla="*/ 301962 h 1699043"/>
              <a:gd name="connsiteX138" fmla="*/ 5640005 w 10232859"/>
              <a:gd name="connsiteY138" fmla="*/ 303617 h 1699043"/>
              <a:gd name="connsiteX139" fmla="*/ 5640259 w 10232859"/>
              <a:gd name="connsiteY139" fmla="*/ 303435 h 1699043"/>
              <a:gd name="connsiteX140" fmla="*/ 5648365 w 10232859"/>
              <a:gd name="connsiteY140" fmla="*/ 304754 h 1699043"/>
              <a:gd name="connsiteX141" fmla="*/ 5653662 w 10232859"/>
              <a:gd name="connsiteY141" fmla="*/ 306635 h 1699043"/>
              <a:gd name="connsiteX142" fmla="*/ 5668196 w 10232859"/>
              <a:gd name="connsiteY142" fmla="*/ 309846 h 1699043"/>
              <a:gd name="connsiteX143" fmla="*/ 5673886 w 10232859"/>
              <a:gd name="connsiteY143" fmla="*/ 309526 h 1699043"/>
              <a:gd name="connsiteX144" fmla="*/ 5677139 w 10232859"/>
              <a:gd name="connsiteY144" fmla="*/ 307345 h 1699043"/>
              <a:gd name="connsiteX145" fmla="*/ 5708983 w 10232859"/>
              <a:gd name="connsiteY145" fmla="*/ 306674 h 1699043"/>
              <a:gd name="connsiteX146" fmla="*/ 5773909 w 10232859"/>
              <a:gd name="connsiteY146" fmla="*/ 312061 h 1699043"/>
              <a:gd name="connsiteX147" fmla="*/ 5809500 w 10232859"/>
              <a:gd name="connsiteY147" fmla="*/ 318450 h 1699043"/>
              <a:gd name="connsiteX148" fmla="*/ 5908729 w 10232859"/>
              <a:gd name="connsiteY148" fmla="*/ 332335 h 1699043"/>
              <a:gd name="connsiteX149" fmla="*/ 6009654 w 10232859"/>
              <a:gd name="connsiteY149" fmla="*/ 343526 h 1699043"/>
              <a:gd name="connsiteX150" fmla="*/ 6067487 w 10232859"/>
              <a:gd name="connsiteY150" fmla="*/ 333712 h 1699043"/>
              <a:gd name="connsiteX151" fmla="*/ 6073281 w 10232859"/>
              <a:gd name="connsiteY151" fmla="*/ 334316 h 1699043"/>
              <a:gd name="connsiteX152" fmla="*/ 6086225 w 10232859"/>
              <a:gd name="connsiteY152" fmla="*/ 339621 h 1699043"/>
              <a:gd name="connsiteX153" fmla="*/ 6105063 w 10232859"/>
              <a:gd name="connsiteY153" fmla="*/ 347340 h 1699043"/>
              <a:gd name="connsiteX154" fmla="*/ 6135796 w 10232859"/>
              <a:gd name="connsiteY154" fmla="*/ 363143 h 1699043"/>
              <a:gd name="connsiteX155" fmla="*/ 6195166 w 10232859"/>
              <a:gd name="connsiteY155" fmla="*/ 360190 h 1699043"/>
              <a:gd name="connsiteX156" fmla="*/ 6216259 w 10232859"/>
              <a:gd name="connsiteY156" fmla="*/ 363365 h 1699043"/>
              <a:gd name="connsiteX157" fmla="*/ 6228331 w 10232859"/>
              <a:gd name="connsiteY157" fmla="*/ 364034 h 1699043"/>
              <a:gd name="connsiteX158" fmla="*/ 6229602 w 10232859"/>
              <a:gd name="connsiteY158" fmla="*/ 363414 h 1699043"/>
              <a:gd name="connsiteX159" fmla="*/ 6258988 w 10232859"/>
              <a:gd name="connsiteY159" fmla="*/ 378660 h 1699043"/>
              <a:gd name="connsiteX160" fmla="*/ 6264106 w 10232859"/>
              <a:gd name="connsiteY160" fmla="*/ 379141 h 1699043"/>
              <a:gd name="connsiteX161" fmla="*/ 6281703 w 10232859"/>
              <a:gd name="connsiteY161" fmla="*/ 391054 h 1699043"/>
              <a:gd name="connsiteX162" fmla="*/ 6291622 w 10232859"/>
              <a:gd name="connsiteY162" fmla="*/ 396155 h 1699043"/>
              <a:gd name="connsiteX163" fmla="*/ 6292712 w 10232859"/>
              <a:gd name="connsiteY163" fmla="*/ 399771 h 1699043"/>
              <a:gd name="connsiteX164" fmla="*/ 6308227 w 10232859"/>
              <a:gd name="connsiteY164" fmla="*/ 406196 h 1699043"/>
              <a:gd name="connsiteX165" fmla="*/ 6328981 w 10232859"/>
              <a:gd name="connsiteY165" fmla="*/ 409495 h 1699043"/>
              <a:gd name="connsiteX166" fmla="*/ 6368693 w 10232859"/>
              <a:gd name="connsiteY166" fmla="*/ 417845 h 1699043"/>
              <a:gd name="connsiteX167" fmla="*/ 6414811 w 10232859"/>
              <a:gd name="connsiteY167" fmla="*/ 452200 h 1699043"/>
              <a:gd name="connsiteX168" fmla="*/ 6467879 w 10232859"/>
              <a:gd name="connsiteY168" fmla="*/ 468248 h 1699043"/>
              <a:gd name="connsiteX169" fmla="*/ 6564351 w 10232859"/>
              <a:gd name="connsiteY169" fmla="*/ 537518 h 1699043"/>
              <a:gd name="connsiteX170" fmla="*/ 6711178 w 10232859"/>
              <a:gd name="connsiteY170" fmla="*/ 573610 h 1699043"/>
              <a:gd name="connsiteX171" fmla="*/ 6764036 w 10232859"/>
              <a:gd name="connsiteY171" fmla="*/ 588943 h 1699043"/>
              <a:gd name="connsiteX172" fmla="*/ 6858983 w 10232859"/>
              <a:gd name="connsiteY172" fmla="*/ 623723 h 1699043"/>
              <a:gd name="connsiteX173" fmla="*/ 6910661 w 10232859"/>
              <a:gd name="connsiteY173" fmla="*/ 634620 h 1699043"/>
              <a:gd name="connsiteX174" fmla="*/ 6944111 w 10232859"/>
              <a:gd name="connsiteY174" fmla="*/ 659502 h 1699043"/>
              <a:gd name="connsiteX175" fmla="*/ 6965771 w 10232859"/>
              <a:gd name="connsiteY175" fmla="*/ 659931 h 1699043"/>
              <a:gd name="connsiteX176" fmla="*/ 6969639 w 10232859"/>
              <a:gd name="connsiteY176" fmla="*/ 659837 h 1699043"/>
              <a:gd name="connsiteX177" fmla="*/ 6982242 w 10232859"/>
              <a:gd name="connsiteY177" fmla="*/ 663112 h 1699043"/>
              <a:gd name="connsiteX178" fmla="*/ 6989387 w 10232859"/>
              <a:gd name="connsiteY178" fmla="*/ 659474 h 1699043"/>
              <a:gd name="connsiteX179" fmla="*/ 7010930 w 10232859"/>
              <a:gd name="connsiteY179" fmla="*/ 661134 h 1699043"/>
              <a:gd name="connsiteX180" fmla="*/ 7033125 w 10232859"/>
              <a:gd name="connsiteY180" fmla="*/ 668436 h 1699043"/>
              <a:gd name="connsiteX181" fmla="*/ 7134461 w 10232859"/>
              <a:gd name="connsiteY181" fmla="*/ 708192 h 1699043"/>
              <a:gd name="connsiteX182" fmla="*/ 7197450 w 10232859"/>
              <a:gd name="connsiteY182" fmla="*/ 729094 h 1699043"/>
              <a:gd name="connsiteX183" fmla="*/ 7225084 w 10232859"/>
              <a:gd name="connsiteY183" fmla="*/ 732505 h 1699043"/>
              <a:gd name="connsiteX184" fmla="*/ 7261183 w 10232859"/>
              <a:gd name="connsiteY184" fmla="*/ 740313 h 1699043"/>
              <a:gd name="connsiteX185" fmla="*/ 7327760 w 10232859"/>
              <a:gd name="connsiteY185" fmla="*/ 750586 h 1699043"/>
              <a:gd name="connsiteX186" fmla="*/ 7412222 w 10232859"/>
              <a:gd name="connsiteY186" fmla="*/ 770487 h 1699043"/>
              <a:gd name="connsiteX187" fmla="*/ 7457904 w 10232859"/>
              <a:gd name="connsiteY187" fmla="*/ 804321 h 1699043"/>
              <a:gd name="connsiteX188" fmla="*/ 7465795 w 10232859"/>
              <a:gd name="connsiteY188" fmla="*/ 802598 h 1699043"/>
              <a:gd name="connsiteX189" fmla="*/ 7505046 w 10232859"/>
              <a:gd name="connsiteY189" fmla="*/ 816517 h 1699043"/>
              <a:gd name="connsiteX190" fmla="*/ 7623220 w 10232859"/>
              <a:gd name="connsiteY190" fmla="*/ 888520 h 1699043"/>
              <a:gd name="connsiteX191" fmla="*/ 7700458 w 10232859"/>
              <a:gd name="connsiteY191" fmla="*/ 915079 h 1699043"/>
              <a:gd name="connsiteX192" fmla="*/ 7730988 w 10232859"/>
              <a:gd name="connsiteY192" fmla="*/ 920756 h 1699043"/>
              <a:gd name="connsiteX193" fmla="*/ 7781942 w 10232859"/>
              <a:gd name="connsiteY193" fmla="*/ 930503 h 1699043"/>
              <a:gd name="connsiteX194" fmla="*/ 7827704 w 10232859"/>
              <a:gd name="connsiteY194" fmla="*/ 928558 h 1699043"/>
              <a:gd name="connsiteX195" fmla="*/ 7867270 w 10232859"/>
              <a:gd name="connsiteY195" fmla="*/ 940366 h 1699043"/>
              <a:gd name="connsiteX196" fmla="*/ 7866538 w 10232859"/>
              <a:gd name="connsiteY196" fmla="*/ 955045 h 1699043"/>
              <a:gd name="connsiteX197" fmla="*/ 7912084 w 10232859"/>
              <a:gd name="connsiteY197" fmla="*/ 963800 h 1699043"/>
              <a:gd name="connsiteX198" fmla="*/ 7982264 w 10232859"/>
              <a:gd name="connsiteY198" fmla="*/ 975773 h 1699043"/>
              <a:gd name="connsiteX199" fmla="*/ 7991272 w 10232859"/>
              <a:gd name="connsiteY199" fmla="*/ 981104 h 1699043"/>
              <a:gd name="connsiteX200" fmla="*/ 8006496 w 10232859"/>
              <a:gd name="connsiteY200" fmla="*/ 972839 h 1699043"/>
              <a:gd name="connsiteX201" fmla="*/ 8034497 w 10232859"/>
              <a:gd name="connsiteY201" fmla="*/ 972054 h 1699043"/>
              <a:gd name="connsiteX202" fmla="*/ 8150881 w 10232859"/>
              <a:gd name="connsiteY202" fmla="*/ 990411 h 1699043"/>
              <a:gd name="connsiteX203" fmla="*/ 8172106 w 10232859"/>
              <a:gd name="connsiteY203" fmla="*/ 990512 h 1699043"/>
              <a:gd name="connsiteX204" fmla="*/ 8196076 w 10232859"/>
              <a:gd name="connsiteY204" fmla="*/ 1000078 h 1699043"/>
              <a:gd name="connsiteX205" fmla="*/ 8247463 w 10232859"/>
              <a:gd name="connsiteY205" fmla="*/ 1016332 h 1699043"/>
              <a:gd name="connsiteX206" fmla="*/ 8279272 w 10232859"/>
              <a:gd name="connsiteY206" fmla="*/ 1032921 h 1699043"/>
              <a:gd name="connsiteX207" fmla="*/ 8289611 w 10232859"/>
              <a:gd name="connsiteY207" fmla="*/ 1028630 h 1699043"/>
              <a:gd name="connsiteX208" fmla="*/ 8311483 w 10232859"/>
              <a:gd name="connsiteY208" fmla="*/ 1029399 h 1699043"/>
              <a:gd name="connsiteX209" fmla="*/ 8399489 w 10232859"/>
              <a:gd name="connsiteY209" fmla="*/ 1048562 h 1699043"/>
              <a:gd name="connsiteX210" fmla="*/ 8415973 w 10232859"/>
              <a:gd name="connsiteY210" fmla="*/ 1049660 h 1699043"/>
              <a:gd name="connsiteX211" fmla="*/ 8433326 w 10232859"/>
              <a:gd name="connsiteY211" fmla="*/ 1057881 h 1699043"/>
              <a:gd name="connsiteX212" fmla="*/ 8502328 w 10232859"/>
              <a:gd name="connsiteY212" fmla="*/ 1091498 h 1699043"/>
              <a:gd name="connsiteX213" fmla="*/ 8534346 w 10232859"/>
              <a:gd name="connsiteY213" fmla="*/ 1106980 h 1699043"/>
              <a:gd name="connsiteX214" fmla="*/ 8534980 w 10232859"/>
              <a:gd name="connsiteY214" fmla="*/ 1110861 h 1699043"/>
              <a:gd name="connsiteX215" fmla="*/ 8544104 w 10232859"/>
              <a:gd name="connsiteY215" fmla="*/ 1108406 h 1699043"/>
              <a:gd name="connsiteX216" fmla="*/ 8567742 w 10232859"/>
              <a:gd name="connsiteY216" fmla="*/ 1117590 h 1699043"/>
              <a:gd name="connsiteX217" fmla="*/ 8633779 w 10232859"/>
              <a:gd name="connsiteY217" fmla="*/ 1139226 h 1699043"/>
              <a:gd name="connsiteX218" fmla="*/ 8676965 w 10232859"/>
              <a:gd name="connsiteY218" fmla="*/ 1156949 h 1699043"/>
              <a:gd name="connsiteX219" fmla="*/ 8698944 w 10232859"/>
              <a:gd name="connsiteY219" fmla="*/ 1156939 h 1699043"/>
              <a:gd name="connsiteX220" fmla="*/ 8711456 w 10232859"/>
              <a:gd name="connsiteY220" fmla="*/ 1169217 h 1699043"/>
              <a:gd name="connsiteX221" fmla="*/ 8732793 w 10232859"/>
              <a:gd name="connsiteY221" fmla="*/ 1172972 h 1699043"/>
              <a:gd name="connsiteX222" fmla="*/ 8751897 w 10232859"/>
              <a:gd name="connsiteY222" fmla="*/ 1190886 h 1699043"/>
              <a:gd name="connsiteX223" fmla="*/ 8793564 w 10232859"/>
              <a:gd name="connsiteY223" fmla="*/ 1172572 h 1699043"/>
              <a:gd name="connsiteX224" fmla="*/ 8834270 w 10232859"/>
              <a:gd name="connsiteY224" fmla="*/ 1206624 h 1699043"/>
              <a:gd name="connsiteX225" fmla="*/ 8853872 w 10232859"/>
              <a:gd name="connsiteY225" fmla="*/ 1214714 h 1699043"/>
              <a:gd name="connsiteX226" fmla="*/ 8861901 w 10232859"/>
              <a:gd name="connsiteY226" fmla="*/ 1211375 h 1699043"/>
              <a:gd name="connsiteX227" fmla="*/ 8874168 w 10232859"/>
              <a:gd name="connsiteY227" fmla="*/ 1213967 h 1699043"/>
              <a:gd name="connsiteX228" fmla="*/ 8871123 w 10232859"/>
              <a:gd name="connsiteY228" fmla="*/ 1221160 h 1699043"/>
              <a:gd name="connsiteX229" fmla="*/ 8903537 w 10232859"/>
              <a:gd name="connsiteY229" fmla="*/ 1230588 h 1699043"/>
              <a:gd name="connsiteX230" fmla="*/ 8933767 w 10232859"/>
              <a:gd name="connsiteY230" fmla="*/ 1263368 h 1699043"/>
              <a:gd name="connsiteX231" fmla="*/ 8985765 w 10232859"/>
              <a:gd name="connsiteY231" fmla="*/ 1287664 h 1699043"/>
              <a:gd name="connsiteX232" fmla="*/ 9071444 w 10232859"/>
              <a:gd name="connsiteY232" fmla="*/ 1317305 h 1699043"/>
              <a:gd name="connsiteX233" fmla="*/ 9096711 w 10232859"/>
              <a:gd name="connsiteY233" fmla="*/ 1327777 h 1699043"/>
              <a:gd name="connsiteX234" fmla="*/ 9338853 w 10232859"/>
              <a:gd name="connsiteY234" fmla="*/ 1448046 h 1699043"/>
              <a:gd name="connsiteX235" fmla="*/ 9520814 w 10232859"/>
              <a:gd name="connsiteY235" fmla="*/ 1449827 h 1699043"/>
              <a:gd name="connsiteX236" fmla="*/ 9702271 w 10232859"/>
              <a:gd name="connsiteY236" fmla="*/ 1488553 h 1699043"/>
              <a:gd name="connsiteX237" fmla="*/ 9744273 w 10232859"/>
              <a:gd name="connsiteY237" fmla="*/ 1523512 h 1699043"/>
              <a:gd name="connsiteX238" fmla="*/ 9771903 w 10232859"/>
              <a:gd name="connsiteY238" fmla="*/ 1530034 h 1699043"/>
              <a:gd name="connsiteX239" fmla="*/ 9818565 w 10232859"/>
              <a:gd name="connsiteY239" fmla="*/ 1538545 h 1699043"/>
              <a:gd name="connsiteX240" fmla="*/ 9882202 w 10232859"/>
              <a:gd name="connsiteY240" fmla="*/ 1565888 h 1699043"/>
              <a:gd name="connsiteX241" fmla="*/ 10022025 w 10232859"/>
              <a:gd name="connsiteY241" fmla="*/ 1599696 h 1699043"/>
              <a:gd name="connsiteX242" fmla="*/ 10220406 w 10232859"/>
              <a:gd name="connsiteY242" fmla="*/ 1677005 h 1699043"/>
              <a:gd name="connsiteX243" fmla="*/ 10232859 w 10232859"/>
              <a:gd name="connsiteY243" fmla="*/ 1699043 h 1699043"/>
              <a:gd name="connsiteX244" fmla="*/ 0 w 10232859"/>
              <a:gd name="connsiteY244" fmla="*/ 1699043 h 1699043"/>
              <a:gd name="connsiteX245" fmla="*/ 0 w 10232859"/>
              <a:gd name="connsiteY245" fmla="*/ 21828 h 1699043"/>
              <a:gd name="connsiteX246" fmla="*/ 8097 w 10232859"/>
              <a:gd name="connsiteY246" fmla="*/ 24355 h 1699043"/>
              <a:gd name="connsiteX247" fmla="*/ 77128 w 10232859"/>
              <a:gd name="connsiteY247" fmla="*/ 6867 h 1699043"/>
              <a:gd name="connsiteX248" fmla="*/ 188338 w 10232859"/>
              <a:gd name="connsiteY248" fmla="*/ 5079 h 1699043"/>
              <a:gd name="connsiteX249" fmla="*/ 298809 w 10232859"/>
              <a:gd name="connsiteY249" fmla="*/ 6198 h 1699043"/>
              <a:gd name="connsiteX250" fmla="*/ 338985 w 10232859"/>
              <a:gd name="connsiteY250" fmla="*/ 8006 h 1699043"/>
              <a:gd name="connsiteX251" fmla="*/ 409815 w 10232859"/>
              <a:gd name="connsiteY251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11246 w 10232859"/>
              <a:gd name="connsiteY41" fmla="*/ 233408 h 1699043"/>
              <a:gd name="connsiteX42" fmla="*/ 2364066 w 10232859"/>
              <a:gd name="connsiteY42" fmla="*/ 218237 h 1699043"/>
              <a:gd name="connsiteX43" fmla="*/ 2400814 w 10232859"/>
              <a:gd name="connsiteY43" fmla="*/ 227165 h 1699043"/>
              <a:gd name="connsiteX44" fmla="*/ 2408414 w 10232859"/>
              <a:gd name="connsiteY44" fmla="*/ 228429 h 1699043"/>
              <a:gd name="connsiteX45" fmla="*/ 2408650 w 10232859"/>
              <a:gd name="connsiteY45" fmla="*/ 228234 h 1699043"/>
              <a:gd name="connsiteX46" fmla="*/ 2416835 w 10232859"/>
              <a:gd name="connsiteY46" fmla="*/ 229128 h 1699043"/>
              <a:gd name="connsiteX47" fmla="*/ 2422271 w 10232859"/>
              <a:gd name="connsiteY47" fmla="*/ 230733 h 1699043"/>
              <a:gd name="connsiteX48" fmla="*/ 2490341 w 10232859"/>
              <a:gd name="connsiteY48" fmla="*/ 211074 h 1699043"/>
              <a:gd name="connsiteX49" fmla="*/ 2588929 w 10232859"/>
              <a:gd name="connsiteY49" fmla="*/ 200980 h 1699043"/>
              <a:gd name="connsiteX50" fmla="*/ 2687426 w 10232859"/>
              <a:gd name="connsiteY50" fmla="*/ 193848 h 1699043"/>
              <a:gd name="connsiteX51" fmla="*/ 2723517 w 10232859"/>
              <a:gd name="connsiteY51" fmla="*/ 192652 h 1699043"/>
              <a:gd name="connsiteX52" fmla="*/ 2785956 w 10232859"/>
              <a:gd name="connsiteY52" fmla="*/ 184404 h 1699043"/>
              <a:gd name="connsiteX53" fmla="*/ 2813378 w 10232859"/>
              <a:gd name="connsiteY53" fmla="*/ 176833 h 1699043"/>
              <a:gd name="connsiteX54" fmla="*/ 2814782 w 10232859"/>
              <a:gd name="connsiteY54" fmla="*/ 177153 h 1699043"/>
              <a:gd name="connsiteX55" fmla="*/ 2816580 w 10232859"/>
              <a:gd name="connsiteY55" fmla="*/ 174366 h 1699043"/>
              <a:gd name="connsiteX56" fmla="*/ 2821623 w 10232859"/>
              <a:gd name="connsiteY56" fmla="*/ 172875 h 1699043"/>
              <a:gd name="connsiteX57" fmla="*/ 2836688 w 10232859"/>
              <a:gd name="connsiteY57" fmla="*/ 172971 h 1699043"/>
              <a:gd name="connsiteX58" fmla="*/ 2842564 w 10232859"/>
              <a:gd name="connsiteY58" fmla="*/ 173695 h 1699043"/>
              <a:gd name="connsiteX59" fmla="*/ 2850712 w 10232859"/>
              <a:gd name="connsiteY59" fmla="*/ 173290 h 1699043"/>
              <a:gd name="connsiteX60" fmla="*/ 2850846 w 10232859"/>
              <a:gd name="connsiteY60" fmla="*/ 173062 h 1699043"/>
              <a:gd name="connsiteX61" fmla="*/ 2858611 w 10232859"/>
              <a:gd name="connsiteY61" fmla="*/ 173112 h 1699043"/>
              <a:gd name="connsiteX62" fmla="*/ 2897454 w 10232859"/>
              <a:gd name="connsiteY62" fmla="*/ 176114 h 1699043"/>
              <a:gd name="connsiteX63" fmla="*/ 2940369 w 10232859"/>
              <a:gd name="connsiteY63" fmla="*/ 152944 h 1699043"/>
              <a:gd name="connsiteX64" fmla="*/ 2959670 w 10232859"/>
              <a:gd name="connsiteY64" fmla="*/ 148367 h 1699043"/>
              <a:gd name="connsiteX65" fmla="*/ 2969615 w 10232859"/>
              <a:gd name="connsiteY65" fmla="*/ 144755 h 1699043"/>
              <a:gd name="connsiteX66" fmla="*/ 2970000 w 10232859"/>
              <a:gd name="connsiteY66" fmla="*/ 143776 h 1699043"/>
              <a:gd name="connsiteX67" fmla="*/ 3007272 w 10232859"/>
              <a:gd name="connsiteY67" fmla="*/ 146766 h 1699043"/>
              <a:gd name="connsiteX68" fmla="*/ 3011677 w 10232859"/>
              <a:gd name="connsiteY68" fmla="*/ 145404 h 1699043"/>
              <a:gd name="connsiteX69" fmla="*/ 3036668 w 10232859"/>
              <a:gd name="connsiteY69" fmla="*/ 149604 h 1699043"/>
              <a:gd name="connsiteX70" fmla="*/ 3049208 w 10232859"/>
              <a:gd name="connsiteY70" fmla="*/ 150573 h 1699043"/>
              <a:gd name="connsiteX71" fmla="*/ 3053517 w 10232859"/>
              <a:gd name="connsiteY71" fmla="*/ 153322 h 1699043"/>
              <a:gd name="connsiteX72" fmla="*/ 3071637 w 10232859"/>
              <a:gd name="connsiteY72" fmla="*/ 153496 h 1699043"/>
              <a:gd name="connsiteX73" fmla="*/ 3110077 w 10232859"/>
              <a:gd name="connsiteY73" fmla="*/ 149202 h 1699043"/>
              <a:gd name="connsiteX74" fmla="*/ 3173743 w 10232859"/>
              <a:gd name="connsiteY74" fmla="*/ 159581 h 1699043"/>
              <a:gd name="connsiteX75" fmla="*/ 3254203 w 10232859"/>
              <a:gd name="connsiteY75" fmla="*/ 151756 h 1699043"/>
              <a:gd name="connsiteX76" fmla="*/ 3380350 w 10232859"/>
              <a:gd name="connsiteY76" fmla="*/ 151151 h 1699043"/>
              <a:gd name="connsiteX77" fmla="*/ 3476147 w 10232859"/>
              <a:gd name="connsiteY77" fmla="*/ 170925 h 1699043"/>
              <a:gd name="connsiteX78" fmla="*/ 3581876 w 10232859"/>
              <a:gd name="connsiteY78" fmla="*/ 150448 h 1699043"/>
              <a:gd name="connsiteX79" fmla="*/ 3704761 w 10232859"/>
              <a:gd name="connsiteY79" fmla="*/ 150492 h 1699043"/>
              <a:gd name="connsiteX80" fmla="*/ 3755040 w 10232859"/>
              <a:gd name="connsiteY80" fmla="*/ 141978 h 1699043"/>
              <a:gd name="connsiteX81" fmla="*/ 3804689 w 10232859"/>
              <a:gd name="connsiteY81" fmla="*/ 151893 h 1699043"/>
              <a:gd name="connsiteX82" fmla="*/ 3821793 w 10232859"/>
              <a:gd name="connsiteY82" fmla="*/ 144743 h 1699043"/>
              <a:gd name="connsiteX83" fmla="*/ 3824682 w 10232859"/>
              <a:gd name="connsiteY83" fmla="*/ 143319 h 1699043"/>
              <a:gd name="connsiteX84" fmla="*/ 3837536 w 10232859"/>
              <a:gd name="connsiteY84" fmla="*/ 141778 h 1699043"/>
              <a:gd name="connsiteX85" fmla="*/ 3839550 w 10232859"/>
              <a:gd name="connsiteY85" fmla="*/ 136147 h 1699043"/>
              <a:gd name="connsiteX86" fmla="*/ 3857743 w 10232859"/>
              <a:gd name="connsiteY86" fmla="*/ 130104 h 1699043"/>
              <a:gd name="connsiteX87" fmla="*/ 3881852 w 10232859"/>
              <a:gd name="connsiteY87" fmla="*/ 128717 h 1699043"/>
              <a:gd name="connsiteX88" fmla="*/ 3998088 w 10232859"/>
              <a:gd name="connsiteY88" fmla="*/ 127932 h 1699043"/>
              <a:gd name="connsiteX89" fmla="*/ 4066682 w 10232859"/>
              <a:gd name="connsiteY89" fmla="*/ 124147 h 1699043"/>
              <a:gd name="connsiteX90" fmla="*/ 4091246 w 10232859"/>
              <a:gd name="connsiteY90" fmla="*/ 117503 h 1699043"/>
              <a:gd name="connsiteX91" fmla="*/ 4126556 w 10232859"/>
              <a:gd name="connsiteY91" fmla="*/ 111725 h 1699043"/>
              <a:gd name="connsiteX92" fmla="*/ 4187717 w 10232859"/>
              <a:gd name="connsiteY92" fmla="*/ 97496 h 1699043"/>
              <a:gd name="connsiteX93" fmla="*/ 4220826 w 10232859"/>
              <a:gd name="connsiteY93" fmla="*/ 95991 h 1699043"/>
              <a:gd name="connsiteX94" fmla="*/ 4239014 w 10232859"/>
              <a:gd name="connsiteY94" fmla="*/ 90840 h 1699043"/>
              <a:gd name="connsiteX95" fmla="*/ 4246653 w 10232859"/>
              <a:gd name="connsiteY95" fmla="*/ 91360 h 1699043"/>
              <a:gd name="connsiteX96" fmla="*/ 4271841 w 10232859"/>
              <a:gd name="connsiteY96" fmla="*/ 90188 h 1699043"/>
              <a:gd name="connsiteX97" fmla="*/ 4286277 w 10232859"/>
              <a:gd name="connsiteY97" fmla="*/ 90173 h 1699043"/>
              <a:gd name="connsiteX98" fmla="*/ 4292025 w 10232859"/>
              <a:gd name="connsiteY98" fmla="*/ 90407 h 1699043"/>
              <a:gd name="connsiteX99" fmla="*/ 4304713 w 10232859"/>
              <a:gd name="connsiteY99" fmla="*/ 95673 h 1699043"/>
              <a:gd name="connsiteX100" fmla="*/ 4321285 w 10232859"/>
              <a:gd name="connsiteY100" fmla="*/ 93560 h 1699043"/>
              <a:gd name="connsiteX101" fmla="*/ 4339561 w 10232859"/>
              <a:gd name="connsiteY101" fmla="*/ 98806 h 1699043"/>
              <a:gd name="connsiteX102" fmla="*/ 4343990 w 10232859"/>
              <a:gd name="connsiteY102" fmla="*/ 94576 h 1699043"/>
              <a:gd name="connsiteX103" fmla="*/ 4358885 w 10232859"/>
              <a:gd name="connsiteY103" fmla="*/ 90264 h 1699043"/>
              <a:gd name="connsiteX104" fmla="*/ 4371648 w 10232859"/>
              <a:gd name="connsiteY104" fmla="*/ 95312 h 1699043"/>
              <a:gd name="connsiteX105" fmla="*/ 4398380 w 10232859"/>
              <a:gd name="connsiteY105" fmla="*/ 98447 h 1699043"/>
              <a:gd name="connsiteX106" fmla="*/ 4405729 w 10232859"/>
              <a:gd name="connsiteY106" fmla="*/ 97677 h 1699043"/>
              <a:gd name="connsiteX107" fmla="*/ 4431408 w 10232859"/>
              <a:gd name="connsiteY107" fmla="*/ 104311 h 1699043"/>
              <a:gd name="connsiteX108" fmla="*/ 4472183 w 10232859"/>
              <a:gd name="connsiteY108" fmla="*/ 109916 h 1699043"/>
              <a:gd name="connsiteX109" fmla="*/ 4518828 w 10232859"/>
              <a:gd name="connsiteY109" fmla="*/ 112600 h 1699043"/>
              <a:gd name="connsiteX110" fmla="*/ 4532040 w 10232859"/>
              <a:gd name="connsiteY110" fmla="*/ 117793 h 1699043"/>
              <a:gd name="connsiteX111" fmla="*/ 4617778 w 10232859"/>
              <a:gd name="connsiteY111" fmla="*/ 130479 h 1699043"/>
              <a:gd name="connsiteX112" fmla="*/ 4641872 w 10232859"/>
              <a:gd name="connsiteY112" fmla="*/ 134207 h 1699043"/>
              <a:gd name="connsiteX113" fmla="*/ 4662766 w 10232859"/>
              <a:gd name="connsiteY113" fmla="*/ 132438 h 1699043"/>
              <a:gd name="connsiteX114" fmla="*/ 4667770 w 10232859"/>
              <a:gd name="connsiteY114" fmla="*/ 127694 h 1699043"/>
              <a:gd name="connsiteX115" fmla="*/ 4681052 w 10232859"/>
              <a:gd name="connsiteY115" fmla="*/ 128947 h 1699043"/>
              <a:gd name="connsiteX116" fmla="*/ 4684624 w 10232859"/>
              <a:gd name="connsiteY116" fmla="*/ 128241 h 1699043"/>
              <a:gd name="connsiteX117" fmla="*/ 4705061 w 10232859"/>
              <a:gd name="connsiteY117" fmla="*/ 125234 h 1699043"/>
              <a:gd name="connsiteX118" fmla="*/ 4747746 w 10232859"/>
              <a:gd name="connsiteY118" fmla="*/ 144617 h 1699043"/>
              <a:gd name="connsiteX119" fmla="*/ 4801045 w 10232859"/>
              <a:gd name="connsiteY119" fmla="*/ 147239 h 1699043"/>
              <a:gd name="connsiteX120" fmla="*/ 5001600 w 10232859"/>
              <a:gd name="connsiteY120" fmla="*/ 190239 h 1699043"/>
              <a:gd name="connsiteX121" fmla="*/ 5033465 w 10232859"/>
              <a:gd name="connsiteY121" fmla="*/ 175915 h 1699043"/>
              <a:gd name="connsiteX122" fmla="*/ 5115965 w 10232859"/>
              <a:gd name="connsiteY122" fmla="*/ 186069 h 1699043"/>
              <a:gd name="connsiteX123" fmla="*/ 5237936 w 10232859"/>
              <a:gd name="connsiteY123" fmla="*/ 239508 h 1699043"/>
              <a:gd name="connsiteX124" fmla="*/ 5290566 w 10232859"/>
              <a:gd name="connsiteY124" fmla="*/ 263295 h 1699043"/>
              <a:gd name="connsiteX125" fmla="*/ 5344878 w 10232859"/>
              <a:gd name="connsiteY125" fmla="*/ 276360 h 1699043"/>
              <a:gd name="connsiteX126" fmla="*/ 5413398 w 10232859"/>
              <a:gd name="connsiteY126" fmla="*/ 276235 h 1699043"/>
              <a:gd name="connsiteX127" fmla="*/ 5415629 w 10232859"/>
              <a:gd name="connsiteY127" fmla="*/ 275768 h 1699043"/>
              <a:gd name="connsiteX128" fmla="*/ 5433078 w 10232859"/>
              <a:gd name="connsiteY128" fmla="*/ 279684 h 1699043"/>
              <a:gd name="connsiteX129" fmla="*/ 5435759 w 10232859"/>
              <a:gd name="connsiteY129" fmla="*/ 283100 h 1699043"/>
              <a:gd name="connsiteX130" fmla="*/ 5447372 w 10232859"/>
              <a:gd name="connsiteY130" fmla="*/ 286587 h 1699043"/>
              <a:gd name="connsiteX131" fmla="*/ 5469289 w 10232859"/>
              <a:gd name="connsiteY131" fmla="*/ 295620 h 1699043"/>
              <a:gd name="connsiteX132" fmla="*/ 5508752 w 10232859"/>
              <a:gd name="connsiteY132" fmla="*/ 305753 h 1699043"/>
              <a:gd name="connsiteX133" fmla="*/ 5509657 w 10232859"/>
              <a:gd name="connsiteY133" fmla="*/ 304936 h 1699043"/>
              <a:gd name="connsiteX134" fmla="*/ 5521245 w 10232859"/>
              <a:gd name="connsiteY134" fmla="*/ 303688 h 1699043"/>
              <a:gd name="connsiteX135" fmla="*/ 5542415 w 10232859"/>
              <a:gd name="connsiteY135" fmla="*/ 303495 h 1699043"/>
              <a:gd name="connsiteX136" fmla="*/ 5596538 w 10232859"/>
              <a:gd name="connsiteY136" fmla="*/ 291153 h 1699043"/>
              <a:gd name="connsiteX137" fmla="*/ 5632514 w 10232859"/>
              <a:gd name="connsiteY137" fmla="*/ 301962 h 1699043"/>
              <a:gd name="connsiteX138" fmla="*/ 5640005 w 10232859"/>
              <a:gd name="connsiteY138" fmla="*/ 303617 h 1699043"/>
              <a:gd name="connsiteX139" fmla="*/ 5640259 w 10232859"/>
              <a:gd name="connsiteY139" fmla="*/ 303435 h 1699043"/>
              <a:gd name="connsiteX140" fmla="*/ 5648365 w 10232859"/>
              <a:gd name="connsiteY140" fmla="*/ 304754 h 1699043"/>
              <a:gd name="connsiteX141" fmla="*/ 5653662 w 10232859"/>
              <a:gd name="connsiteY141" fmla="*/ 306635 h 1699043"/>
              <a:gd name="connsiteX142" fmla="*/ 5668196 w 10232859"/>
              <a:gd name="connsiteY142" fmla="*/ 309846 h 1699043"/>
              <a:gd name="connsiteX143" fmla="*/ 5673886 w 10232859"/>
              <a:gd name="connsiteY143" fmla="*/ 309526 h 1699043"/>
              <a:gd name="connsiteX144" fmla="*/ 5677139 w 10232859"/>
              <a:gd name="connsiteY144" fmla="*/ 307345 h 1699043"/>
              <a:gd name="connsiteX145" fmla="*/ 5708983 w 10232859"/>
              <a:gd name="connsiteY145" fmla="*/ 306674 h 1699043"/>
              <a:gd name="connsiteX146" fmla="*/ 5773909 w 10232859"/>
              <a:gd name="connsiteY146" fmla="*/ 312061 h 1699043"/>
              <a:gd name="connsiteX147" fmla="*/ 5809500 w 10232859"/>
              <a:gd name="connsiteY147" fmla="*/ 318450 h 1699043"/>
              <a:gd name="connsiteX148" fmla="*/ 5908729 w 10232859"/>
              <a:gd name="connsiteY148" fmla="*/ 332335 h 1699043"/>
              <a:gd name="connsiteX149" fmla="*/ 6009654 w 10232859"/>
              <a:gd name="connsiteY149" fmla="*/ 343526 h 1699043"/>
              <a:gd name="connsiteX150" fmla="*/ 6067487 w 10232859"/>
              <a:gd name="connsiteY150" fmla="*/ 333712 h 1699043"/>
              <a:gd name="connsiteX151" fmla="*/ 6073281 w 10232859"/>
              <a:gd name="connsiteY151" fmla="*/ 334316 h 1699043"/>
              <a:gd name="connsiteX152" fmla="*/ 6086225 w 10232859"/>
              <a:gd name="connsiteY152" fmla="*/ 339621 h 1699043"/>
              <a:gd name="connsiteX153" fmla="*/ 6105063 w 10232859"/>
              <a:gd name="connsiteY153" fmla="*/ 347340 h 1699043"/>
              <a:gd name="connsiteX154" fmla="*/ 6135796 w 10232859"/>
              <a:gd name="connsiteY154" fmla="*/ 363143 h 1699043"/>
              <a:gd name="connsiteX155" fmla="*/ 6195166 w 10232859"/>
              <a:gd name="connsiteY155" fmla="*/ 360190 h 1699043"/>
              <a:gd name="connsiteX156" fmla="*/ 6216259 w 10232859"/>
              <a:gd name="connsiteY156" fmla="*/ 363365 h 1699043"/>
              <a:gd name="connsiteX157" fmla="*/ 6228331 w 10232859"/>
              <a:gd name="connsiteY157" fmla="*/ 364034 h 1699043"/>
              <a:gd name="connsiteX158" fmla="*/ 6229602 w 10232859"/>
              <a:gd name="connsiteY158" fmla="*/ 363414 h 1699043"/>
              <a:gd name="connsiteX159" fmla="*/ 6258988 w 10232859"/>
              <a:gd name="connsiteY159" fmla="*/ 378660 h 1699043"/>
              <a:gd name="connsiteX160" fmla="*/ 6264106 w 10232859"/>
              <a:gd name="connsiteY160" fmla="*/ 379141 h 1699043"/>
              <a:gd name="connsiteX161" fmla="*/ 6281703 w 10232859"/>
              <a:gd name="connsiteY161" fmla="*/ 391054 h 1699043"/>
              <a:gd name="connsiteX162" fmla="*/ 6291622 w 10232859"/>
              <a:gd name="connsiteY162" fmla="*/ 396155 h 1699043"/>
              <a:gd name="connsiteX163" fmla="*/ 6292712 w 10232859"/>
              <a:gd name="connsiteY163" fmla="*/ 399771 h 1699043"/>
              <a:gd name="connsiteX164" fmla="*/ 6308227 w 10232859"/>
              <a:gd name="connsiteY164" fmla="*/ 406196 h 1699043"/>
              <a:gd name="connsiteX165" fmla="*/ 6328981 w 10232859"/>
              <a:gd name="connsiteY165" fmla="*/ 409495 h 1699043"/>
              <a:gd name="connsiteX166" fmla="*/ 6368693 w 10232859"/>
              <a:gd name="connsiteY166" fmla="*/ 417845 h 1699043"/>
              <a:gd name="connsiteX167" fmla="*/ 6414811 w 10232859"/>
              <a:gd name="connsiteY167" fmla="*/ 452200 h 1699043"/>
              <a:gd name="connsiteX168" fmla="*/ 6467879 w 10232859"/>
              <a:gd name="connsiteY168" fmla="*/ 468248 h 1699043"/>
              <a:gd name="connsiteX169" fmla="*/ 6564351 w 10232859"/>
              <a:gd name="connsiteY169" fmla="*/ 537518 h 1699043"/>
              <a:gd name="connsiteX170" fmla="*/ 6711178 w 10232859"/>
              <a:gd name="connsiteY170" fmla="*/ 573610 h 1699043"/>
              <a:gd name="connsiteX171" fmla="*/ 6764036 w 10232859"/>
              <a:gd name="connsiteY171" fmla="*/ 588943 h 1699043"/>
              <a:gd name="connsiteX172" fmla="*/ 6858983 w 10232859"/>
              <a:gd name="connsiteY172" fmla="*/ 623723 h 1699043"/>
              <a:gd name="connsiteX173" fmla="*/ 6910661 w 10232859"/>
              <a:gd name="connsiteY173" fmla="*/ 634620 h 1699043"/>
              <a:gd name="connsiteX174" fmla="*/ 6944111 w 10232859"/>
              <a:gd name="connsiteY174" fmla="*/ 659502 h 1699043"/>
              <a:gd name="connsiteX175" fmla="*/ 6965771 w 10232859"/>
              <a:gd name="connsiteY175" fmla="*/ 659931 h 1699043"/>
              <a:gd name="connsiteX176" fmla="*/ 6969639 w 10232859"/>
              <a:gd name="connsiteY176" fmla="*/ 659837 h 1699043"/>
              <a:gd name="connsiteX177" fmla="*/ 6982242 w 10232859"/>
              <a:gd name="connsiteY177" fmla="*/ 663112 h 1699043"/>
              <a:gd name="connsiteX178" fmla="*/ 6989387 w 10232859"/>
              <a:gd name="connsiteY178" fmla="*/ 659474 h 1699043"/>
              <a:gd name="connsiteX179" fmla="*/ 7010930 w 10232859"/>
              <a:gd name="connsiteY179" fmla="*/ 661134 h 1699043"/>
              <a:gd name="connsiteX180" fmla="*/ 7033125 w 10232859"/>
              <a:gd name="connsiteY180" fmla="*/ 668436 h 1699043"/>
              <a:gd name="connsiteX181" fmla="*/ 7134461 w 10232859"/>
              <a:gd name="connsiteY181" fmla="*/ 708192 h 1699043"/>
              <a:gd name="connsiteX182" fmla="*/ 7197450 w 10232859"/>
              <a:gd name="connsiteY182" fmla="*/ 729094 h 1699043"/>
              <a:gd name="connsiteX183" fmla="*/ 7225084 w 10232859"/>
              <a:gd name="connsiteY183" fmla="*/ 732505 h 1699043"/>
              <a:gd name="connsiteX184" fmla="*/ 7261183 w 10232859"/>
              <a:gd name="connsiteY184" fmla="*/ 740313 h 1699043"/>
              <a:gd name="connsiteX185" fmla="*/ 7327760 w 10232859"/>
              <a:gd name="connsiteY185" fmla="*/ 750586 h 1699043"/>
              <a:gd name="connsiteX186" fmla="*/ 7412222 w 10232859"/>
              <a:gd name="connsiteY186" fmla="*/ 770487 h 1699043"/>
              <a:gd name="connsiteX187" fmla="*/ 7457904 w 10232859"/>
              <a:gd name="connsiteY187" fmla="*/ 804321 h 1699043"/>
              <a:gd name="connsiteX188" fmla="*/ 7465795 w 10232859"/>
              <a:gd name="connsiteY188" fmla="*/ 802598 h 1699043"/>
              <a:gd name="connsiteX189" fmla="*/ 7505046 w 10232859"/>
              <a:gd name="connsiteY189" fmla="*/ 816517 h 1699043"/>
              <a:gd name="connsiteX190" fmla="*/ 7623220 w 10232859"/>
              <a:gd name="connsiteY190" fmla="*/ 888520 h 1699043"/>
              <a:gd name="connsiteX191" fmla="*/ 7700458 w 10232859"/>
              <a:gd name="connsiteY191" fmla="*/ 915079 h 1699043"/>
              <a:gd name="connsiteX192" fmla="*/ 7730988 w 10232859"/>
              <a:gd name="connsiteY192" fmla="*/ 920756 h 1699043"/>
              <a:gd name="connsiteX193" fmla="*/ 7781942 w 10232859"/>
              <a:gd name="connsiteY193" fmla="*/ 930503 h 1699043"/>
              <a:gd name="connsiteX194" fmla="*/ 7827704 w 10232859"/>
              <a:gd name="connsiteY194" fmla="*/ 928558 h 1699043"/>
              <a:gd name="connsiteX195" fmla="*/ 7867270 w 10232859"/>
              <a:gd name="connsiteY195" fmla="*/ 940366 h 1699043"/>
              <a:gd name="connsiteX196" fmla="*/ 7866538 w 10232859"/>
              <a:gd name="connsiteY196" fmla="*/ 955045 h 1699043"/>
              <a:gd name="connsiteX197" fmla="*/ 7912084 w 10232859"/>
              <a:gd name="connsiteY197" fmla="*/ 963800 h 1699043"/>
              <a:gd name="connsiteX198" fmla="*/ 7982264 w 10232859"/>
              <a:gd name="connsiteY198" fmla="*/ 975773 h 1699043"/>
              <a:gd name="connsiteX199" fmla="*/ 7991272 w 10232859"/>
              <a:gd name="connsiteY199" fmla="*/ 981104 h 1699043"/>
              <a:gd name="connsiteX200" fmla="*/ 8006496 w 10232859"/>
              <a:gd name="connsiteY200" fmla="*/ 972839 h 1699043"/>
              <a:gd name="connsiteX201" fmla="*/ 8034497 w 10232859"/>
              <a:gd name="connsiteY201" fmla="*/ 972054 h 1699043"/>
              <a:gd name="connsiteX202" fmla="*/ 8150881 w 10232859"/>
              <a:gd name="connsiteY202" fmla="*/ 990411 h 1699043"/>
              <a:gd name="connsiteX203" fmla="*/ 8172106 w 10232859"/>
              <a:gd name="connsiteY203" fmla="*/ 990512 h 1699043"/>
              <a:gd name="connsiteX204" fmla="*/ 8196076 w 10232859"/>
              <a:gd name="connsiteY204" fmla="*/ 1000078 h 1699043"/>
              <a:gd name="connsiteX205" fmla="*/ 8247463 w 10232859"/>
              <a:gd name="connsiteY205" fmla="*/ 1016332 h 1699043"/>
              <a:gd name="connsiteX206" fmla="*/ 8279272 w 10232859"/>
              <a:gd name="connsiteY206" fmla="*/ 1032921 h 1699043"/>
              <a:gd name="connsiteX207" fmla="*/ 8289611 w 10232859"/>
              <a:gd name="connsiteY207" fmla="*/ 1028630 h 1699043"/>
              <a:gd name="connsiteX208" fmla="*/ 8311483 w 10232859"/>
              <a:gd name="connsiteY208" fmla="*/ 1029399 h 1699043"/>
              <a:gd name="connsiteX209" fmla="*/ 8399489 w 10232859"/>
              <a:gd name="connsiteY209" fmla="*/ 1048562 h 1699043"/>
              <a:gd name="connsiteX210" fmla="*/ 8415973 w 10232859"/>
              <a:gd name="connsiteY210" fmla="*/ 1049660 h 1699043"/>
              <a:gd name="connsiteX211" fmla="*/ 8433326 w 10232859"/>
              <a:gd name="connsiteY211" fmla="*/ 1057881 h 1699043"/>
              <a:gd name="connsiteX212" fmla="*/ 8502328 w 10232859"/>
              <a:gd name="connsiteY212" fmla="*/ 1091498 h 1699043"/>
              <a:gd name="connsiteX213" fmla="*/ 8534346 w 10232859"/>
              <a:gd name="connsiteY213" fmla="*/ 1106980 h 1699043"/>
              <a:gd name="connsiteX214" fmla="*/ 8534980 w 10232859"/>
              <a:gd name="connsiteY214" fmla="*/ 1110861 h 1699043"/>
              <a:gd name="connsiteX215" fmla="*/ 8544104 w 10232859"/>
              <a:gd name="connsiteY215" fmla="*/ 1108406 h 1699043"/>
              <a:gd name="connsiteX216" fmla="*/ 8567742 w 10232859"/>
              <a:gd name="connsiteY216" fmla="*/ 1117590 h 1699043"/>
              <a:gd name="connsiteX217" fmla="*/ 8633779 w 10232859"/>
              <a:gd name="connsiteY217" fmla="*/ 1139226 h 1699043"/>
              <a:gd name="connsiteX218" fmla="*/ 8676965 w 10232859"/>
              <a:gd name="connsiteY218" fmla="*/ 1156949 h 1699043"/>
              <a:gd name="connsiteX219" fmla="*/ 8698944 w 10232859"/>
              <a:gd name="connsiteY219" fmla="*/ 1156939 h 1699043"/>
              <a:gd name="connsiteX220" fmla="*/ 8711456 w 10232859"/>
              <a:gd name="connsiteY220" fmla="*/ 1169217 h 1699043"/>
              <a:gd name="connsiteX221" fmla="*/ 8732793 w 10232859"/>
              <a:gd name="connsiteY221" fmla="*/ 1172972 h 1699043"/>
              <a:gd name="connsiteX222" fmla="*/ 8751897 w 10232859"/>
              <a:gd name="connsiteY222" fmla="*/ 1190886 h 1699043"/>
              <a:gd name="connsiteX223" fmla="*/ 8793564 w 10232859"/>
              <a:gd name="connsiteY223" fmla="*/ 1172572 h 1699043"/>
              <a:gd name="connsiteX224" fmla="*/ 8834270 w 10232859"/>
              <a:gd name="connsiteY224" fmla="*/ 1206624 h 1699043"/>
              <a:gd name="connsiteX225" fmla="*/ 8853872 w 10232859"/>
              <a:gd name="connsiteY225" fmla="*/ 1214714 h 1699043"/>
              <a:gd name="connsiteX226" fmla="*/ 8861901 w 10232859"/>
              <a:gd name="connsiteY226" fmla="*/ 1211375 h 1699043"/>
              <a:gd name="connsiteX227" fmla="*/ 8874168 w 10232859"/>
              <a:gd name="connsiteY227" fmla="*/ 1213967 h 1699043"/>
              <a:gd name="connsiteX228" fmla="*/ 8871123 w 10232859"/>
              <a:gd name="connsiteY228" fmla="*/ 1221160 h 1699043"/>
              <a:gd name="connsiteX229" fmla="*/ 8903537 w 10232859"/>
              <a:gd name="connsiteY229" fmla="*/ 1230588 h 1699043"/>
              <a:gd name="connsiteX230" fmla="*/ 8933767 w 10232859"/>
              <a:gd name="connsiteY230" fmla="*/ 1263368 h 1699043"/>
              <a:gd name="connsiteX231" fmla="*/ 8985765 w 10232859"/>
              <a:gd name="connsiteY231" fmla="*/ 1287664 h 1699043"/>
              <a:gd name="connsiteX232" fmla="*/ 9071444 w 10232859"/>
              <a:gd name="connsiteY232" fmla="*/ 1317305 h 1699043"/>
              <a:gd name="connsiteX233" fmla="*/ 9096711 w 10232859"/>
              <a:gd name="connsiteY233" fmla="*/ 1327777 h 1699043"/>
              <a:gd name="connsiteX234" fmla="*/ 9338853 w 10232859"/>
              <a:gd name="connsiteY234" fmla="*/ 1448046 h 1699043"/>
              <a:gd name="connsiteX235" fmla="*/ 9520814 w 10232859"/>
              <a:gd name="connsiteY235" fmla="*/ 1449827 h 1699043"/>
              <a:gd name="connsiteX236" fmla="*/ 9702271 w 10232859"/>
              <a:gd name="connsiteY236" fmla="*/ 1488553 h 1699043"/>
              <a:gd name="connsiteX237" fmla="*/ 9744273 w 10232859"/>
              <a:gd name="connsiteY237" fmla="*/ 1523512 h 1699043"/>
              <a:gd name="connsiteX238" fmla="*/ 9771903 w 10232859"/>
              <a:gd name="connsiteY238" fmla="*/ 1530034 h 1699043"/>
              <a:gd name="connsiteX239" fmla="*/ 9818565 w 10232859"/>
              <a:gd name="connsiteY239" fmla="*/ 1538545 h 1699043"/>
              <a:gd name="connsiteX240" fmla="*/ 9882202 w 10232859"/>
              <a:gd name="connsiteY240" fmla="*/ 1565888 h 1699043"/>
              <a:gd name="connsiteX241" fmla="*/ 10022025 w 10232859"/>
              <a:gd name="connsiteY241" fmla="*/ 1599696 h 1699043"/>
              <a:gd name="connsiteX242" fmla="*/ 10220406 w 10232859"/>
              <a:gd name="connsiteY242" fmla="*/ 1677005 h 1699043"/>
              <a:gd name="connsiteX243" fmla="*/ 10232859 w 10232859"/>
              <a:gd name="connsiteY243" fmla="*/ 1699043 h 1699043"/>
              <a:gd name="connsiteX244" fmla="*/ 0 w 10232859"/>
              <a:gd name="connsiteY244" fmla="*/ 1699043 h 1699043"/>
              <a:gd name="connsiteX245" fmla="*/ 0 w 10232859"/>
              <a:gd name="connsiteY245" fmla="*/ 21828 h 1699043"/>
              <a:gd name="connsiteX246" fmla="*/ 8097 w 10232859"/>
              <a:gd name="connsiteY246" fmla="*/ 24355 h 1699043"/>
              <a:gd name="connsiteX247" fmla="*/ 77128 w 10232859"/>
              <a:gd name="connsiteY247" fmla="*/ 6867 h 1699043"/>
              <a:gd name="connsiteX248" fmla="*/ 188338 w 10232859"/>
              <a:gd name="connsiteY248" fmla="*/ 5079 h 1699043"/>
              <a:gd name="connsiteX249" fmla="*/ 298809 w 10232859"/>
              <a:gd name="connsiteY249" fmla="*/ 6198 h 1699043"/>
              <a:gd name="connsiteX250" fmla="*/ 338985 w 10232859"/>
              <a:gd name="connsiteY250" fmla="*/ 8006 h 1699043"/>
              <a:gd name="connsiteX251" fmla="*/ 409815 w 10232859"/>
              <a:gd name="connsiteY251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01045 w 10232859"/>
              <a:gd name="connsiteY118" fmla="*/ 147239 h 1699043"/>
              <a:gd name="connsiteX119" fmla="*/ 5001600 w 10232859"/>
              <a:gd name="connsiteY119" fmla="*/ 190239 h 1699043"/>
              <a:gd name="connsiteX120" fmla="*/ 5033465 w 10232859"/>
              <a:gd name="connsiteY120" fmla="*/ 175915 h 1699043"/>
              <a:gd name="connsiteX121" fmla="*/ 5115965 w 10232859"/>
              <a:gd name="connsiteY121" fmla="*/ 186069 h 1699043"/>
              <a:gd name="connsiteX122" fmla="*/ 5237936 w 10232859"/>
              <a:gd name="connsiteY122" fmla="*/ 239508 h 1699043"/>
              <a:gd name="connsiteX123" fmla="*/ 5290566 w 10232859"/>
              <a:gd name="connsiteY123" fmla="*/ 263295 h 1699043"/>
              <a:gd name="connsiteX124" fmla="*/ 5344878 w 10232859"/>
              <a:gd name="connsiteY124" fmla="*/ 276360 h 1699043"/>
              <a:gd name="connsiteX125" fmla="*/ 5413398 w 10232859"/>
              <a:gd name="connsiteY125" fmla="*/ 276235 h 1699043"/>
              <a:gd name="connsiteX126" fmla="*/ 5415629 w 10232859"/>
              <a:gd name="connsiteY126" fmla="*/ 275768 h 1699043"/>
              <a:gd name="connsiteX127" fmla="*/ 5433078 w 10232859"/>
              <a:gd name="connsiteY127" fmla="*/ 279684 h 1699043"/>
              <a:gd name="connsiteX128" fmla="*/ 5435759 w 10232859"/>
              <a:gd name="connsiteY128" fmla="*/ 283100 h 1699043"/>
              <a:gd name="connsiteX129" fmla="*/ 5447372 w 10232859"/>
              <a:gd name="connsiteY129" fmla="*/ 286587 h 1699043"/>
              <a:gd name="connsiteX130" fmla="*/ 5469289 w 10232859"/>
              <a:gd name="connsiteY130" fmla="*/ 295620 h 1699043"/>
              <a:gd name="connsiteX131" fmla="*/ 5508752 w 10232859"/>
              <a:gd name="connsiteY131" fmla="*/ 305753 h 1699043"/>
              <a:gd name="connsiteX132" fmla="*/ 5509657 w 10232859"/>
              <a:gd name="connsiteY132" fmla="*/ 304936 h 1699043"/>
              <a:gd name="connsiteX133" fmla="*/ 5521245 w 10232859"/>
              <a:gd name="connsiteY133" fmla="*/ 303688 h 1699043"/>
              <a:gd name="connsiteX134" fmla="*/ 5542415 w 10232859"/>
              <a:gd name="connsiteY134" fmla="*/ 303495 h 1699043"/>
              <a:gd name="connsiteX135" fmla="*/ 5596538 w 10232859"/>
              <a:gd name="connsiteY135" fmla="*/ 291153 h 1699043"/>
              <a:gd name="connsiteX136" fmla="*/ 5632514 w 10232859"/>
              <a:gd name="connsiteY136" fmla="*/ 301962 h 1699043"/>
              <a:gd name="connsiteX137" fmla="*/ 5640005 w 10232859"/>
              <a:gd name="connsiteY137" fmla="*/ 303617 h 1699043"/>
              <a:gd name="connsiteX138" fmla="*/ 5640259 w 10232859"/>
              <a:gd name="connsiteY138" fmla="*/ 303435 h 1699043"/>
              <a:gd name="connsiteX139" fmla="*/ 5648365 w 10232859"/>
              <a:gd name="connsiteY139" fmla="*/ 304754 h 1699043"/>
              <a:gd name="connsiteX140" fmla="*/ 5653662 w 10232859"/>
              <a:gd name="connsiteY140" fmla="*/ 306635 h 1699043"/>
              <a:gd name="connsiteX141" fmla="*/ 5668196 w 10232859"/>
              <a:gd name="connsiteY141" fmla="*/ 309846 h 1699043"/>
              <a:gd name="connsiteX142" fmla="*/ 5673886 w 10232859"/>
              <a:gd name="connsiteY142" fmla="*/ 309526 h 1699043"/>
              <a:gd name="connsiteX143" fmla="*/ 5677139 w 10232859"/>
              <a:gd name="connsiteY143" fmla="*/ 307345 h 1699043"/>
              <a:gd name="connsiteX144" fmla="*/ 5708983 w 10232859"/>
              <a:gd name="connsiteY144" fmla="*/ 306674 h 1699043"/>
              <a:gd name="connsiteX145" fmla="*/ 5773909 w 10232859"/>
              <a:gd name="connsiteY145" fmla="*/ 312061 h 1699043"/>
              <a:gd name="connsiteX146" fmla="*/ 5809500 w 10232859"/>
              <a:gd name="connsiteY146" fmla="*/ 318450 h 1699043"/>
              <a:gd name="connsiteX147" fmla="*/ 5908729 w 10232859"/>
              <a:gd name="connsiteY147" fmla="*/ 332335 h 1699043"/>
              <a:gd name="connsiteX148" fmla="*/ 6009654 w 10232859"/>
              <a:gd name="connsiteY148" fmla="*/ 343526 h 1699043"/>
              <a:gd name="connsiteX149" fmla="*/ 6067487 w 10232859"/>
              <a:gd name="connsiteY149" fmla="*/ 333712 h 1699043"/>
              <a:gd name="connsiteX150" fmla="*/ 6073281 w 10232859"/>
              <a:gd name="connsiteY150" fmla="*/ 334316 h 1699043"/>
              <a:gd name="connsiteX151" fmla="*/ 6086225 w 10232859"/>
              <a:gd name="connsiteY151" fmla="*/ 339621 h 1699043"/>
              <a:gd name="connsiteX152" fmla="*/ 6105063 w 10232859"/>
              <a:gd name="connsiteY152" fmla="*/ 347340 h 1699043"/>
              <a:gd name="connsiteX153" fmla="*/ 6135796 w 10232859"/>
              <a:gd name="connsiteY153" fmla="*/ 363143 h 1699043"/>
              <a:gd name="connsiteX154" fmla="*/ 6195166 w 10232859"/>
              <a:gd name="connsiteY154" fmla="*/ 360190 h 1699043"/>
              <a:gd name="connsiteX155" fmla="*/ 6216259 w 10232859"/>
              <a:gd name="connsiteY155" fmla="*/ 363365 h 1699043"/>
              <a:gd name="connsiteX156" fmla="*/ 6228331 w 10232859"/>
              <a:gd name="connsiteY156" fmla="*/ 364034 h 1699043"/>
              <a:gd name="connsiteX157" fmla="*/ 6229602 w 10232859"/>
              <a:gd name="connsiteY157" fmla="*/ 363414 h 1699043"/>
              <a:gd name="connsiteX158" fmla="*/ 6258988 w 10232859"/>
              <a:gd name="connsiteY158" fmla="*/ 378660 h 1699043"/>
              <a:gd name="connsiteX159" fmla="*/ 6264106 w 10232859"/>
              <a:gd name="connsiteY159" fmla="*/ 379141 h 1699043"/>
              <a:gd name="connsiteX160" fmla="*/ 6281703 w 10232859"/>
              <a:gd name="connsiteY160" fmla="*/ 391054 h 1699043"/>
              <a:gd name="connsiteX161" fmla="*/ 6291622 w 10232859"/>
              <a:gd name="connsiteY161" fmla="*/ 396155 h 1699043"/>
              <a:gd name="connsiteX162" fmla="*/ 6292712 w 10232859"/>
              <a:gd name="connsiteY162" fmla="*/ 399771 h 1699043"/>
              <a:gd name="connsiteX163" fmla="*/ 6308227 w 10232859"/>
              <a:gd name="connsiteY163" fmla="*/ 406196 h 1699043"/>
              <a:gd name="connsiteX164" fmla="*/ 6328981 w 10232859"/>
              <a:gd name="connsiteY164" fmla="*/ 409495 h 1699043"/>
              <a:gd name="connsiteX165" fmla="*/ 6368693 w 10232859"/>
              <a:gd name="connsiteY165" fmla="*/ 417845 h 1699043"/>
              <a:gd name="connsiteX166" fmla="*/ 6414811 w 10232859"/>
              <a:gd name="connsiteY166" fmla="*/ 452200 h 1699043"/>
              <a:gd name="connsiteX167" fmla="*/ 6467879 w 10232859"/>
              <a:gd name="connsiteY167" fmla="*/ 468248 h 1699043"/>
              <a:gd name="connsiteX168" fmla="*/ 6564351 w 10232859"/>
              <a:gd name="connsiteY168" fmla="*/ 537518 h 1699043"/>
              <a:gd name="connsiteX169" fmla="*/ 6711178 w 10232859"/>
              <a:gd name="connsiteY169" fmla="*/ 573610 h 1699043"/>
              <a:gd name="connsiteX170" fmla="*/ 6764036 w 10232859"/>
              <a:gd name="connsiteY170" fmla="*/ 588943 h 1699043"/>
              <a:gd name="connsiteX171" fmla="*/ 6858983 w 10232859"/>
              <a:gd name="connsiteY171" fmla="*/ 623723 h 1699043"/>
              <a:gd name="connsiteX172" fmla="*/ 6910661 w 10232859"/>
              <a:gd name="connsiteY172" fmla="*/ 634620 h 1699043"/>
              <a:gd name="connsiteX173" fmla="*/ 6944111 w 10232859"/>
              <a:gd name="connsiteY173" fmla="*/ 659502 h 1699043"/>
              <a:gd name="connsiteX174" fmla="*/ 6965771 w 10232859"/>
              <a:gd name="connsiteY174" fmla="*/ 659931 h 1699043"/>
              <a:gd name="connsiteX175" fmla="*/ 6969639 w 10232859"/>
              <a:gd name="connsiteY175" fmla="*/ 659837 h 1699043"/>
              <a:gd name="connsiteX176" fmla="*/ 6982242 w 10232859"/>
              <a:gd name="connsiteY176" fmla="*/ 663112 h 1699043"/>
              <a:gd name="connsiteX177" fmla="*/ 6989387 w 10232859"/>
              <a:gd name="connsiteY177" fmla="*/ 659474 h 1699043"/>
              <a:gd name="connsiteX178" fmla="*/ 7010930 w 10232859"/>
              <a:gd name="connsiteY178" fmla="*/ 661134 h 1699043"/>
              <a:gd name="connsiteX179" fmla="*/ 7033125 w 10232859"/>
              <a:gd name="connsiteY179" fmla="*/ 668436 h 1699043"/>
              <a:gd name="connsiteX180" fmla="*/ 7134461 w 10232859"/>
              <a:gd name="connsiteY180" fmla="*/ 708192 h 1699043"/>
              <a:gd name="connsiteX181" fmla="*/ 7197450 w 10232859"/>
              <a:gd name="connsiteY181" fmla="*/ 729094 h 1699043"/>
              <a:gd name="connsiteX182" fmla="*/ 7225084 w 10232859"/>
              <a:gd name="connsiteY182" fmla="*/ 732505 h 1699043"/>
              <a:gd name="connsiteX183" fmla="*/ 7261183 w 10232859"/>
              <a:gd name="connsiteY183" fmla="*/ 740313 h 1699043"/>
              <a:gd name="connsiteX184" fmla="*/ 7327760 w 10232859"/>
              <a:gd name="connsiteY184" fmla="*/ 750586 h 1699043"/>
              <a:gd name="connsiteX185" fmla="*/ 7412222 w 10232859"/>
              <a:gd name="connsiteY185" fmla="*/ 770487 h 1699043"/>
              <a:gd name="connsiteX186" fmla="*/ 7457904 w 10232859"/>
              <a:gd name="connsiteY186" fmla="*/ 804321 h 1699043"/>
              <a:gd name="connsiteX187" fmla="*/ 7465795 w 10232859"/>
              <a:gd name="connsiteY187" fmla="*/ 802598 h 1699043"/>
              <a:gd name="connsiteX188" fmla="*/ 7505046 w 10232859"/>
              <a:gd name="connsiteY188" fmla="*/ 816517 h 1699043"/>
              <a:gd name="connsiteX189" fmla="*/ 7623220 w 10232859"/>
              <a:gd name="connsiteY189" fmla="*/ 888520 h 1699043"/>
              <a:gd name="connsiteX190" fmla="*/ 7700458 w 10232859"/>
              <a:gd name="connsiteY190" fmla="*/ 915079 h 1699043"/>
              <a:gd name="connsiteX191" fmla="*/ 7730988 w 10232859"/>
              <a:gd name="connsiteY191" fmla="*/ 920756 h 1699043"/>
              <a:gd name="connsiteX192" fmla="*/ 7781942 w 10232859"/>
              <a:gd name="connsiteY192" fmla="*/ 930503 h 1699043"/>
              <a:gd name="connsiteX193" fmla="*/ 7827704 w 10232859"/>
              <a:gd name="connsiteY193" fmla="*/ 928558 h 1699043"/>
              <a:gd name="connsiteX194" fmla="*/ 7867270 w 10232859"/>
              <a:gd name="connsiteY194" fmla="*/ 940366 h 1699043"/>
              <a:gd name="connsiteX195" fmla="*/ 7866538 w 10232859"/>
              <a:gd name="connsiteY195" fmla="*/ 955045 h 1699043"/>
              <a:gd name="connsiteX196" fmla="*/ 7912084 w 10232859"/>
              <a:gd name="connsiteY196" fmla="*/ 963800 h 1699043"/>
              <a:gd name="connsiteX197" fmla="*/ 7982264 w 10232859"/>
              <a:gd name="connsiteY197" fmla="*/ 975773 h 1699043"/>
              <a:gd name="connsiteX198" fmla="*/ 7991272 w 10232859"/>
              <a:gd name="connsiteY198" fmla="*/ 981104 h 1699043"/>
              <a:gd name="connsiteX199" fmla="*/ 8006496 w 10232859"/>
              <a:gd name="connsiteY199" fmla="*/ 972839 h 1699043"/>
              <a:gd name="connsiteX200" fmla="*/ 8034497 w 10232859"/>
              <a:gd name="connsiteY200" fmla="*/ 972054 h 1699043"/>
              <a:gd name="connsiteX201" fmla="*/ 8150881 w 10232859"/>
              <a:gd name="connsiteY201" fmla="*/ 990411 h 1699043"/>
              <a:gd name="connsiteX202" fmla="*/ 8172106 w 10232859"/>
              <a:gd name="connsiteY202" fmla="*/ 990512 h 1699043"/>
              <a:gd name="connsiteX203" fmla="*/ 8196076 w 10232859"/>
              <a:gd name="connsiteY203" fmla="*/ 1000078 h 1699043"/>
              <a:gd name="connsiteX204" fmla="*/ 8247463 w 10232859"/>
              <a:gd name="connsiteY204" fmla="*/ 1016332 h 1699043"/>
              <a:gd name="connsiteX205" fmla="*/ 8279272 w 10232859"/>
              <a:gd name="connsiteY205" fmla="*/ 1032921 h 1699043"/>
              <a:gd name="connsiteX206" fmla="*/ 8289611 w 10232859"/>
              <a:gd name="connsiteY206" fmla="*/ 1028630 h 1699043"/>
              <a:gd name="connsiteX207" fmla="*/ 8311483 w 10232859"/>
              <a:gd name="connsiteY207" fmla="*/ 1029399 h 1699043"/>
              <a:gd name="connsiteX208" fmla="*/ 8399489 w 10232859"/>
              <a:gd name="connsiteY208" fmla="*/ 1048562 h 1699043"/>
              <a:gd name="connsiteX209" fmla="*/ 8415973 w 10232859"/>
              <a:gd name="connsiteY209" fmla="*/ 1049660 h 1699043"/>
              <a:gd name="connsiteX210" fmla="*/ 8433326 w 10232859"/>
              <a:gd name="connsiteY210" fmla="*/ 1057881 h 1699043"/>
              <a:gd name="connsiteX211" fmla="*/ 8502328 w 10232859"/>
              <a:gd name="connsiteY211" fmla="*/ 1091498 h 1699043"/>
              <a:gd name="connsiteX212" fmla="*/ 8534346 w 10232859"/>
              <a:gd name="connsiteY212" fmla="*/ 1106980 h 1699043"/>
              <a:gd name="connsiteX213" fmla="*/ 8534980 w 10232859"/>
              <a:gd name="connsiteY213" fmla="*/ 1110861 h 1699043"/>
              <a:gd name="connsiteX214" fmla="*/ 8544104 w 10232859"/>
              <a:gd name="connsiteY214" fmla="*/ 1108406 h 1699043"/>
              <a:gd name="connsiteX215" fmla="*/ 8567742 w 10232859"/>
              <a:gd name="connsiteY215" fmla="*/ 1117590 h 1699043"/>
              <a:gd name="connsiteX216" fmla="*/ 8633779 w 10232859"/>
              <a:gd name="connsiteY216" fmla="*/ 1139226 h 1699043"/>
              <a:gd name="connsiteX217" fmla="*/ 8676965 w 10232859"/>
              <a:gd name="connsiteY217" fmla="*/ 1156949 h 1699043"/>
              <a:gd name="connsiteX218" fmla="*/ 8698944 w 10232859"/>
              <a:gd name="connsiteY218" fmla="*/ 1156939 h 1699043"/>
              <a:gd name="connsiteX219" fmla="*/ 8711456 w 10232859"/>
              <a:gd name="connsiteY219" fmla="*/ 1169217 h 1699043"/>
              <a:gd name="connsiteX220" fmla="*/ 8732793 w 10232859"/>
              <a:gd name="connsiteY220" fmla="*/ 1172972 h 1699043"/>
              <a:gd name="connsiteX221" fmla="*/ 8751897 w 10232859"/>
              <a:gd name="connsiteY221" fmla="*/ 1190886 h 1699043"/>
              <a:gd name="connsiteX222" fmla="*/ 8793564 w 10232859"/>
              <a:gd name="connsiteY222" fmla="*/ 1172572 h 1699043"/>
              <a:gd name="connsiteX223" fmla="*/ 8834270 w 10232859"/>
              <a:gd name="connsiteY223" fmla="*/ 1206624 h 1699043"/>
              <a:gd name="connsiteX224" fmla="*/ 8853872 w 10232859"/>
              <a:gd name="connsiteY224" fmla="*/ 1214714 h 1699043"/>
              <a:gd name="connsiteX225" fmla="*/ 8861901 w 10232859"/>
              <a:gd name="connsiteY225" fmla="*/ 1211375 h 1699043"/>
              <a:gd name="connsiteX226" fmla="*/ 8874168 w 10232859"/>
              <a:gd name="connsiteY226" fmla="*/ 1213967 h 1699043"/>
              <a:gd name="connsiteX227" fmla="*/ 8871123 w 10232859"/>
              <a:gd name="connsiteY227" fmla="*/ 1221160 h 1699043"/>
              <a:gd name="connsiteX228" fmla="*/ 8903537 w 10232859"/>
              <a:gd name="connsiteY228" fmla="*/ 1230588 h 1699043"/>
              <a:gd name="connsiteX229" fmla="*/ 8933767 w 10232859"/>
              <a:gd name="connsiteY229" fmla="*/ 1263368 h 1699043"/>
              <a:gd name="connsiteX230" fmla="*/ 8985765 w 10232859"/>
              <a:gd name="connsiteY230" fmla="*/ 1287664 h 1699043"/>
              <a:gd name="connsiteX231" fmla="*/ 9071444 w 10232859"/>
              <a:gd name="connsiteY231" fmla="*/ 1317305 h 1699043"/>
              <a:gd name="connsiteX232" fmla="*/ 9096711 w 10232859"/>
              <a:gd name="connsiteY232" fmla="*/ 1327777 h 1699043"/>
              <a:gd name="connsiteX233" fmla="*/ 9338853 w 10232859"/>
              <a:gd name="connsiteY233" fmla="*/ 1448046 h 1699043"/>
              <a:gd name="connsiteX234" fmla="*/ 9520814 w 10232859"/>
              <a:gd name="connsiteY234" fmla="*/ 1449827 h 1699043"/>
              <a:gd name="connsiteX235" fmla="*/ 9702271 w 10232859"/>
              <a:gd name="connsiteY235" fmla="*/ 1488553 h 1699043"/>
              <a:gd name="connsiteX236" fmla="*/ 9744273 w 10232859"/>
              <a:gd name="connsiteY236" fmla="*/ 1523512 h 1699043"/>
              <a:gd name="connsiteX237" fmla="*/ 9771903 w 10232859"/>
              <a:gd name="connsiteY237" fmla="*/ 1530034 h 1699043"/>
              <a:gd name="connsiteX238" fmla="*/ 9818565 w 10232859"/>
              <a:gd name="connsiteY238" fmla="*/ 1538545 h 1699043"/>
              <a:gd name="connsiteX239" fmla="*/ 9882202 w 10232859"/>
              <a:gd name="connsiteY239" fmla="*/ 1565888 h 1699043"/>
              <a:gd name="connsiteX240" fmla="*/ 10022025 w 10232859"/>
              <a:gd name="connsiteY240" fmla="*/ 1599696 h 1699043"/>
              <a:gd name="connsiteX241" fmla="*/ 10220406 w 10232859"/>
              <a:gd name="connsiteY241" fmla="*/ 1677005 h 1699043"/>
              <a:gd name="connsiteX242" fmla="*/ 10232859 w 10232859"/>
              <a:gd name="connsiteY242" fmla="*/ 1699043 h 1699043"/>
              <a:gd name="connsiteX243" fmla="*/ 0 w 10232859"/>
              <a:gd name="connsiteY243" fmla="*/ 1699043 h 1699043"/>
              <a:gd name="connsiteX244" fmla="*/ 0 w 10232859"/>
              <a:gd name="connsiteY244" fmla="*/ 21828 h 1699043"/>
              <a:gd name="connsiteX245" fmla="*/ 8097 w 10232859"/>
              <a:gd name="connsiteY245" fmla="*/ 24355 h 1699043"/>
              <a:gd name="connsiteX246" fmla="*/ 77128 w 10232859"/>
              <a:gd name="connsiteY246" fmla="*/ 6867 h 1699043"/>
              <a:gd name="connsiteX247" fmla="*/ 188338 w 10232859"/>
              <a:gd name="connsiteY247" fmla="*/ 5079 h 1699043"/>
              <a:gd name="connsiteX248" fmla="*/ 298809 w 10232859"/>
              <a:gd name="connsiteY248" fmla="*/ 6198 h 1699043"/>
              <a:gd name="connsiteX249" fmla="*/ 338985 w 10232859"/>
              <a:gd name="connsiteY249" fmla="*/ 8006 h 1699043"/>
              <a:gd name="connsiteX250" fmla="*/ 409815 w 10232859"/>
              <a:gd name="connsiteY250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01045 w 10232859"/>
              <a:gd name="connsiteY118" fmla="*/ 147239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237936 w 10232859"/>
              <a:gd name="connsiteY121" fmla="*/ 239508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237936 w 10232859"/>
              <a:gd name="connsiteY121" fmla="*/ 239508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237936 w 10232859"/>
              <a:gd name="connsiteY121" fmla="*/ 239508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09654 w 10232859"/>
              <a:gd name="connsiteY146" fmla="*/ 343526 h 1699043"/>
              <a:gd name="connsiteX147" fmla="*/ 6067487 w 10232859"/>
              <a:gd name="connsiteY147" fmla="*/ 333712 h 1699043"/>
              <a:gd name="connsiteX148" fmla="*/ 6073281 w 10232859"/>
              <a:gd name="connsiteY148" fmla="*/ 334316 h 1699043"/>
              <a:gd name="connsiteX149" fmla="*/ 6086225 w 10232859"/>
              <a:gd name="connsiteY149" fmla="*/ 339621 h 1699043"/>
              <a:gd name="connsiteX150" fmla="*/ 6105063 w 10232859"/>
              <a:gd name="connsiteY150" fmla="*/ 347340 h 1699043"/>
              <a:gd name="connsiteX151" fmla="*/ 6135796 w 10232859"/>
              <a:gd name="connsiteY151" fmla="*/ 363143 h 1699043"/>
              <a:gd name="connsiteX152" fmla="*/ 6195166 w 10232859"/>
              <a:gd name="connsiteY152" fmla="*/ 360190 h 1699043"/>
              <a:gd name="connsiteX153" fmla="*/ 6216259 w 10232859"/>
              <a:gd name="connsiteY153" fmla="*/ 363365 h 1699043"/>
              <a:gd name="connsiteX154" fmla="*/ 6228331 w 10232859"/>
              <a:gd name="connsiteY154" fmla="*/ 364034 h 1699043"/>
              <a:gd name="connsiteX155" fmla="*/ 6229602 w 10232859"/>
              <a:gd name="connsiteY155" fmla="*/ 363414 h 1699043"/>
              <a:gd name="connsiteX156" fmla="*/ 6258988 w 10232859"/>
              <a:gd name="connsiteY156" fmla="*/ 378660 h 1699043"/>
              <a:gd name="connsiteX157" fmla="*/ 6264106 w 10232859"/>
              <a:gd name="connsiteY157" fmla="*/ 379141 h 1699043"/>
              <a:gd name="connsiteX158" fmla="*/ 6281703 w 10232859"/>
              <a:gd name="connsiteY158" fmla="*/ 391054 h 1699043"/>
              <a:gd name="connsiteX159" fmla="*/ 6291622 w 10232859"/>
              <a:gd name="connsiteY159" fmla="*/ 396155 h 1699043"/>
              <a:gd name="connsiteX160" fmla="*/ 6292712 w 10232859"/>
              <a:gd name="connsiteY160" fmla="*/ 399771 h 1699043"/>
              <a:gd name="connsiteX161" fmla="*/ 6308227 w 10232859"/>
              <a:gd name="connsiteY161" fmla="*/ 406196 h 1699043"/>
              <a:gd name="connsiteX162" fmla="*/ 6328981 w 10232859"/>
              <a:gd name="connsiteY162" fmla="*/ 409495 h 1699043"/>
              <a:gd name="connsiteX163" fmla="*/ 6368693 w 10232859"/>
              <a:gd name="connsiteY163" fmla="*/ 417845 h 1699043"/>
              <a:gd name="connsiteX164" fmla="*/ 6414811 w 10232859"/>
              <a:gd name="connsiteY164" fmla="*/ 452200 h 1699043"/>
              <a:gd name="connsiteX165" fmla="*/ 6467879 w 10232859"/>
              <a:gd name="connsiteY165" fmla="*/ 468248 h 1699043"/>
              <a:gd name="connsiteX166" fmla="*/ 6564351 w 10232859"/>
              <a:gd name="connsiteY166" fmla="*/ 537518 h 1699043"/>
              <a:gd name="connsiteX167" fmla="*/ 6711178 w 10232859"/>
              <a:gd name="connsiteY167" fmla="*/ 573610 h 1699043"/>
              <a:gd name="connsiteX168" fmla="*/ 6764036 w 10232859"/>
              <a:gd name="connsiteY168" fmla="*/ 588943 h 1699043"/>
              <a:gd name="connsiteX169" fmla="*/ 6858983 w 10232859"/>
              <a:gd name="connsiteY169" fmla="*/ 623723 h 1699043"/>
              <a:gd name="connsiteX170" fmla="*/ 6910661 w 10232859"/>
              <a:gd name="connsiteY170" fmla="*/ 634620 h 1699043"/>
              <a:gd name="connsiteX171" fmla="*/ 6944111 w 10232859"/>
              <a:gd name="connsiteY171" fmla="*/ 659502 h 1699043"/>
              <a:gd name="connsiteX172" fmla="*/ 6965771 w 10232859"/>
              <a:gd name="connsiteY172" fmla="*/ 659931 h 1699043"/>
              <a:gd name="connsiteX173" fmla="*/ 6969639 w 10232859"/>
              <a:gd name="connsiteY173" fmla="*/ 659837 h 1699043"/>
              <a:gd name="connsiteX174" fmla="*/ 6982242 w 10232859"/>
              <a:gd name="connsiteY174" fmla="*/ 663112 h 1699043"/>
              <a:gd name="connsiteX175" fmla="*/ 6989387 w 10232859"/>
              <a:gd name="connsiteY175" fmla="*/ 659474 h 1699043"/>
              <a:gd name="connsiteX176" fmla="*/ 7010930 w 10232859"/>
              <a:gd name="connsiteY176" fmla="*/ 661134 h 1699043"/>
              <a:gd name="connsiteX177" fmla="*/ 7033125 w 10232859"/>
              <a:gd name="connsiteY177" fmla="*/ 668436 h 1699043"/>
              <a:gd name="connsiteX178" fmla="*/ 7134461 w 10232859"/>
              <a:gd name="connsiteY178" fmla="*/ 708192 h 1699043"/>
              <a:gd name="connsiteX179" fmla="*/ 7197450 w 10232859"/>
              <a:gd name="connsiteY179" fmla="*/ 729094 h 1699043"/>
              <a:gd name="connsiteX180" fmla="*/ 7225084 w 10232859"/>
              <a:gd name="connsiteY180" fmla="*/ 732505 h 1699043"/>
              <a:gd name="connsiteX181" fmla="*/ 7261183 w 10232859"/>
              <a:gd name="connsiteY181" fmla="*/ 740313 h 1699043"/>
              <a:gd name="connsiteX182" fmla="*/ 7327760 w 10232859"/>
              <a:gd name="connsiteY182" fmla="*/ 750586 h 1699043"/>
              <a:gd name="connsiteX183" fmla="*/ 7412222 w 10232859"/>
              <a:gd name="connsiteY183" fmla="*/ 770487 h 1699043"/>
              <a:gd name="connsiteX184" fmla="*/ 7457904 w 10232859"/>
              <a:gd name="connsiteY184" fmla="*/ 804321 h 1699043"/>
              <a:gd name="connsiteX185" fmla="*/ 7465795 w 10232859"/>
              <a:gd name="connsiteY185" fmla="*/ 802598 h 1699043"/>
              <a:gd name="connsiteX186" fmla="*/ 7505046 w 10232859"/>
              <a:gd name="connsiteY186" fmla="*/ 816517 h 1699043"/>
              <a:gd name="connsiteX187" fmla="*/ 7623220 w 10232859"/>
              <a:gd name="connsiteY187" fmla="*/ 888520 h 1699043"/>
              <a:gd name="connsiteX188" fmla="*/ 7700458 w 10232859"/>
              <a:gd name="connsiteY188" fmla="*/ 915079 h 1699043"/>
              <a:gd name="connsiteX189" fmla="*/ 7730988 w 10232859"/>
              <a:gd name="connsiteY189" fmla="*/ 920756 h 1699043"/>
              <a:gd name="connsiteX190" fmla="*/ 7781942 w 10232859"/>
              <a:gd name="connsiteY190" fmla="*/ 930503 h 1699043"/>
              <a:gd name="connsiteX191" fmla="*/ 7827704 w 10232859"/>
              <a:gd name="connsiteY191" fmla="*/ 928558 h 1699043"/>
              <a:gd name="connsiteX192" fmla="*/ 7867270 w 10232859"/>
              <a:gd name="connsiteY192" fmla="*/ 940366 h 1699043"/>
              <a:gd name="connsiteX193" fmla="*/ 7866538 w 10232859"/>
              <a:gd name="connsiteY193" fmla="*/ 955045 h 1699043"/>
              <a:gd name="connsiteX194" fmla="*/ 7912084 w 10232859"/>
              <a:gd name="connsiteY194" fmla="*/ 963800 h 1699043"/>
              <a:gd name="connsiteX195" fmla="*/ 7982264 w 10232859"/>
              <a:gd name="connsiteY195" fmla="*/ 975773 h 1699043"/>
              <a:gd name="connsiteX196" fmla="*/ 7991272 w 10232859"/>
              <a:gd name="connsiteY196" fmla="*/ 981104 h 1699043"/>
              <a:gd name="connsiteX197" fmla="*/ 8006496 w 10232859"/>
              <a:gd name="connsiteY197" fmla="*/ 972839 h 1699043"/>
              <a:gd name="connsiteX198" fmla="*/ 8034497 w 10232859"/>
              <a:gd name="connsiteY198" fmla="*/ 972054 h 1699043"/>
              <a:gd name="connsiteX199" fmla="*/ 8150881 w 10232859"/>
              <a:gd name="connsiteY199" fmla="*/ 990411 h 1699043"/>
              <a:gd name="connsiteX200" fmla="*/ 8172106 w 10232859"/>
              <a:gd name="connsiteY200" fmla="*/ 990512 h 1699043"/>
              <a:gd name="connsiteX201" fmla="*/ 8196076 w 10232859"/>
              <a:gd name="connsiteY201" fmla="*/ 1000078 h 1699043"/>
              <a:gd name="connsiteX202" fmla="*/ 8247463 w 10232859"/>
              <a:gd name="connsiteY202" fmla="*/ 1016332 h 1699043"/>
              <a:gd name="connsiteX203" fmla="*/ 8279272 w 10232859"/>
              <a:gd name="connsiteY203" fmla="*/ 1032921 h 1699043"/>
              <a:gd name="connsiteX204" fmla="*/ 8289611 w 10232859"/>
              <a:gd name="connsiteY204" fmla="*/ 1028630 h 1699043"/>
              <a:gd name="connsiteX205" fmla="*/ 8311483 w 10232859"/>
              <a:gd name="connsiteY205" fmla="*/ 1029399 h 1699043"/>
              <a:gd name="connsiteX206" fmla="*/ 8399489 w 10232859"/>
              <a:gd name="connsiteY206" fmla="*/ 1048562 h 1699043"/>
              <a:gd name="connsiteX207" fmla="*/ 8415973 w 10232859"/>
              <a:gd name="connsiteY207" fmla="*/ 1049660 h 1699043"/>
              <a:gd name="connsiteX208" fmla="*/ 8433326 w 10232859"/>
              <a:gd name="connsiteY208" fmla="*/ 1057881 h 1699043"/>
              <a:gd name="connsiteX209" fmla="*/ 8502328 w 10232859"/>
              <a:gd name="connsiteY209" fmla="*/ 1091498 h 1699043"/>
              <a:gd name="connsiteX210" fmla="*/ 8534346 w 10232859"/>
              <a:gd name="connsiteY210" fmla="*/ 1106980 h 1699043"/>
              <a:gd name="connsiteX211" fmla="*/ 8534980 w 10232859"/>
              <a:gd name="connsiteY211" fmla="*/ 1110861 h 1699043"/>
              <a:gd name="connsiteX212" fmla="*/ 8544104 w 10232859"/>
              <a:gd name="connsiteY212" fmla="*/ 1108406 h 1699043"/>
              <a:gd name="connsiteX213" fmla="*/ 8567742 w 10232859"/>
              <a:gd name="connsiteY213" fmla="*/ 1117590 h 1699043"/>
              <a:gd name="connsiteX214" fmla="*/ 8633779 w 10232859"/>
              <a:gd name="connsiteY214" fmla="*/ 1139226 h 1699043"/>
              <a:gd name="connsiteX215" fmla="*/ 8676965 w 10232859"/>
              <a:gd name="connsiteY215" fmla="*/ 1156949 h 1699043"/>
              <a:gd name="connsiteX216" fmla="*/ 8698944 w 10232859"/>
              <a:gd name="connsiteY216" fmla="*/ 1156939 h 1699043"/>
              <a:gd name="connsiteX217" fmla="*/ 8711456 w 10232859"/>
              <a:gd name="connsiteY217" fmla="*/ 1169217 h 1699043"/>
              <a:gd name="connsiteX218" fmla="*/ 8732793 w 10232859"/>
              <a:gd name="connsiteY218" fmla="*/ 1172972 h 1699043"/>
              <a:gd name="connsiteX219" fmla="*/ 8751897 w 10232859"/>
              <a:gd name="connsiteY219" fmla="*/ 1190886 h 1699043"/>
              <a:gd name="connsiteX220" fmla="*/ 8793564 w 10232859"/>
              <a:gd name="connsiteY220" fmla="*/ 1172572 h 1699043"/>
              <a:gd name="connsiteX221" fmla="*/ 8834270 w 10232859"/>
              <a:gd name="connsiteY221" fmla="*/ 1206624 h 1699043"/>
              <a:gd name="connsiteX222" fmla="*/ 8853872 w 10232859"/>
              <a:gd name="connsiteY222" fmla="*/ 1214714 h 1699043"/>
              <a:gd name="connsiteX223" fmla="*/ 8861901 w 10232859"/>
              <a:gd name="connsiteY223" fmla="*/ 1211375 h 1699043"/>
              <a:gd name="connsiteX224" fmla="*/ 8874168 w 10232859"/>
              <a:gd name="connsiteY224" fmla="*/ 1213967 h 1699043"/>
              <a:gd name="connsiteX225" fmla="*/ 8871123 w 10232859"/>
              <a:gd name="connsiteY225" fmla="*/ 1221160 h 1699043"/>
              <a:gd name="connsiteX226" fmla="*/ 8903537 w 10232859"/>
              <a:gd name="connsiteY226" fmla="*/ 1230588 h 1699043"/>
              <a:gd name="connsiteX227" fmla="*/ 8933767 w 10232859"/>
              <a:gd name="connsiteY227" fmla="*/ 1263368 h 1699043"/>
              <a:gd name="connsiteX228" fmla="*/ 8985765 w 10232859"/>
              <a:gd name="connsiteY228" fmla="*/ 1287664 h 1699043"/>
              <a:gd name="connsiteX229" fmla="*/ 9071444 w 10232859"/>
              <a:gd name="connsiteY229" fmla="*/ 1317305 h 1699043"/>
              <a:gd name="connsiteX230" fmla="*/ 9096711 w 10232859"/>
              <a:gd name="connsiteY230" fmla="*/ 1327777 h 1699043"/>
              <a:gd name="connsiteX231" fmla="*/ 9338853 w 10232859"/>
              <a:gd name="connsiteY231" fmla="*/ 1448046 h 1699043"/>
              <a:gd name="connsiteX232" fmla="*/ 9520814 w 10232859"/>
              <a:gd name="connsiteY232" fmla="*/ 1449827 h 1699043"/>
              <a:gd name="connsiteX233" fmla="*/ 9702271 w 10232859"/>
              <a:gd name="connsiteY233" fmla="*/ 1488553 h 1699043"/>
              <a:gd name="connsiteX234" fmla="*/ 9744273 w 10232859"/>
              <a:gd name="connsiteY234" fmla="*/ 1523512 h 1699043"/>
              <a:gd name="connsiteX235" fmla="*/ 9771903 w 10232859"/>
              <a:gd name="connsiteY235" fmla="*/ 1530034 h 1699043"/>
              <a:gd name="connsiteX236" fmla="*/ 9818565 w 10232859"/>
              <a:gd name="connsiteY236" fmla="*/ 1538545 h 1699043"/>
              <a:gd name="connsiteX237" fmla="*/ 9882202 w 10232859"/>
              <a:gd name="connsiteY237" fmla="*/ 1565888 h 1699043"/>
              <a:gd name="connsiteX238" fmla="*/ 10022025 w 10232859"/>
              <a:gd name="connsiteY238" fmla="*/ 1599696 h 1699043"/>
              <a:gd name="connsiteX239" fmla="*/ 10220406 w 10232859"/>
              <a:gd name="connsiteY239" fmla="*/ 1677005 h 1699043"/>
              <a:gd name="connsiteX240" fmla="*/ 10232859 w 10232859"/>
              <a:gd name="connsiteY240" fmla="*/ 1699043 h 1699043"/>
              <a:gd name="connsiteX241" fmla="*/ 0 w 10232859"/>
              <a:gd name="connsiteY241" fmla="*/ 1699043 h 1699043"/>
              <a:gd name="connsiteX242" fmla="*/ 0 w 10232859"/>
              <a:gd name="connsiteY242" fmla="*/ 21828 h 1699043"/>
              <a:gd name="connsiteX243" fmla="*/ 8097 w 10232859"/>
              <a:gd name="connsiteY243" fmla="*/ 24355 h 1699043"/>
              <a:gd name="connsiteX244" fmla="*/ 77128 w 10232859"/>
              <a:gd name="connsiteY244" fmla="*/ 6867 h 1699043"/>
              <a:gd name="connsiteX245" fmla="*/ 188338 w 10232859"/>
              <a:gd name="connsiteY245" fmla="*/ 5079 h 1699043"/>
              <a:gd name="connsiteX246" fmla="*/ 298809 w 10232859"/>
              <a:gd name="connsiteY246" fmla="*/ 6198 h 1699043"/>
              <a:gd name="connsiteX247" fmla="*/ 338985 w 10232859"/>
              <a:gd name="connsiteY247" fmla="*/ 8006 h 1699043"/>
              <a:gd name="connsiteX248" fmla="*/ 409815 w 10232859"/>
              <a:gd name="connsiteY248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09654 w 10232859"/>
              <a:gd name="connsiteY146" fmla="*/ 343526 h 1699043"/>
              <a:gd name="connsiteX147" fmla="*/ 6067487 w 10232859"/>
              <a:gd name="connsiteY147" fmla="*/ 333712 h 1699043"/>
              <a:gd name="connsiteX148" fmla="*/ 6073281 w 10232859"/>
              <a:gd name="connsiteY148" fmla="*/ 334316 h 1699043"/>
              <a:gd name="connsiteX149" fmla="*/ 6086225 w 10232859"/>
              <a:gd name="connsiteY149" fmla="*/ 339621 h 1699043"/>
              <a:gd name="connsiteX150" fmla="*/ 6105063 w 10232859"/>
              <a:gd name="connsiteY150" fmla="*/ 347340 h 1699043"/>
              <a:gd name="connsiteX151" fmla="*/ 6195166 w 10232859"/>
              <a:gd name="connsiteY151" fmla="*/ 360190 h 1699043"/>
              <a:gd name="connsiteX152" fmla="*/ 6216259 w 10232859"/>
              <a:gd name="connsiteY152" fmla="*/ 363365 h 1699043"/>
              <a:gd name="connsiteX153" fmla="*/ 6228331 w 10232859"/>
              <a:gd name="connsiteY153" fmla="*/ 364034 h 1699043"/>
              <a:gd name="connsiteX154" fmla="*/ 6229602 w 10232859"/>
              <a:gd name="connsiteY154" fmla="*/ 363414 h 1699043"/>
              <a:gd name="connsiteX155" fmla="*/ 6258988 w 10232859"/>
              <a:gd name="connsiteY155" fmla="*/ 378660 h 1699043"/>
              <a:gd name="connsiteX156" fmla="*/ 6264106 w 10232859"/>
              <a:gd name="connsiteY156" fmla="*/ 379141 h 1699043"/>
              <a:gd name="connsiteX157" fmla="*/ 6281703 w 10232859"/>
              <a:gd name="connsiteY157" fmla="*/ 391054 h 1699043"/>
              <a:gd name="connsiteX158" fmla="*/ 6291622 w 10232859"/>
              <a:gd name="connsiteY158" fmla="*/ 396155 h 1699043"/>
              <a:gd name="connsiteX159" fmla="*/ 6292712 w 10232859"/>
              <a:gd name="connsiteY159" fmla="*/ 399771 h 1699043"/>
              <a:gd name="connsiteX160" fmla="*/ 6308227 w 10232859"/>
              <a:gd name="connsiteY160" fmla="*/ 406196 h 1699043"/>
              <a:gd name="connsiteX161" fmla="*/ 6328981 w 10232859"/>
              <a:gd name="connsiteY161" fmla="*/ 409495 h 1699043"/>
              <a:gd name="connsiteX162" fmla="*/ 6368693 w 10232859"/>
              <a:gd name="connsiteY162" fmla="*/ 417845 h 1699043"/>
              <a:gd name="connsiteX163" fmla="*/ 6414811 w 10232859"/>
              <a:gd name="connsiteY163" fmla="*/ 452200 h 1699043"/>
              <a:gd name="connsiteX164" fmla="*/ 6467879 w 10232859"/>
              <a:gd name="connsiteY164" fmla="*/ 468248 h 1699043"/>
              <a:gd name="connsiteX165" fmla="*/ 6564351 w 10232859"/>
              <a:gd name="connsiteY165" fmla="*/ 537518 h 1699043"/>
              <a:gd name="connsiteX166" fmla="*/ 6711178 w 10232859"/>
              <a:gd name="connsiteY166" fmla="*/ 573610 h 1699043"/>
              <a:gd name="connsiteX167" fmla="*/ 6764036 w 10232859"/>
              <a:gd name="connsiteY167" fmla="*/ 588943 h 1699043"/>
              <a:gd name="connsiteX168" fmla="*/ 6858983 w 10232859"/>
              <a:gd name="connsiteY168" fmla="*/ 623723 h 1699043"/>
              <a:gd name="connsiteX169" fmla="*/ 6910661 w 10232859"/>
              <a:gd name="connsiteY169" fmla="*/ 634620 h 1699043"/>
              <a:gd name="connsiteX170" fmla="*/ 6944111 w 10232859"/>
              <a:gd name="connsiteY170" fmla="*/ 659502 h 1699043"/>
              <a:gd name="connsiteX171" fmla="*/ 6965771 w 10232859"/>
              <a:gd name="connsiteY171" fmla="*/ 659931 h 1699043"/>
              <a:gd name="connsiteX172" fmla="*/ 6969639 w 10232859"/>
              <a:gd name="connsiteY172" fmla="*/ 659837 h 1699043"/>
              <a:gd name="connsiteX173" fmla="*/ 6982242 w 10232859"/>
              <a:gd name="connsiteY173" fmla="*/ 663112 h 1699043"/>
              <a:gd name="connsiteX174" fmla="*/ 6989387 w 10232859"/>
              <a:gd name="connsiteY174" fmla="*/ 659474 h 1699043"/>
              <a:gd name="connsiteX175" fmla="*/ 7010930 w 10232859"/>
              <a:gd name="connsiteY175" fmla="*/ 661134 h 1699043"/>
              <a:gd name="connsiteX176" fmla="*/ 7033125 w 10232859"/>
              <a:gd name="connsiteY176" fmla="*/ 668436 h 1699043"/>
              <a:gd name="connsiteX177" fmla="*/ 7134461 w 10232859"/>
              <a:gd name="connsiteY177" fmla="*/ 708192 h 1699043"/>
              <a:gd name="connsiteX178" fmla="*/ 7197450 w 10232859"/>
              <a:gd name="connsiteY178" fmla="*/ 729094 h 1699043"/>
              <a:gd name="connsiteX179" fmla="*/ 7225084 w 10232859"/>
              <a:gd name="connsiteY179" fmla="*/ 732505 h 1699043"/>
              <a:gd name="connsiteX180" fmla="*/ 7261183 w 10232859"/>
              <a:gd name="connsiteY180" fmla="*/ 740313 h 1699043"/>
              <a:gd name="connsiteX181" fmla="*/ 7327760 w 10232859"/>
              <a:gd name="connsiteY181" fmla="*/ 750586 h 1699043"/>
              <a:gd name="connsiteX182" fmla="*/ 7412222 w 10232859"/>
              <a:gd name="connsiteY182" fmla="*/ 770487 h 1699043"/>
              <a:gd name="connsiteX183" fmla="*/ 7457904 w 10232859"/>
              <a:gd name="connsiteY183" fmla="*/ 804321 h 1699043"/>
              <a:gd name="connsiteX184" fmla="*/ 7465795 w 10232859"/>
              <a:gd name="connsiteY184" fmla="*/ 802598 h 1699043"/>
              <a:gd name="connsiteX185" fmla="*/ 7505046 w 10232859"/>
              <a:gd name="connsiteY185" fmla="*/ 816517 h 1699043"/>
              <a:gd name="connsiteX186" fmla="*/ 7623220 w 10232859"/>
              <a:gd name="connsiteY186" fmla="*/ 888520 h 1699043"/>
              <a:gd name="connsiteX187" fmla="*/ 7700458 w 10232859"/>
              <a:gd name="connsiteY187" fmla="*/ 915079 h 1699043"/>
              <a:gd name="connsiteX188" fmla="*/ 7730988 w 10232859"/>
              <a:gd name="connsiteY188" fmla="*/ 920756 h 1699043"/>
              <a:gd name="connsiteX189" fmla="*/ 7781942 w 10232859"/>
              <a:gd name="connsiteY189" fmla="*/ 930503 h 1699043"/>
              <a:gd name="connsiteX190" fmla="*/ 7827704 w 10232859"/>
              <a:gd name="connsiteY190" fmla="*/ 928558 h 1699043"/>
              <a:gd name="connsiteX191" fmla="*/ 7867270 w 10232859"/>
              <a:gd name="connsiteY191" fmla="*/ 940366 h 1699043"/>
              <a:gd name="connsiteX192" fmla="*/ 7866538 w 10232859"/>
              <a:gd name="connsiteY192" fmla="*/ 955045 h 1699043"/>
              <a:gd name="connsiteX193" fmla="*/ 7912084 w 10232859"/>
              <a:gd name="connsiteY193" fmla="*/ 963800 h 1699043"/>
              <a:gd name="connsiteX194" fmla="*/ 7982264 w 10232859"/>
              <a:gd name="connsiteY194" fmla="*/ 975773 h 1699043"/>
              <a:gd name="connsiteX195" fmla="*/ 7991272 w 10232859"/>
              <a:gd name="connsiteY195" fmla="*/ 981104 h 1699043"/>
              <a:gd name="connsiteX196" fmla="*/ 8006496 w 10232859"/>
              <a:gd name="connsiteY196" fmla="*/ 972839 h 1699043"/>
              <a:gd name="connsiteX197" fmla="*/ 8034497 w 10232859"/>
              <a:gd name="connsiteY197" fmla="*/ 972054 h 1699043"/>
              <a:gd name="connsiteX198" fmla="*/ 8150881 w 10232859"/>
              <a:gd name="connsiteY198" fmla="*/ 990411 h 1699043"/>
              <a:gd name="connsiteX199" fmla="*/ 8172106 w 10232859"/>
              <a:gd name="connsiteY199" fmla="*/ 990512 h 1699043"/>
              <a:gd name="connsiteX200" fmla="*/ 8196076 w 10232859"/>
              <a:gd name="connsiteY200" fmla="*/ 1000078 h 1699043"/>
              <a:gd name="connsiteX201" fmla="*/ 8247463 w 10232859"/>
              <a:gd name="connsiteY201" fmla="*/ 1016332 h 1699043"/>
              <a:gd name="connsiteX202" fmla="*/ 8279272 w 10232859"/>
              <a:gd name="connsiteY202" fmla="*/ 1032921 h 1699043"/>
              <a:gd name="connsiteX203" fmla="*/ 8289611 w 10232859"/>
              <a:gd name="connsiteY203" fmla="*/ 1028630 h 1699043"/>
              <a:gd name="connsiteX204" fmla="*/ 8311483 w 10232859"/>
              <a:gd name="connsiteY204" fmla="*/ 1029399 h 1699043"/>
              <a:gd name="connsiteX205" fmla="*/ 8399489 w 10232859"/>
              <a:gd name="connsiteY205" fmla="*/ 1048562 h 1699043"/>
              <a:gd name="connsiteX206" fmla="*/ 8415973 w 10232859"/>
              <a:gd name="connsiteY206" fmla="*/ 1049660 h 1699043"/>
              <a:gd name="connsiteX207" fmla="*/ 8433326 w 10232859"/>
              <a:gd name="connsiteY207" fmla="*/ 1057881 h 1699043"/>
              <a:gd name="connsiteX208" fmla="*/ 8502328 w 10232859"/>
              <a:gd name="connsiteY208" fmla="*/ 1091498 h 1699043"/>
              <a:gd name="connsiteX209" fmla="*/ 8534346 w 10232859"/>
              <a:gd name="connsiteY209" fmla="*/ 1106980 h 1699043"/>
              <a:gd name="connsiteX210" fmla="*/ 8534980 w 10232859"/>
              <a:gd name="connsiteY210" fmla="*/ 1110861 h 1699043"/>
              <a:gd name="connsiteX211" fmla="*/ 8544104 w 10232859"/>
              <a:gd name="connsiteY211" fmla="*/ 1108406 h 1699043"/>
              <a:gd name="connsiteX212" fmla="*/ 8567742 w 10232859"/>
              <a:gd name="connsiteY212" fmla="*/ 1117590 h 1699043"/>
              <a:gd name="connsiteX213" fmla="*/ 8633779 w 10232859"/>
              <a:gd name="connsiteY213" fmla="*/ 1139226 h 1699043"/>
              <a:gd name="connsiteX214" fmla="*/ 8676965 w 10232859"/>
              <a:gd name="connsiteY214" fmla="*/ 1156949 h 1699043"/>
              <a:gd name="connsiteX215" fmla="*/ 8698944 w 10232859"/>
              <a:gd name="connsiteY215" fmla="*/ 1156939 h 1699043"/>
              <a:gd name="connsiteX216" fmla="*/ 8711456 w 10232859"/>
              <a:gd name="connsiteY216" fmla="*/ 1169217 h 1699043"/>
              <a:gd name="connsiteX217" fmla="*/ 8732793 w 10232859"/>
              <a:gd name="connsiteY217" fmla="*/ 1172972 h 1699043"/>
              <a:gd name="connsiteX218" fmla="*/ 8751897 w 10232859"/>
              <a:gd name="connsiteY218" fmla="*/ 1190886 h 1699043"/>
              <a:gd name="connsiteX219" fmla="*/ 8793564 w 10232859"/>
              <a:gd name="connsiteY219" fmla="*/ 1172572 h 1699043"/>
              <a:gd name="connsiteX220" fmla="*/ 8834270 w 10232859"/>
              <a:gd name="connsiteY220" fmla="*/ 1206624 h 1699043"/>
              <a:gd name="connsiteX221" fmla="*/ 8853872 w 10232859"/>
              <a:gd name="connsiteY221" fmla="*/ 1214714 h 1699043"/>
              <a:gd name="connsiteX222" fmla="*/ 8861901 w 10232859"/>
              <a:gd name="connsiteY222" fmla="*/ 1211375 h 1699043"/>
              <a:gd name="connsiteX223" fmla="*/ 8874168 w 10232859"/>
              <a:gd name="connsiteY223" fmla="*/ 1213967 h 1699043"/>
              <a:gd name="connsiteX224" fmla="*/ 8871123 w 10232859"/>
              <a:gd name="connsiteY224" fmla="*/ 1221160 h 1699043"/>
              <a:gd name="connsiteX225" fmla="*/ 8903537 w 10232859"/>
              <a:gd name="connsiteY225" fmla="*/ 1230588 h 1699043"/>
              <a:gd name="connsiteX226" fmla="*/ 8933767 w 10232859"/>
              <a:gd name="connsiteY226" fmla="*/ 1263368 h 1699043"/>
              <a:gd name="connsiteX227" fmla="*/ 8985765 w 10232859"/>
              <a:gd name="connsiteY227" fmla="*/ 1287664 h 1699043"/>
              <a:gd name="connsiteX228" fmla="*/ 9071444 w 10232859"/>
              <a:gd name="connsiteY228" fmla="*/ 1317305 h 1699043"/>
              <a:gd name="connsiteX229" fmla="*/ 9096711 w 10232859"/>
              <a:gd name="connsiteY229" fmla="*/ 1327777 h 1699043"/>
              <a:gd name="connsiteX230" fmla="*/ 9338853 w 10232859"/>
              <a:gd name="connsiteY230" fmla="*/ 1448046 h 1699043"/>
              <a:gd name="connsiteX231" fmla="*/ 9520814 w 10232859"/>
              <a:gd name="connsiteY231" fmla="*/ 1449827 h 1699043"/>
              <a:gd name="connsiteX232" fmla="*/ 9702271 w 10232859"/>
              <a:gd name="connsiteY232" fmla="*/ 1488553 h 1699043"/>
              <a:gd name="connsiteX233" fmla="*/ 9744273 w 10232859"/>
              <a:gd name="connsiteY233" fmla="*/ 1523512 h 1699043"/>
              <a:gd name="connsiteX234" fmla="*/ 9771903 w 10232859"/>
              <a:gd name="connsiteY234" fmla="*/ 1530034 h 1699043"/>
              <a:gd name="connsiteX235" fmla="*/ 9818565 w 10232859"/>
              <a:gd name="connsiteY235" fmla="*/ 1538545 h 1699043"/>
              <a:gd name="connsiteX236" fmla="*/ 9882202 w 10232859"/>
              <a:gd name="connsiteY236" fmla="*/ 1565888 h 1699043"/>
              <a:gd name="connsiteX237" fmla="*/ 10022025 w 10232859"/>
              <a:gd name="connsiteY237" fmla="*/ 1599696 h 1699043"/>
              <a:gd name="connsiteX238" fmla="*/ 10220406 w 10232859"/>
              <a:gd name="connsiteY238" fmla="*/ 1677005 h 1699043"/>
              <a:gd name="connsiteX239" fmla="*/ 10232859 w 10232859"/>
              <a:gd name="connsiteY239" fmla="*/ 1699043 h 1699043"/>
              <a:gd name="connsiteX240" fmla="*/ 0 w 10232859"/>
              <a:gd name="connsiteY240" fmla="*/ 1699043 h 1699043"/>
              <a:gd name="connsiteX241" fmla="*/ 0 w 10232859"/>
              <a:gd name="connsiteY241" fmla="*/ 21828 h 1699043"/>
              <a:gd name="connsiteX242" fmla="*/ 8097 w 10232859"/>
              <a:gd name="connsiteY242" fmla="*/ 24355 h 1699043"/>
              <a:gd name="connsiteX243" fmla="*/ 77128 w 10232859"/>
              <a:gd name="connsiteY243" fmla="*/ 6867 h 1699043"/>
              <a:gd name="connsiteX244" fmla="*/ 188338 w 10232859"/>
              <a:gd name="connsiteY244" fmla="*/ 5079 h 1699043"/>
              <a:gd name="connsiteX245" fmla="*/ 298809 w 10232859"/>
              <a:gd name="connsiteY245" fmla="*/ 6198 h 1699043"/>
              <a:gd name="connsiteX246" fmla="*/ 338985 w 10232859"/>
              <a:gd name="connsiteY246" fmla="*/ 8006 h 1699043"/>
              <a:gd name="connsiteX247" fmla="*/ 409815 w 10232859"/>
              <a:gd name="connsiteY247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67487 w 10232859"/>
              <a:gd name="connsiteY146" fmla="*/ 333712 h 1699043"/>
              <a:gd name="connsiteX147" fmla="*/ 6073281 w 10232859"/>
              <a:gd name="connsiteY147" fmla="*/ 334316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67487 w 10232859"/>
              <a:gd name="connsiteY146" fmla="*/ 333712 h 1699043"/>
              <a:gd name="connsiteX147" fmla="*/ 5992653 w 10232859"/>
              <a:gd name="connsiteY147" fmla="*/ 428990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5992653 w 10232859"/>
              <a:gd name="connsiteY147" fmla="*/ 428990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6538 w 10232859"/>
              <a:gd name="connsiteY190" fmla="*/ 955045 h 1699043"/>
              <a:gd name="connsiteX191" fmla="*/ 7912084 w 10232859"/>
              <a:gd name="connsiteY191" fmla="*/ 963800 h 1699043"/>
              <a:gd name="connsiteX192" fmla="*/ 7982264 w 10232859"/>
              <a:gd name="connsiteY192" fmla="*/ 975773 h 1699043"/>
              <a:gd name="connsiteX193" fmla="*/ 7991272 w 10232859"/>
              <a:gd name="connsiteY193" fmla="*/ 981104 h 1699043"/>
              <a:gd name="connsiteX194" fmla="*/ 8006496 w 10232859"/>
              <a:gd name="connsiteY194" fmla="*/ 972839 h 1699043"/>
              <a:gd name="connsiteX195" fmla="*/ 8034497 w 10232859"/>
              <a:gd name="connsiteY195" fmla="*/ 972054 h 1699043"/>
              <a:gd name="connsiteX196" fmla="*/ 8150881 w 10232859"/>
              <a:gd name="connsiteY196" fmla="*/ 990411 h 1699043"/>
              <a:gd name="connsiteX197" fmla="*/ 8172106 w 10232859"/>
              <a:gd name="connsiteY197" fmla="*/ 990512 h 1699043"/>
              <a:gd name="connsiteX198" fmla="*/ 8196076 w 10232859"/>
              <a:gd name="connsiteY198" fmla="*/ 1000078 h 1699043"/>
              <a:gd name="connsiteX199" fmla="*/ 8247463 w 10232859"/>
              <a:gd name="connsiteY199" fmla="*/ 1016332 h 1699043"/>
              <a:gd name="connsiteX200" fmla="*/ 8279272 w 10232859"/>
              <a:gd name="connsiteY200" fmla="*/ 1032921 h 1699043"/>
              <a:gd name="connsiteX201" fmla="*/ 8289611 w 10232859"/>
              <a:gd name="connsiteY201" fmla="*/ 1028630 h 1699043"/>
              <a:gd name="connsiteX202" fmla="*/ 8311483 w 10232859"/>
              <a:gd name="connsiteY202" fmla="*/ 1029399 h 1699043"/>
              <a:gd name="connsiteX203" fmla="*/ 8399489 w 10232859"/>
              <a:gd name="connsiteY203" fmla="*/ 1048562 h 1699043"/>
              <a:gd name="connsiteX204" fmla="*/ 8415973 w 10232859"/>
              <a:gd name="connsiteY204" fmla="*/ 1049660 h 1699043"/>
              <a:gd name="connsiteX205" fmla="*/ 8433326 w 10232859"/>
              <a:gd name="connsiteY205" fmla="*/ 1057881 h 1699043"/>
              <a:gd name="connsiteX206" fmla="*/ 8502328 w 10232859"/>
              <a:gd name="connsiteY206" fmla="*/ 1091498 h 1699043"/>
              <a:gd name="connsiteX207" fmla="*/ 8534346 w 10232859"/>
              <a:gd name="connsiteY207" fmla="*/ 1106980 h 1699043"/>
              <a:gd name="connsiteX208" fmla="*/ 8534980 w 10232859"/>
              <a:gd name="connsiteY208" fmla="*/ 1110861 h 1699043"/>
              <a:gd name="connsiteX209" fmla="*/ 8544104 w 10232859"/>
              <a:gd name="connsiteY209" fmla="*/ 1108406 h 1699043"/>
              <a:gd name="connsiteX210" fmla="*/ 8567742 w 10232859"/>
              <a:gd name="connsiteY210" fmla="*/ 1117590 h 1699043"/>
              <a:gd name="connsiteX211" fmla="*/ 8633779 w 10232859"/>
              <a:gd name="connsiteY211" fmla="*/ 1139226 h 1699043"/>
              <a:gd name="connsiteX212" fmla="*/ 8676965 w 10232859"/>
              <a:gd name="connsiteY212" fmla="*/ 1156949 h 1699043"/>
              <a:gd name="connsiteX213" fmla="*/ 8698944 w 10232859"/>
              <a:gd name="connsiteY213" fmla="*/ 1156939 h 1699043"/>
              <a:gd name="connsiteX214" fmla="*/ 8711456 w 10232859"/>
              <a:gd name="connsiteY214" fmla="*/ 1169217 h 1699043"/>
              <a:gd name="connsiteX215" fmla="*/ 8732793 w 10232859"/>
              <a:gd name="connsiteY215" fmla="*/ 1172972 h 1699043"/>
              <a:gd name="connsiteX216" fmla="*/ 8751897 w 10232859"/>
              <a:gd name="connsiteY216" fmla="*/ 1190886 h 1699043"/>
              <a:gd name="connsiteX217" fmla="*/ 8793564 w 10232859"/>
              <a:gd name="connsiteY217" fmla="*/ 1172572 h 1699043"/>
              <a:gd name="connsiteX218" fmla="*/ 8834270 w 10232859"/>
              <a:gd name="connsiteY218" fmla="*/ 1206624 h 1699043"/>
              <a:gd name="connsiteX219" fmla="*/ 8853872 w 10232859"/>
              <a:gd name="connsiteY219" fmla="*/ 1214714 h 1699043"/>
              <a:gd name="connsiteX220" fmla="*/ 8861901 w 10232859"/>
              <a:gd name="connsiteY220" fmla="*/ 1211375 h 1699043"/>
              <a:gd name="connsiteX221" fmla="*/ 8874168 w 10232859"/>
              <a:gd name="connsiteY221" fmla="*/ 1213967 h 1699043"/>
              <a:gd name="connsiteX222" fmla="*/ 8871123 w 10232859"/>
              <a:gd name="connsiteY222" fmla="*/ 1221160 h 1699043"/>
              <a:gd name="connsiteX223" fmla="*/ 8903537 w 10232859"/>
              <a:gd name="connsiteY223" fmla="*/ 1230588 h 1699043"/>
              <a:gd name="connsiteX224" fmla="*/ 8933767 w 10232859"/>
              <a:gd name="connsiteY224" fmla="*/ 1263368 h 1699043"/>
              <a:gd name="connsiteX225" fmla="*/ 8985765 w 10232859"/>
              <a:gd name="connsiteY225" fmla="*/ 1287664 h 1699043"/>
              <a:gd name="connsiteX226" fmla="*/ 9071444 w 10232859"/>
              <a:gd name="connsiteY226" fmla="*/ 1317305 h 1699043"/>
              <a:gd name="connsiteX227" fmla="*/ 9096711 w 10232859"/>
              <a:gd name="connsiteY227" fmla="*/ 1327777 h 1699043"/>
              <a:gd name="connsiteX228" fmla="*/ 9338853 w 10232859"/>
              <a:gd name="connsiteY228" fmla="*/ 1448046 h 1699043"/>
              <a:gd name="connsiteX229" fmla="*/ 9520814 w 10232859"/>
              <a:gd name="connsiteY229" fmla="*/ 1449827 h 1699043"/>
              <a:gd name="connsiteX230" fmla="*/ 9702271 w 10232859"/>
              <a:gd name="connsiteY230" fmla="*/ 1488553 h 1699043"/>
              <a:gd name="connsiteX231" fmla="*/ 9744273 w 10232859"/>
              <a:gd name="connsiteY231" fmla="*/ 1523512 h 1699043"/>
              <a:gd name="connsiteX232" fmla="*/ 9771903 w 10232859"/>
              <a:gd name="connsiteY232" fmla="*/ 1530034 h 1699043"/>
              <a:gd name="connsiteX233" fmla="*/ 9818565 w 10232859"/>
              <a:gd name="connsiteY233" fmla="*/ 1538545 h 1699043"/>
              <a:gd name="connsiteX234" fmla="*/ 9882202 w 10232859"/>
              <a:gd name="connsiteY234" fmla="*/ 1565888 h 1699043"/>
              <a:gd name="connsiteX235" fmla="*/ 10022025 w 10232859"/>
              <a:gd name="connsiteY235" fmla="*/ 1599696 h 1699043"/>
              <a:gd name="connsiteX236" fmla="*/ 10220406 w 10232859"/>
              <a:gd name="connsiteY236" fmla="*/ 1677005 h 1699043"/>
              <a:gd name="connsiteX237" fmla="*/ 10232859 w 10232859"/>
              <a:gd name="connsiteY237" fmla="*/ 1699043 h 1699043"/>
              <a:gd name="connsiteX238" fmla="*/ 0 w 10232859"/>
              <a:gd name="connsiteY238" fmla="*/ 1699043 h 1699043"/>
              <a:gd name="connsiteX239" fmla="*/ 0 w 10232859"/>
              <a:gd name="connsiteY239" fmla="*/ 21828 h 1699043"/>
              <a:gd name="connsiteX240" fmla="*/ 8097 w 10232859"/>
              <a:gd name="connsiteY240" fmla="*/ 24355 h 1699043"/>
              <a:gd name="connsiteX241" fmla="*/ 77128 w 10232859"/>
              <a:gd name="connsiteY241" fmla="*/ 6867 h 1699043"/>
              <a:gd name="connsiteX242" fmla="*/ 188338 w 10232859"/>
              <a:gd name="connsiteY242" fmla="*/ 5079 h 1699043"/>
              <a:gd name="connsiteX243" fmla="*/ 298809 w 10232859"/>
              <a:gd name="connsiteY243" fmla="*/ 6198 h 1699043"/>
              <a:gd name="connsiteX244" fmla="*/ 338985 w 10232859"/>
              <a:gd name="connsiteY244" fmla="*/ 8006 h 1699043"/>
              <a:gd name="connsiteX245" fmla="*/ 409815 w 10232859"/>
              <a:gd name="connsiteY245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06496 w 10232859"/>
              <a:gd name="connsiteY193" fmla="*/ 972839 h 1699043"/>
              <a:gd name="connsiteX194" fmla="*/ 8034497 w 10232859"/>
              <a:gd name="connsiteY194" fmla="*/ 972054 h 1699043"/>
              <a:gd name="connsiteX195" fmla="*/ 8150881 w 10232859"/>
              <a:gd name="connsiteY195" fmla="*/ 990411 h 1699043"/>
              <a:gd name="connsiteX196" fmla="*/ 8172106 w 10232859"/>
              <a:gd name="connsiteY196" fmla="*/ 990512 h 1699043"/>
              <a:gd name="connsiteX197" fmla="*/ 8196076 w 10232859"/>
              <a:gd name="connsiteY197" fmla="*/ 1000078 h 1699043"/>
              <a:gd name="connsiteX198" fmla="*/ 8247463 w 10232859"/>
              <a:gd name="connsiteY198" fmla="*/ 1016332 h 1699043"/>
              <a:gd name="connsiteX199" fmla="*/ 8279272 w 10232859"/>
              <a:gd name="connsiteY199" fmla="*/ 1032921 h 1699043"/>
              <a:gd name="connsiteX200" fmla="*/ 8289611 w 10232859"/>
              <a:gd name="connsiteY200" fmla="*/ 1028630 h 1699043"/>
              <a:gd name="connsiteX201" fmla="*/ 8311483 w 10232859"/>
              <a:gd name="connsiteY201" fmla="*/ 1029399 h 1699043"/>
              <a:gd name="connsiteX202" fmla="*/ 8399489 w 10232859"/>
              <a:gd name="connsiteY202" fmla="*/ 1048562 h 1699043"/>
              <a:gd name="connsiteX203" fmla="*/ 8415973 w 10232859"/>
              <a:gd name="connsiteY203" fmla="*/ 1049660 h 1699043"/>
              <a:gd name="connsiteX204" fmla="*/ 8433326 w 10232859"/>
              <a:gd name="connsiteY204" fmla="*/ 1057881 h 1699043"/>
              <a:gd name="connsiteX205" fmla="*/ 8502328 w 10232859"/>
              <a:gd name="connsiteY205" fmla="*/ 1091498 h 1699043"/>
              <a:gd name="connsiteX206" fmla="*/ 8534346 w 10232859"/>
              <a:gd name="connsiteY206" fmla="*/ 1106980 h 1699043"/>
              <a:gd name="connsiteX207" fmla="*/ 8534980 w 10232859"/>
              <a:gd name="connsiteY207" fmla="*/ 1110861 h 1699043"/>
              <a:gd name="connsiteX208" fmla="*/ 8544104 w 10232859"/>
              <a:gd name="connsiteY208" fmla="*/ 1108406 h 1699043"/>
              <a:gd name="connsiteX209" fmla="*/ 8567742 w 10232859"/>
              <a:gd name="connsiteY209" fmla="*/ 1117590 h 1699043"/>
              <a:gd name="connsiteX210" fmla="*/ 8633779 w 10232859"/>
              <a:gd name="connsiteY210" fmla="*/ 1139226 h 1699043"/>
              <a:gd name="connsiteX211" fmla="*/ 8676965 w 10232859"/>
              <a:gd name="connsiteY211" fmla="*/ 1156949 h 1699043"/>
              <a:gd name="connsiteX212" fmla="*/ 8698944 w 10232859"/>
              <a:gd name="connsiteY212" fmla="*/ 1156939 h 1699043"/>
              <a:gd name="connsiteX213" fmla="*/ 8711456 w 10232859"/>
              <a:gd name="connsiteY213" fmla="*/ 1169217 h 1699043"/>
              <a:gd name="connsiteX214" fmla="*/ 8732793 w 10232859"/>
              <a:gd name="connsiteY214" fmla="*/ 1172972 h 1699043"/>
              <a:gd name="connsiteX215" fmla="*/ 8751897 w 10232859"/>
              <a:gd name="connsiteY215" fmla="*/ 1190886 h 1699043"/>
              <a:gd name="connsiteX216" fmla="*/ 8793564 w 10232859"/>
              <a:gd name="connsiteY216" fmla="*/ 1172572 h 1699043"/>
              <a:gd name="connsiteX217" fmla="*/ 8834270 w 10232859"/>
              <a:gd name="connsiteY217" fmla="*/ 1206624 h 1699043"/>
              <a:gd name="connsiteX218" fmla="*/ 8853872 w 10232859"/>
              <a:gd name="connsiteY218" fmla="*/ 1214714 h 1699043"/>
              <a:gd name="connsiteX219" fmla="*/ 8861901 w 10232859"/>
              <a:gd name="connsiteY219" fmla="*/ 1211375 h 1699043"/>
              <a:gd name="connsiteX220" fmla="*/ 8874168 w 10232859"/>
              <a:gd name="connsiteY220" fmla="*/ 1213967 h 1699043"/>
              <a:gd name="connsiteX221" fmla="*/ 8871123 w 10232859"/>
              <a:gd name="connsiteY221" fmla="*/ 1221160 h 1699043"/>
              <a:gd name="connsiteX222" fmla="*/ 8903537 w 10232859"/>
              <a:gd name="connsiteY222" fmla="*/ 1230588 h 1699043"/>
              <a:gd name="connsiteX223" fmla="*/ 8933767 w 10232859"/>
              <a:gd name="connsiteY223" fmla="*/ 1263368 h 1699043"/>
              <a:gd name="connsiteX224" fmla="*/ 8985765 w 10232859"/>
              <a:gd name="connsiteY224" fmla="*/ 1287664 h 1699043"/>
              <a:gd name="connsiteX225" fmla="*/ 9071444 w 10232859"/>
              <a:gd name="connsiteY225" fmla="*/ 1317305 h 1699043"/>
              <a:gd name="connsiteX226" fmla="*/ 9096711 w 10232859"/>
              <a:gd name="connsiteY226" fmla="*/ 1327777 h 1699043"/>
              <a:gd name="connsiteX227" fmla="*/ 9338853 w 10232859"/>
              <a:gd name="connsiteY227" fmla="*/ 1448046 h 1699043"/>
              <a:gd name="connsiteX228" fmla="*/ 9520814 w 10232859"/>
              <a:gd name="connsiteY228" fmla="*/ 1449827 h 1699043"/>
              <a:gd name="connsiteX229" fmla="*/ 9702271 w 10232859"/>
              <a:gd name="connsiteY229" fmla="*/ 1488553 h 1699043"/>
              <a:gd name="connsiteX230" fmla="*/ 9744273 w 10232859"/>
              <a:gd name="connsiteY230" fmla="*/ 1523512 h 1699043"/>
              <a:gd name="connsiteX231" fmla="*/ 9771903 w 10232859"/>
              <a:gd name="connsiteY231" fmla="*/ 1530034 h 1699043"/>
              <a:gd name="connsiteX232" fmla="*/ 9818565 w 10232859"/>
              <a:gd name="connsiteY232" fmla="*/ 1538545 h 1699043"/>
              <a:gd name="connsiteX233" fmla="*/ 9882202 w 10232859"/>
              <a:gd name="connsiteY233" fmla="*/ 1565888 h 1699043"/>
              <a:gd name="connsiteX234" fmla="*/ 10022025 w 10232859"/>
              <a:gd name="connsiteY234" fmla="*/ 1599696 h 1699043"/>
              <a:gd name="connsiteX235" fmla="*/ 10220406 w 10232859"/>
              <a:gd name="connsiteY235" fmla="*/ 1677005 h 1699043"/>
              <a:gd name="connsiteX236" fmla="*/ 10232859 w 10232859"/>
              <a:gd name="connsiteY236" fmla="*/ 1699043 h 1699043"/>
              <a:gd name="connsiteX237" fmla="*/ 0 w 10232859"/>
              <a:gd name="connsiteY237" fmla="*/ 1699043 h 1699043"/>
              <a:gd name="connsiteX238" fmla="*/ 0 w 10232859"/>
              <a:gd name="connsiteY238" fmla="*/ 21828 h 1699043"/>
              <a:gd name="connsiteX239" fmla="*/ 8097 w 10232859"/>
              <a:gd name="connsiteY239" fmla="*/ 24355 h 1699043"/>
              <a:gd name="connsiteX240" fmla="*/ 77128 w 10232859"/>
              <a:gd name="connsiteY240" fmla="*/ 6867 h 1699043"/>
              <a:gd name="connsiteX241" fmla="*/ 188338 w 10232859"/>
              <a:gd name="connsiteY241" fmla="*/ 5079 h 1699043"/>
              <a:gd name="connsiteX242" fmla="*/ 298809 w 10232859"/>
              <a:gd name="connsiteY242" fmla="*/ 6198 h 1699043"/>
              <a:gd name="connsiteX243" fmla="*/ 338985 w 10232859"/>
              <a:gd name="connsiteY243" fmla="*/ 8006 h 1699043"/>
              <a:gd name="connsiteX244" fmla="*/ 409815 w 10232859"/>
              <a:gd name="connsiteY244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06496 w 10232859"/>
              <a:gd name="connsiteY193" fmla="*/ 972839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11456 w 10232859"/>
              <a:gd name="connsiteY212" fmla="*/ 1169217 h 1699043"/>
              <a:gd name="connsiteX213" fmla="*/ 8732793 w 10232859"/>
              <a:gd name="connsiteY213" fmla="*/ 1172972 h 1699043"/>
              <a:gd name="connsiteX214" fmla="*/ 8751897 w 10232859"/>
              <a:gd name="connsiteY214" fmla="*/ 1190886 h 1699043"/>
              <a:gd name="connsiteX215" fmla="*/ 8793564 w 10232859"/>
              <a:gd name="connsiteY215" fmla="*/ 1172572 h 1699043"/>
              <a:gd name="connsiteX216" fmla="*/ 8834270 w 10232859"/>
              <a:gd name="connsiteY216" fmla="*/ 1206624 h 1699043"/>
              <a:gd name="connsiteX217" fmla="*/ 8853872 w 10232859"/>
              <a:gd name="connsiteY217" fmla="*/ 1214714 h 1699043"/>
              <a:gd name="connsiteX218" fmla="*/ 8861901 w 10232859"/>
              <a:gd name="connsiteY218" fmla="*/ 1211375 h 1699043"/>
              <a:gd name="connsiteX219" fmla="*/ 8874168 w 10232859"/>
              <a:gd name="connsiteY219" fmla="*/ 1213967 h 1699043"/>
              <a:gd name="connsiteX220" fmla="*/ 8871123 w 10232859"/>
              <a:gd name="connsiteY220" fmla="*/ 1221160 h 1699043"/>
              <a:gd name="connsiteX221" fmla="*/ 8903537 w 10232859"/>
              <a:gd name="connsiteY221" fmla="*/ 1230588 h 1699043"/>
              <a:gd name="connsiteX222" fmla="*/ 8933767 w 10232859"/>
              <a:gd name="connsiteY222" fmla="*/ 1263368 h 1699043"/>
              <a:gd name="connsiteX223" fmla="*/ 8985765 w 10232859"/>
              <a:gd name="connsiteY223" fmla="*/ 1287664 h 1699043"/>
              <a:gd name="connsiteX224" fmla="*/ 9071444 w 10232859"/>
              <a:gd name="connsiteY224" fmla="*/ 1317305 h 1699043"/>
              <a:gd name="connsiteX225" fmla="*/ 9096711 w 10232859"/>
              <a:gd name="connsiteY225" fmla="*/ 1327777 h 1699043"/>
              <a:gd name="connsiteX226" fmla="*/ 9338853 w 10232859"/>
              <a:gd name="connsiteY226" fmla="*/ 1448046 h 1699043"/>
              <a:gd name="connsiteX227" fmla="*/ 9520814 w 10232859"/>
              <a:gd name="connsiteY227" fmla="*/ 1449827 h 1699043"/>
              <a:gd name="connsiteX228" fmla="*/ 9702271 w 10232859"/>
              <a:gd name="connsiteY228" fmla="*/ 1488553 h 1699043"/>
              <a:gd name="connsiteX229" fmla="*/ 9744273 w 10232859"/>
              <a:gd name="connsiteY229" fmla="*/ 1523512 h 1699043"/>
              <a:gd name="connsiteX230" fmla="*/ 9771903 w 10232859"/>
              <a:gd name="connsiteY230" fmla="*/ 1530034 h 1699043"/>
              <a:gd name="connsiteX231" fmla="*/ 9818565 w 10232859"/>
              <a:gd name="connsiteY231" fmla="*/ 1538545 h 1699043"/>
              <a:gd name="connsiteX232" fmla="*/ 9882202 w 10232859"/>
              <a:gd name="connsiteY232" fmla="*/ 1565888 h 1699043"/>
              <a:gd name="connsiteX233" fmla="*/ 10022025 w 10232859"/>
              <a:gd name="connsiteY233" fmla="*/ 1599696 h 1699043"/>
              <a:gd name="connsiteX234" fmla="*/ 10220406 w 10232859"/>
              <a:gd name="connsiteY234" fmla="*/ 1677005 h 1699043"/>
              <a:gd name="connsiteX235" fmla="*/ 10232859 w 10232859"/>
              <a:gd name="connsiteY235" fmla="*/ 1699043 h 1699043"/>
              <a:gd name="connsiteX236" fmla="*/ 0 w 10232859"/>
              <a:gd name="connsiteY236" fmla="*/ 1699043 h 1699043"/>
              <a:gd name="connsiteX237" fmla="*/ 0 w 10232859"/>
              <a:gd name="connsiteY237" fmla="*/ 21828 h 1699043"/>
              <a:gd name="connsiteX238" fmla="*/ 8097 w 10232859"/>
              <a:gd name="connsiteY238" fmla="*/ 24355 h 1699043"/>
              <a:gd name="connsiteX239" fmla="*/ 77128 w 10232859"/>
              <a:gd name="connsiteY239" fmla="*/ 6867 h 1699043"/>
              <a:gd name="connsiteX240" fmla="*/ 188338 w 10232859"/>
              <a:gd name="connsiteY240" fmla="*/ 5079 h 1699043"/>
              <a:gd name="connsiteX241" fmla="*/ 298809 w 10232859"/>
              <a:gd name="connsiteY241" fmla="*/ 6198 h 1699043"/>
              <a:gd name="connsiteX242" fmla="*/ 338985 w 10232859"/>
              <a:gd name="connsiteY242" fmla="*/ 8006 h 1699043"/>
              <a:gd name="connsiteX243" fmla="*/ 409815 w 10232859"/>
              <a:gd name="connsiteY243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11456 w 10232859"/>
              <a:gd name="connsiteY212" fmla="*/ 1169217 h 1699043"/>
              <a:gd name="connsiteX213" fmla="*/ 8732793 w 10232859"/>
              <a:gd name="connsiteY213" fmla="*/ 1172972 h 1699043"/>
              <a:gd name="connsiteX214" fmla="*/ 8751897 w 10232859"/>
              <a:gd name="connsiteY214" fmla="*/ 1190886 h 1699043"/>
              <a:gd name="connsiteX215" fmla="*/ 8793564 w 10232859"/>
              <a:gd name="connsiteY215" fmla="*/ 1172572 h 1699043"/>
              <a:gd name="connsiteX216" fmla="*/ 8834270 w 10232859"/>
              <a:gd name="connsiteY216" fmla="*/ 1206624 h 1699043"/>
              <a:gd name="connsiteX217" fmla="*/ 8853872 w 10232859"/>
              <a:gd name="connsiteY217" fmla="*/ 1214714 h 1699043"/>
              <a:gd name="connsiteX218" fmla="*/ 8861901 w 10232859"/>
              <a:gd name="connsiteY218" fmla="*/ 1211375 h 1699043"/>
              <a:gd name="connsiteX219" fmla="*/ 8874168 w 10232859"/>
              <a:gd name="connsiteY219" fmla="*/ 1213967 h 1699043"/>
              <a:gd name="connsiteX220" fmla="*/ 8871123 w 10232859"/>
              <a:gd name="connsiteY220" fmla="*/ 1221160 h 1699043"/>
              <a:gd name="connsiteX221" fmla="*/ 8903537 w 10232859"/>
              <a:gd name="connsiteY221" fmla="*/ 1230588 h 1699043"/>
              <a:gd name="connsiteX222" fmla="*/ 8933767 w 10232859"/>
              <a:gd name="connsiteY222" fmla="*/ 1263368 h 1699043"/>
              <a:gd name="connsiteX223" fmla="*/ 8985765 w 10232859"/>
              <a:gd name="connsiteY223" fmla="*/ 1287664 h 1699043"/>
              <a:gd name="connsiteX224" fmla="*/ 9071444 w 10232859"/>
              <a:gd name="connsiteY224" fmla="*/ 1317305 h 1699043"/>
              <a:gd name="connsiteX225" fmla="*/ 9096711 w 10232859"/>
              <a:gd name="connsiteY225" fmla="*/ 1327777 h 1699043"/>
              <a:gd name="connsiteX226" fmla="*/ 9338853 w 10232859"/>
              <a:gd name="connsiteY226" fmla="*/ 1448046 h 1699043"/>
              <a:gd name="connsiteX227" fmla="*/ 9520814 w 10232859"/>
              <a:gd name="connsiteY227" fmla="*/ 1449827 h 1699043"/>
              <a:gd name="connsiteX228" fmla="*/ 9702271 w 10232859"/>
              <a:gd name="connsiteY228" fmla="*/ 1488553 h 1699043"/>
              <a:gd name="connsiteX229" fmla="*/ 9744273 w 10232859"/>
              <a:gd name="connsiteY229" fmla="*/ 1523512 h 1699043"/>
              <a:gd name="connsiteX230" fmla="*/ 9771903 w 10232859"/>
              <a:gd name="connsiteY230" fmla="*/ 1530034 h 1699043"/>
              <a:gd name="connsiteX231" fmla="*/ 9818565 w 10232859"/>
              <a:gd name="connsiteY231" fmla="*/ 1538545 h 1699043"/>
              <a:gd name="connsiteX232" fmla="*/ 9882202 w 10232859"/>
              <a:gd name="connsiteY232" fmla="*/ 1565888 h 1699043"/>
              <a:gd name="connsiteX233" fmla="*/ 10022025 w 10232859"/>
              <a:gd name="connsiteY233" fmla="*/ 1599696 h 1699043"/>
              <a:gd name="connsiteX234" fmla="*/ 10220406 w 10232859"/>
              <a:gd name="connsiteY234" fmla="*/ 1677005 h 1699043"/>
              <a:gd name="connsiteX235" fmla="*/ 10232859 w 10232859"/>
              <a:gd name="connsiteY235" fmla="*/ 1699043 h 1699043"/>
              <a:gd name="connsiteX236" fmla="*/ 0 w 10232859"/>
              <a:gd name="connsiteY236" fmla="*/ 1699043 h 1699043"/>
              <a:gd name="connsiteX237" fmla="*/ 0 w 10232859"/>
              <a:gd name="connsiteY237" fmla="*/ 21828 h 1699043"/>
              <a:gd name="connsiteX238" fmla="*/ 8097 w 10232859"/>
              <a:gd name="connsiteY238" fmla="*/ 24355 h 1699043"/>
              <a:gd name="connsiteX239" fmla="*/ 77128 w 10232859"/>
              <a:gd name="connsiteY239" fmla="*/ 6867 h 1699043"/>
              <a:gd name="connsiteX240" fmla="*/ 188338 w 10232859"/>
              <a:gd name="connsiteY240" fmla="*/ 5079 h 1699043"/>
              <a:gd name="connsiteX241" fmla="*/ 298809 w 10232859"/>
              <a:gd name="connsiteY241" fmla="*/ 6198 h 1699043"/>
              <a:gd name="connsiteX242" fmla="*/ 338985 w 10232859"/>
              <a:gd name="connsiteY242" fmla="*/ 8006 h 1699043"/>
              <a:gd name="connsiteX243" fmla="*/ 409815 w 10232859"/>
              <a:gd name="connsiteY243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32793 w 10232859"/>
              <a:gd name="connsiteY212" fmla="*/ 1172972 h 1699043"/>
              <a:gd name="connsiteX213" fmla="*/ 8751897 w 10232859"/>
              <a:gd name="connsiteY213" fmla="*/ 1190886 h 1699043"/>
              <a:gd name="connsiteX214" fmla="*/ 8793564 w 10232859"/>
              <a:gd name="connsiteY214" fmla="*/ 1172572 h 1699043"/>
              <a:gd name="connsiteX215" fmla="*/ 8834270 w 10232859"/>
              <a:gd name="connsiteY215" fmla="*/ 1206624 h 1699043"/>
              <a:gd name="connsiteX216" fmla="*/ 8853872 w 10232859"/>
              <a:gd name="connsiteY216" fmla="*/ 1214714 h 1699043"/>
              <a:gd name="connsiteX217" fmla="*/ 8861901 w 10232859"/>
              <a:gd name="connsiteY217" fmla="*/ 1211375 h 1699043"/>
              <a:gd name="connsiteX218" fmla="*/ 8874168 w 10232859"/>
              <a:gd name="connsiteY218" fmla="*/ 1213967 h 1699043"/>
              <a:gd name="connsiteX219" fmla="*/ 8871123 w 10232859"/>
              <a:gd name="connsiteY219" fmla="*/ 1221160 h 1699043"/>
              <a:gd name="connsiteX220" fmla="*/ 8903537 w 10232859"/>
              <a:gd name="connsiteY220" fmla="*/ 1230588 h 1699043"/>
              <a:gd name="connsiteX221" fmla="*/ 8933767 w 10232859"/>
              <a:gd name="connsiteY221" fmla="*/ 1263368 h 1699043"/>
              <a:gd name="connsiteX222" fmla="*/ 8985765 w 10232859"/>
              <a:gd name="connsiteY222" fmla="*/ 1287664 h 1699043"/>
              <a:gd name="connsiteX223" fmla="*/ 9071444 w 10232859"/>
              <a:gd name="connsiteY223" fmla="*/ 1317305 h 1699043"/>
              <a:gd name="connsiteX224" fmla="*/ 9096711 w 10232859"/>
              <a:gd name="connsiteY224" fmla="*/ 1327777 h 1699043"/>
              <a:gd name="connsiteX225" fmla="*/ 9338853 w 10232859"/>
              <a:gd name="connsiteY225" fmla="*/ 1448046 h 1699043"/>
              <a:gd name="connsiteX226" fmla="*/ 9520814 w 10232859"/>
              <a:gd name="connsiteY226" fmla="*/ 1449827 h 1699043"/>
              <a:gd name="connsiteX227" fmla="*/ 9702271 w 10232859"/>
              <a:gd name="connsiteY227" fmla="*/ 1488553 h 1699043"/>
              <a:gd name="connsiteX228" fmla="*/ 9744273 w 10232859"/>
              <a:gd name="connsiteY228" fmla="*/ 1523512 h 1699043"/>
              <a:gd name="connsiteX229" fmla="*/ 9771903 w 10232859"/>
              <a:gd name="connsiteY229" fmla="*/ 1530034 h 1699043"/>
              <a:gd name="connsiteX230" fmla="*/ 9818565 w 10232859"/>
              <a:gd name="connsiteY230" fmla="*/ 1538545 h 1699043"/>
              <a:gd name="connsiteX231" fmla="*/ 9882202 w 10232859"/>
              <a:gd name="connsiteY231" fmla="*/ 1565888 h 1699043"/>
              <a:gd name="connsiteX232" fmla="*/ 10022025 w 10232859"/>
              <a:gd name="connsiteY232" fmla="*/ 1599696 h 1699043"/>
              <a:gd name="connsiteX233" fmla="*/ 10220406 w 10232859"/>
              <a:gd name="connsiteY233" fmla="*/ 1677005 h 1699043"/>
              <a:gd name="connsiteX234" fmla="*/ 10232859 w 10232859"/>
              <a:gd name="connsiteY234" fmla="*/ 1699043 h 1699043"/>
              <a:gd name="connsiteX235" fmla="*/ 0 w 10232859"/>
              <a:gd name="connsiteY235" fmla="*/ 1699043 h 1699043"/>
              <a:gd name="connsiteX236" fmla="*/ 0 w 10232859"/>
              <a:gd name="connsiteY236" fmla="*/ 21828 h 1699043"/>
              <a:gd name="connsiteX237" fmla="*/ 8097 w 10232859"/>
              <a:gd name="connsiteY237" fmla="*/ 24355 h 1699043"/>
              <a:gd name="connsiteX238" fmla="*/ 77128 w 10232859"/>
              <a:gd name="connsiteY238" fmla="*/ 6867 h 1699043"/>
              <a:gd name="connsiteX239" fmla="*/ 188338 w 10232859"/>
              <a:gd name="connsiteY239" fmla="*/ 5079 h 1699043"/>
              <a:gd name="connsiteX240" fmla="*/ 298809 w 10232859"/>
              <a:gd name="connsiteY240" fmla="*/ 6198 h 1699043"/>
              <a:gd name="connsiteX241" fmla="*/ 338985 w 10232859"/>
              <a:gd name="connsiteY241" fmla="*/ 8006 h 1699043"/>
              <a:gd name="connsiteX242" fmla="*/ 409815 w 10232859"/>
              <a:gd name="connsiteY242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51897 w 10232859"/>
              <a:gd name="connsiteY212" fmla="*/ 1190886 h 1699043"/>
              <a:gd name="connsiteX213" fmla="*/ 8793564 w 10232859"/>
              <a:gd name="connsiteY213" fmla="*/ 1172572 h 1699043"/>
              <a:gd name="connsiteX214" fmla="*/ 8834270 w 10232859"/>
              <a:gd name="connsiteY214" fmla="*/ 1206624 h 1699043"/>
              <a:gd name="connsiteX215" fmla="*/ 8853872 w 10232859"/>
              <a:gd name="connsiteY215" fmla="*/ 1214714 h 1699043"/>
              <a:gd name="connsiteX216" fmla="*/ 8861901 w 10232859"/>
              <a:gd name="connsiteY216" fmla="*/ 1211375 h 1699043"/>
              <a:gd name="connsiteX217" fmla="*/ 8874168 w 10232859"/>
              <a:gd name="connsiteY217" fmla="*/ 1213967 h 1699043"/>
              <a:gd name="connsiteX218" fmla="*/ 8871123 w 10232859"/>
              <a:gd name="connsiteY218" fmla="*/ 1221160 h 1699043"/>
              <a:gd name="connsiteX219" fmla="*/ 8903537 w 10232859"/>
              <a:gd name="connsiteY219" fmla="*/ 1230588 h 1699043"/>
              <a:gd name="connsiteX220" fmla="*/ 8933767 w 10232859"/>
              <a:gd name="connsiteY220" fmla="*/ 1263368 h 1699043"/>
              <a:gd name="connsiteX221" fmla="*/ 8985765 w 10232859"/>
              <a:gd name="connsiteY221" fmla="*/ 1287664 h 1699043"/>
              <a:gd name="connsiteX222" fmla="*/ 9071444 w 10232859"/>
              <a:gd name="connsiteY222" fmla="*/ 1317305 h 1699043"/>
              <a:gd name="connsiteX223" fmla="*/ 9096711 w 10232859"/>
              <a:gd name="connsiteY223" fmla="*/ 1327777 h 1699043"/>
              <a:gd name="connsiteX224" fmla="*/ 9338853 w 10232859"/>
              <a:gd name="connsiteY224" fmla="*/ 1448046 h 1699043"/>
              <a:gd name="connsiteX225" fmla="*/ 9520814 w 10232859"/>
              <a:gd name="connsiteY225" fmla="*/ 1449827 h 1699043"/>
              <a:gd name="connsiteX226" fmla="*/ 9702271 w 10232859"/>
              <a:gd name="connsiteY226" fmla="*/ 1488553 h 1699043"/>
              <a:gd name="connsiteX227" fmla="*/ 9744273 w 10232859"/>
              <a:gd name="connsiteY227" fmla="*/ 1523512 h 1699043"/>
              <a:gd name="connsiteX228" fmla="*/ 9771903 w 10232859"/>
              <a:gd name="connsiteY228" fmla="*/ 1530034 h 1699043"/>
              <a:gd name="connsiteX229" fmla="*/ 9818565 w 10232859"/>
              <a:gd name="connsiteY229" fmla="*/ 1538545 h 1699043"/>
              <a:gd name="connsiteX230" fmla="*/ 9882202 w 10232859"/>
              <a:gd name="connsiteY230" fmla="*/ 1565888 h 1699043"/>
              <a:gd name="connsiteX231" fmla="*/ 10022025 w 10232859"/>
              <a:gd name="connsiteY231" fmla="*/ 1599696 h 1699043"/>
              <a:gd name="connsiteX232" fmla="*/ 10220406 w 10232859"/>
              <a:gd name="connsiteY232" fmla="*/ 1677005 h 1699043"/>
              <a:gd name="connsiteX233" fmla="*/ 10232859 w 10232859"/>
              <a:gd name="connsiteY233" fmla="*/ 1699043 h 1699043"/>
              <a:gd name="connsiteX234" fmla="*/ 0 w 10232859"/>
              <a:gd name="connsiteY234" fmla="*/ 1699043 h 1699043"/>
              <a:gd name="connsiteX235" fmla="*/ 0 w 10232859"/>
              <a:gd name="connsiteY235" fmla="*/ 21828 h 1699043"/>
              <a:gd name="connsiteX236" fmla="*/ 8097 w 10232859"/>
              <a:gd name="connsiteY236" fmla="*/ 24355 h 1699043"/>
              <a:gd name="connsiteX237" fmla="*/ 77128 w 10232859"/>
              <a:gd name="connsiteY237" fmla="*/ 6867 h 1699043"/>
              <a:gd name="connsiteX238" fmla="*/ 188338 w 10232859"/>
              <a:gd name="connsiteY238" fmla="*/ 5079 h 1699043"/>
              <a:gd name="connsiteX239" fmla="*/ 298809 w 10232859"/>
              <a:gd name="connsiteY239" fmla="*/ 6198 h 1699043"/>
              <a:gd name="connsiteX240" fmla="*/ 338985 w 10232859"/>
              <a:gd name="connsiteY240" fmla="*/ 8006 h 1699043"/>
              <a:gd name="connsiteX241" fmla="*/ 409815 w 10232859"/>
              <a:gd name="connsiteY241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51897 w 10232859"/>
              <a:gd name="connsiteY212" fmla="*/ 1190886 h 1699043"/>
              <a:gd name="connsiteX213" fmla="*/ 8834270 w 10232859"/>
              <a:gd name="connsiteY213" fmla="*/ 1206624 h 1699043"/>
              <a:gd name="connsiteX214" fmla="*/ 8853872 w 10232859"/>
              <a:gd name="connsiteY214" fmla="*/ 1214714 h 1699043"/>
              <a:gd name="connsiteX215" fmla="*/ 8861901 w 10232859"/>
              <a:gd name="connsiteY215" fmla="*/ 1211375 h 1699043"/>
              <a:gd name="connsiteX216" fmla="*/ 8874168 w 10232859"/>
              <a:gd name="connsiteY216" fmla="*/ 1213967 h 1699043"/>
              <a:gd name="connsiteX217" fmla="*/ 8871123 w 10232859"/>
              <a:gd name="connsiteY217" fmla="*/ 1221160 h 1699043"/>
              <a:gd name="connsiteX218" fmla="*/ 8903537 w 10232859"/>
              <a:gd name="connsiteY218" fmla="*/ 1230588 h 1699043"/>
              <a:gd name="connsiteX219" fmla="*/ 8933767 w 10232859"/>
              <a:gd name="connsiteY219" fmla="*/ 1263368 h 1699043"/>
              <a:gd name="connsiteX220" fmla="*/ 8985765 w 10232859"/>
              <a:gd name="connsiteY220" fmla="*/ 1287664 h 1699043"/>
              <a:gd name="connsiteX221" fmla="*/ 9071444 w 10232859"/>
              <a:gd name="connsiteY221" fmla="*/ 1317305 h 1699043"/>
              <a:gd name="connsiteX222" fmla="*/ 9096711 w 10232859"/>
              <a:gd name="connsiteY222" fmla="*/ 1327777 h 1699043"/>
              <a:gd name="connsiteX223" fmla="*/ 9338853 w 10232859"/>
              <a:gd name="connsiteY223" fmla="*/ 1448046 h 1699043"/>
              <a:gd name="connsiteX224" fmla="*/ 9520814 w 10232859"/>
              <a:gd name="connsiteY224" fmla="*/ 1449827 h 1699043"/>
              <a:gd name="connsiteX225" fmla="*/ 9702271 w 10232859"/>
              <a:gd name="connsiteY225" fmla="*/ 1488553 h 1699043"/>
              <a:gd name="connsiteX226" fmla="*/ 9744273 w 10232859"/>
              <a:gd name="connsiteY226" fmla="*/ 1523512 h 1699043"/>
              <a:gd name="connsiteX227" fmla="*/ 9771903 w 10232859"/>
              <a:gd name="connsiteY227" fmla="*/ 1530034 h 1699043"/>
              <a:gd name="connsiteX228" fmla="*/ 9818565 w 10232859"/>
              <a:gd name="connsiteY228" fmla="*/ 1538545 h 1699043"/>
              <a:gd name="connsiteX229" fmla="*/ 9882202 w 10232859"/>
              <a:gd name="connsiteY229" fmla="*/ 1565888 h 1699043"/>
              <a:gd name="connsiteX230" fmla="*/ 10022025 w 10232859"/>
              <a:gd name="connsiteY230" fmla="*/ 1599696 h 1699043"/>
              <a:gd name="connsiteX231" fmla="*/ 10220406 w 10232859"/>
              <a:gd name="connsiteY231" fmla="*/ 1677005 h 1699043"/>
              <a:gd name="connsiteX232" fmla="*/ 10232859 w 10232859"/>
              <a:gd name="connsiteY232" fmla="*/ 1699043 h 1699043"/>
              <a:gd name="connsiteX233" fmla="*/ 0 w 10232859"/>
              <a:gd name="connsiteY233" fmla="*/ 1699043 h 1699043"/>
              <a:gd name="connsiteX234" fmla="*/ 0 w 10232859"/>
              <a:gd name="connsiteY234" fmla="*/ 21828 h 1699043"/>
              <a:gd name="connsiteX235" fmla="*/ 8097 w 10232859"/>
              <a:gd name="connsiteY235" fmla="*/ 24355 h 1699043"/>
              <a:gd name="connsiteX236" fmla="*/ 77128 w 10232859"/>
              <a:gd name="connsiteY236" fmla="*/ 6867 h 1699043"/>
              <a:gd name="connsiteX237" fmla="*/ 188338 w 10232859"/>
              <a:gd name="connsiteY237" fmla="*/ 5079 h 1699043"/>
              <a:gd name="connsiteX238" fmla="*/ 298809 w 10232859"/>
              <a:gd name="connsiteY238" fmla="*/ 6198 h 1699043"/>
              <a:gd name="connsiteX239" fmla="*/ 338985 w 10232859"/>
              <a:gd name="connsiteY239" fmla="*/ 8006 h 1699043"/>
              <a:gd name="connsiteX240" fmla="*/ 409815 w 10232859"/>
              <a:gd name="connsiteY240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51897 w 10232859"/>
              <a:gd name="connsiteY212" fmla="*/ 1190886 h 1699043"/>
              <a:gd name="connsiteX213" fmla="*/ 8834270 w 10232859"/>
              <a:gd name="connsiteY213" fmla="*/ 1206624 h 1699043"/>
              <a:gd name="connsiteX214" fmla="*/ 8853872 w 10232859"/>
              <a:gd name="connsiteY214" fmla="*/ 1214714 h 1699043"/>
              <a:gd name="connsiteX215" fmla="*/ 8861901 w 10232859"/>
              <a:gd name="connsiteY215" fmla="*/ 1211375 h 1699043"/>
              <a:gd name="connsiteX216" fmla="*/ 8874168 w 10232859"/>
              <a:gd name="connsiteY216" fmla="*/ 1213967 h 1699043"/>
              <a:gd name="connsiteX217" fmla="*/ 8871123 w 10232859"/>
              <a:gd name="connsiteY217" fmla="*/ 1221160 h 1699043"/>
              <a:gd name="connsiteX218" fmla="*/ 8903537 w 10232859"/>
              <a:gd name="connsiteY218" fmla="*/ 1230588 h 1699043"/>
              <a:gd name="connsiteX219" fmla="*/ 8933767 w 10232859"/>
              <a:gd name="connsiteY219" fmla="*/ 1263368 h 1699043"/>
              <a:gd name="connsiteX220" fmla="*/ 8985765 w 10232859"/>
              <a:gd name="connsiteY220" fmla="*/ 1287664 h 1699043"/>
              <a:gd name="connsiteX221" fmla="*/ 9071444 w 10232859"/>
              <a:gd name="connsiteY221" fmla="*/ 1317305 h 1699043"/>
              <a:gd name="connsiteX222" fmla="*/ 9096711 w 10232859"/>
              <a:gd name="connsiteY222" fmla="*/ 1327777 h 1699043"/>
              <a:gd name="connsiteX223" fmla="*/ 9338853 w 10232859"/>
              <a:gd name="connsiteY223" fmla="*/ 1448046 h 1699043"/>
              <a:gd name="connsiteX224" fmla="*/ 9520814 w 10232859"/>
              <a:gd name="connsiteY224" fmla="*/ 1449827 h 1699043"/>
              <a:gd name="connsiteX225" fmla="*/ 9702271 w 10232859"/>
              <a:gd name="connsiteY225" fmla="*/ 1488553 h 1699043"/>
              <a:gd name="connsiteX226" fmla="*/ 9744273 w 10232859"/>
              <a:gd name="connsiteY226" fmla="*/ 1523512 h 1699043"/>
              <a:gd name="connsiteX227" fmla="*/ 9771903 w 10232859"/>
              <a:gd name="connsiteY227" fmla="*/ 1530034 h 1699043"/>
              <a:gd name="connsiteX228" fmla="*/ 9818565 w 10232859"/>
              <a:gd name="connsiteY228" fmla="*/ 1538545 h 1699043"/>
              <a:gd name="connsiteX229" fmla="*/ 9882202 w 10232859"/>
              <a:gd name="connsiteY229" fmla="*/ 1565888 h 1699043"/>
              <a:gd name="connsiteX230" fmla="*/ 10022025 w 10232859"/>
              <a:gd name="connsiteY230" fmla="*/ 1599696 h 1699043"/>
              <a:gd name="connsiteX231" fmla="*/ 10220406 w 10232859"/>
              <a:gd name="connsiteY231" fmla="*/ 1677005 h 1699043"/>
              <a:gd name="connsiteX232" fmla="*/ 10232859 w 10232859"/>
              <a:gd name="connsiteY232" fmla="*/ 1699043 h 1699043"/>
              <a:gd name="connsiteX233" fmla="*/ 0 w 10232859"/>
              <a:gd name="connsiteY233" fmla="*/ 1699043 h 1699043"/>
              <a:gd name="connsiteX234" fmla="*/ 0 w 10232859"/>
              <a:gd name="connsiteY234" fmla="*/ 21828 h 1699043"/>
              <a:gd name="connsiteX235" fmla="*/ 8097 w 10232859"/>
              <a:gd name="connsiteY235" fmla="*/ 24355 h 1699043"/>
              <a:gd name="connsiteX236" fmla="*/ 77128 w 10232859"/>
              <a:gd name="connsiteY236" fmla="*/ 6867 h 1699043"/>
              <a:gd name="connsiteX237" fmla="*/ 188338 w 10232859"/>
              <a:gd name="connsiteY237" fmla="*/ 5079 h 1699043"/>
              <a:gd name="connsiteX238" fmla="*/ 298809 w 10232859"/>
              <a:gd name="connsiteY238" fmla="*/ 6198 h 1699043"/>
              <a:gd name="connsiteX239" fmla="*/ 338985 w 10232859"/>
              <a:gd name="connsiteY239" fmla="*/ 8006 h 1699043"/>
              <a:gd name="connsiteX240" fmla="*/ 409815 w 10232859"/>
              <a:gd name="connsiteY240" fmla="*/ 5045 h 169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10232859" h="1699043">
                <a:moveTo>
                  <a:pt x="409815" y="5045"/>
                </a:moveTo>
                <a:cubicBezTo>
                  <a:pt x="429370" y="4390"/>
                  <a:pt x="447350" y="1844"/>
                  <a:pt x="456316" y="4077"/>
                </a:cubicBezTo>
                <a:cubicBezTo>
                  <a:pt x="477158" y="7678"/>
                  <a:pt x="444163" y="18056"/>
                  <a:pt x="463611" y="18441"/>
                </a:cubicBezTo>
                <a:cubicBezTo>
                  <a:pt x="482411" y="11619"/>
                  <a:pt x="487072" y="29834"/>
                  <a:pt x="506289" y="21667"/>
                </a:cubicBezTo>
                <a:cubicBezTo>
                  <a:pt x="496843" y="8226"/>
                  <a:pt x="549409" y="22324"/>
                  <a:pt x="547180" y="10297"/>
                </a:cubicBezTo>
                <a:cubicBezTo>
                  <a:pt x="570685" y="26535"/>
                  <a:pt x="573306" y="5039"/>
                  <a:pt x="599180" y="9165"/>
                </a:cubicBezTo>
                <a:cubicBezTo>
                  <a:pt x="612602" y="15098"/>
                  <a:pt x="621179" y="15818"/>
                  <a:pt x="630247" y="8332"/>
                </a:cubicBezTo>
                <a:cubicBezTo>
                  <a:pt x="692592" y="37344"/>
                  <a:pt x="662498" y="8239"/>
                  <a:pt x="715463" y="18029"/>
                </a:cubicBezTo>
                <a:cubicBezTo>
                  <a:pt x="761811" y="28765"/>
                  <a:pt x="812435" y="34762"/>
                  <a:pt x="862866" y="63233"/>
                </a:cubicBezTo>
                <a:cubicBezTo>
                  <a:pt x="873066" y="71493"/>
                  <a:pt x="892555" y="73882"/>
                  <a:pt x="906400" y="68570"/>
                </a:cubicBezTo>
                <a:cubicBezTo>
                  <a:pt x="908782" y="67655"/>
                  <a:pt x="910904" y="66542"/>
                  <a:pt x="912698" y="65266"/>
                </a:cubicBezTo>
                <a:cubicBezTo>
                  <a:pt x="943729" y="85619"/>
                  <a:pt x="957570" y="74516"/>
                  <a:pt x="972936" y="88549"/>
                </a:cubicBezTo>
                <a:cubicBezTo>
                  <a:pt x="1016216" y="93123"/>
                  <a:pt x="1046982" y="78021"/>
                  <a:pt x="1061158" y="90302"/>
                </a:cubicBezTo>
                <a:cubicBezTo>
                  <a:pt x="1082487" y="88877"/>
                  <a:pt x="1108723" y="73289"/>
                  <a:pt x="1127764" y="86443"/>
                </a:cubicBezTo>
                <a:cubicBezTo>
                  <a:pt x="1127604" y="75222"/>
                  <a:pt x="1154212" y="94228"/>
                  <a:pt x="1165092" y="86517"/>
                </a:cubicBezTo>
                <a:cubicBezTo>
                  <a:pt x="1172532" y="79848"/>
                  <a:pt x="1182339" y="84060"/>
                  <a:pt x="1192274" y="84088"/>
                </a:cubicBezTo>
                <a:cubicBezTo>
                  <a:pt x="1203651" y="78585"/>
                  <a:pt x="1248434" y="85441"/>
                  <a:pt x="1261359" y="91263"/>
                </a:cubicBezTo>
                <a:cubicBezTo>
                  <a:pt x="1294377" y="112056"/>
                  <a:pt x="1348832" y="92888"/>
                  <a:pt x="1375826" y="108740"/>
                </a:cubicBezTo>
                <a:cubicBezTo>
                  <a:pt x="1384490" y="110842"/>
                  <a:pt x="1392528" y="111481"/>
                  <a:pt x="1400134" y="111208"/>
                </a:cubicBezTo>
                <a:lnTo>
                  <a:pt x="1420782" y="108347"/>
                </a:lnTo>
                <a:lnTo>
                  <a:pt x="1425360" y="103343"/>
                </a:lnTo>
                <a:lnTo>
                  <a:pt x="1438688" y="103900"/>
                </a:lnTo>
                <a:lnTo>
                  <a:pt x="1442183" y="103008"/>
                </a:lnTo>
                <a:cubicBezTo>
                  <a:pt x="1448852" y="101280"/>
                  <a:pt x="1455482" y="99738"/>
                  <a:pt x="1462271" y="98933"/>
                </a:cubicBezTo>
                <a:cubicBezTo>
                  <a:pt x="1460480" y="123023"/>
                  <a:pt x="1519712" y="96044"/>
                  <a:pt x="1506437" y="116084"/>
                </a:cubicBezTo>
                <a:cubicBezTo>
                  <a:pt x="1543421" y="115842"/>
                  <a:pt x="1521082" y="134981"/>
                  <a:pt x="1559721" y="115918"/>
                </a:cubicBezTo>
                <a:cubicBezTo>
                  <a:pt x="1622424" y="132591"/>
                  <a:pt x="1709577" y="121173"/>
                  <a:pt x="1763086" y="148431"/>
                </a:cubicBezTo>
                <a:cubicBezTo>
                  <a:pt x="1815897" y="152158"/>
                  <a:pt x="1869650" y="152419"/>
                  <a:pt x="1909571" y="158571"/>
                </a:cubicBezTo>
                <a:cubicBezTo>
                  <a:pt x="1944577" y="152584"/>
                  <a:pt x="1963780" y="165894"/>
                  <a:pt x="2002612" y="185342"/>
                </a:cubicBezTo>
                <a:cubicBezTo>
                  <a:pt x="2057542" y="188412"/>
                  <a:pt x="2102353" y="209660"/>
                  <a:pt x="2155278" y="197824"/>
                </a:cubicBezTo>
                <a:cubicBezTo>
                  <a:pt x="2158165" y="201469"/>
                  <a:pt x="2161968" y="204456"/>
                  <a:pt x="2166398" y="206965"/>
                </a:cubicBezTo>
                <a:lnTo>
                  <a:pt x="2180455" y="212894"/>
                </a:lnTo>
                <a:lnTo>
                  <a:pt x="2182638" y="212313"/>
                </a:lnTo>
                <a:cubicBezTo>
                  <a:pt x="2191756" y="211797"/>
                  <a:pt x="2196930" y="213146"/>
                  <a:pt x="2200348" y="215316"/>
                </a:cubicBezTo>
                <a:lnTo>
                  <a:pt x="2203307" y="218590"/>
                </a:lnTo>
                <a:lnTo>
                  <a:pt x="2215170" y="221472"/>
                </a:lnTo>
                <a:lnTo>
                  <a:pt x="2237765" y="229357"/>
                </a:lnTo>
                <a:lnTo>
                  <a:pt x="2242719" y="228760"/>
                </a:lnTo>
                <a:lnTo>
                  <a:pt x="2277928" y="237427"/>
                </a:lnTo>
                <a:lnTo>
                  <a:pt x="2278759" y="236563"/>
                </a:lnTo>
                <a:cubicBezTo>
                  <a:pt x="2281421" y="234823"/>
                  <a:pt x="2284901" y="233911"/>
                  <a:pt x="2290187" y="234709"/>
                </a:cubicBezTo>
                <a:cubicBezTo>
                  <a:pt x="2304405" y="231655"/>
                  <a:pt x="2345628" y="219494"/>
                  <a:pt x="2364066" y="218237"/>
                </a:cubicBezTo>
                <a:cubicBezTo>
                  <a:pt x="2375743" y="221506"/>
                  <a:pt x="2388068" y="224536"/>
                  <a:pt x="2400814" y="227165"/>
                </a:cubicBezTo>
                <a:lnTo>
                  <a:pt x="2408414" y="228429"/>
                </a:lnTo>
                <a:lnTo>
                  <a:pt x="2408650" y="228234"/>
                </a:lnTo>
                <a:cubicBezTo>
                  <a:pt x="2410483" y="228038"/>
                  <a:pt x="2413050" y="228278"/>
                  <a:pt x="2416835" y="229128"/>
                </a:cubicBezTo>
                <a:lnTo>
                  <a:pt x="2422271" y="230733"/>
                </a:lnTo>
                <a:lnTo>
                  <a:pt x="2490341" y="211074"/>
                </a:lnTo>
                <a:cubicBezTo>
                  <a:pt x="2529316" y="208871"/>
                  <a:pt x="2549401" y="191268"/>
                  <a:pt x="2588929" y="200980"/>
                </a:cubicBezTo>
                <a:cubicBezTo>
                  <a:pt x="2625398" y="198847"/>
                  <a:pt x="2654940" y="190424"/>
                  <a:pt x="2687426" y="193848"/>
                </a:cubicBezTo>
                <a:cubicBezTo>
                  <a:pt x="2698335" y="187864"/>
                  <a:pt x="2709521" y="185129"/>
                  <a:pt x="2723517" y="192652"/>
                </a:cubicBezTo>
                <a:cubicBezTo>
                  <a:pt x="2756835" y="188350"/>
                  <a:pt x="2761531" y="176438"/>
                  <a:pt x="2785956" y="184404"/>
                </a:cubicBezTo>
                <a:cubicBezTo>
                  <a:pt x="2799369" y="164864"/>
                  <a:pt x="2802708" y="171921"/>
                  <a:pt x="2813378" y="176833"/>
                </a:cubicBezTo>
                <a:lnTo>
                  <a:pt x="2814782" y="177153"/>
                </a:lnTo>
                <a:lnTo>
                  <a:pt x="2816580" y="174366"/>
                </a:lnTo>
                <a:lnTo>
                  <a:pt x="2821623" y="172875"/>
                </a:lnTo>
                <a:lnTo>
                  <a:pt x="2836688" y="172971"/>
                </a:lnTo>
                <a:lnTo>
                  <a:pt x="2842564" y="173695"/>
                </a:lnTo>
                <a:cubicBezTo>
                  <a:pt x="2846534" y="173937"/>
                  <a:pt x="2849070" y="173769"/>
                  <a:pt x="2850712" y="173290"/>
                </a:cubicBezTo>
                <a:cubicBezTo>
                  <a:pt x="2850757" y="173214"/>
                  <a:pt x="2850801" y="173138"/>
                  <a:pt x="2850846" y="173062"/>
                </a:cubicBezTo>
                <a:lnTo>
                  <a:pt x="2858611" y="173112"/>
                </a:lnTo>
                <a:cubicBezTo>
                  <a:pt x="2871867" y="173694"/>
                  <a:pt x="2884913" y="174736"/>
                  <a:pt x="2897454" y="176114"/>
                </a:cubicBezTo>
                <a:cubicBezTo>
                  <a:pt x="2903755" y="163406"/>
                  <a:pt x="2952342" y="175773"/>
                  <a:pt x="2940369" y="152944"/>
                </a:cubicBezTo>
                <a:cubicBezTo>
                  <a:pt x="2957076" y="154120"/>
                  <a:pt x="2969777" y="163235"/>
                  <a:pt x="2959670" y="148367"/>
                </a:cubicBezTo>
                <a:cubicBezTo>
                  <a:pt x="2965032" y="148320"/>
                  <a:pt x="2967900" y="146880"/>
                  <a:pt x="2969615" y="144755"/>
                </a:cubicBezTo>
                <a:lnTo>
                  <a:pt x="2970000" y="143776"/>
                </a:lnTo>
                <a:lnTo>
                  <a:pt x="3007272" y="146766"/>
                </a:lnTo>
                <a:lnTo>
                  <a:pt x="3011677" y="145404"/>
                </a:lnTo>
                <a:lnTo>
                  <a:pt x="3036668" y="149604"/>
                </a:lnTo>
                <a:lnTo>
                  <a:pt x="3049208" y="150573"/>
                </a:lnTo>
                <a:lnTo>
                  <a:pt x="3053517" y="153322"/>
                </a:lnTo>
                <a:cubicBezTo>
                  <a:pt x="3057746" y="154918"/>
                  <a:pt x="3063258" y="155431"/>
                  <a:pt x="3071637" y="153496"/>
                </a:cubicBezTo>
                <a:lnTo>
                  <a:pt x="3110077" y="149202"/>
                </a:lnTo>
                <a:lnTo>
                  <a:pt x="3173743" y="159581"/>
                </a:lnTo>
                <a:cubicBezTo>
                  <a:pt x="3203872" y="159443"/>
                  <a:pt x="3205720" y="152598"/>
                  <a:pt x="3254203" y="151756"/>
                </a:cubicBezTo>
                <a:cubicBezTo>
                  <a:pt x="3298520" y="170671"/>
                  <a:pt x="3274378" y="179402"/>
                  <a:pt x="3380350" y="151151"/>
                </a:cubicBezTo>
                <a:cubicBezTo>
                  <a:pt x="3433470" y="157383"/>
                  <a:pt x="3409905" y="153931"/>
                  <a:pt x="3476147" y="170925"/>
                </a:cubicBezTo>
                <a:cubicBezTo>
                  <a:pt x="3495624" y="172754"/>
                  <a:pt x="3573433" y="153024"/>
                  <a:pt x="3581876" y="150448"/>
                </a:cubicBezTo>
                <a:cubicBezTo>
                  <a:pt x="3645019" y="168821"/>
                  <a:pt x="3637816" y="143953"/>
                  <a:pt x="3704761" y="150492"/>
                </a:cubicBezTo>
                <a:cubicBezTo>
                  <a:pt x="3732481" y="125722"/>
                  <a:pt x="3720202" y="148011"/>
                  <a:pt x="3755040" y="141978"/>
                </a:cubicBezTo>
                <a:cubicBezTo>
                  <a:pt x="3751742" y="163732"/>
                  <a:pt x="3795265" y="127963"/>
                  <a:pt x="3804689" y="151893"/>
                </a:cubicBezTo>
                <a:cubicBezTo>
                  <a:pt x="3810732" y="150037"/>
                  <a:pt x="3816287" y="147485"/>
                  <a:pt x="3821793" y="144743"/>
                </a:cubicBezTo>
                <a:lnTo>
                  <a:pt x="3824682" y="143319"/>
                </a:lnTo>
                <a:lnTo>
                  <a:pt x="3837536" y="141778"/>
                </a:lnTo>
                <a:lnTo>
                  <a:pt x="3839550" y="136147"/>
                </a:lnTo>
                <a:lnTo>
                  <a:pt x="3857743" y="130104"/>
                </a:lnTo>
                <a:cubicBezTo>
                  <a:pt x="3864805" y="128643"/>
                  <a:pt x="3872697" y="128011"/>
                  <a:pt x="3881852" y="128717"/>
                </a:cubicBezTo>
                <a:cubicBezTo>
                  <a:pt x="3914678" y="140047"/>
                  <a:pt x="3949962" y="139745"/>
                  <a:pt x="3998088" y="127932"/>
                </a:cubicBezTo>
                <a:cubicBezTo>
                  <a:pt x="4012987" y="131622"/>
                  <a:pt x="4058471" y="131332"/>
                  <a:pt x="4066682" y="124147"/>
                </a:cubicBezTo>
                <a:cubicBezTo>
                  <a:pt x="4076084" y="122618"/>
                  <a:pt x="4087294" y="125216"/>
                  <a:pt x="4091246" y="117503"/>
                </a:cubicBezTo>
                <a:cubicBezTo>
                  <a:pt x="4097972" y="108229"/>
                  <a:pt x="4131886" y="122717"/>
                  <a:pt x="4126556" y="111725"/>
                </a:cubicBezTo>
                <a:cubicBezTo>
                  <a:pt x="4150620" y="121653"/>
                  <a:pt x="4168222" y="102239"/>
                  <a:pt x="4187717" y="97496"/>
                </a:cubicBezTo>
                <a:cubicBezTo>
                  <a:pt x="4197248" y="102415"/>
                  <a:pt x="4207541" y="99960"/>
                  <a:pt x="4220826" y="95991"/>
                </a:cubicBezTo>
                <a:lnTo>
                  <a:pt x="4239014" y="90840"/>
                </a:lnTo>
                <a:lnTo>
                  <a:pt x="4246653" y="91360"/>
                </a:lnTo>
                <a:cubicBezTo>
                  <a:pt x="4255895" y="91263"/>
                  <a:pt x="4264334" y="90629"/>
                  <a:pt x="4271841" y="90188"/>
                </a:cubicBezTo>
                <a:lnTo>
                  <a:pt x="4286277" y="90173"/>
                </a:lnTo>
                <a:lnTo>
                  <a:pt x="4292025" y="90407"/>
                </a:lnTo>
                <a:lnTo>
                  <a:pt x="4304713" y="95673"/>
                </a:lnTo>
                <a:lnTo>
                  <a:pt x="4321285" y="93560"/>
                </a:lnTo>
                <a:lnTo>
                  <a:pt x="4339561" y="98806"/>
                </a:lnTo>
                <a:cubicBezTo>
                  <a:pt x="4340668" y="97273"/>
                  <a:pt x="4342159" y="95846"/>
                  <a:pt x="4343990" y="94576"/>
                </a:cubicBezTo>
                <a:lnTo>
                  <a:pt x="4358885" y="90264"/>
                </a:lnTo>
                <a:lnTo>
                  <a:pt x="4371648" y="95312"/>
                </a:lnTo>
                <a:cubicBezTo>
                  <a:pt x="4372251" y="86927"/>
                  <a:pt x="4386448" y="96257"/>
                  <a:pt x="4398380" y="98447"/>
                </a:cubicBezTo>
                <a:lnTo>
                  <a:pt x="4405729" y="97677"/>
                </a:lnTo>
                <a:lnTo>
                  <a:pt x="4431408" y="104311"/>
                </a:lnTo>
                <a:cubicBezTo>
                  <a:pt x="4445462" y="106988"/>
                  <a:pt x="4459011" y="108715"/>
                  <a:pt x="4472183" y="109916"/>
                </a:cubicBezTo>
                <a:lnTo>
                  <a:pt x="4518828" y="112600"/>
                </a:lnTo>
                <a:lnTo>
                  <a:pt x="4532040" y="117793"/>
                </a:lnTo>
                <a:cubicBezTo>
                  <a:pt x="4562193" y="123492"/>
                  <a:pt x="4598554" y="117583"/>
                  <a:pt x="4617778" y="130479"/>
                </a:cubicBezTo>
                <a:cubicBezTo>
                  <a:pt x="4626259" y="133024"/>
                  <a:pt x="4634242" y="134080"/>
                  <a:pt x="4641872" y="134207"/>
                </a:cubicBezTo>
                <a:lnTo>
                  <a:pt x="4662766" y="132438"/>
                </a:lnTo>
                <a:lnTo>
                  <a:pt x="4667770" y="127694"/>
                </a:lnTo>
                <a:lnTo>
                  <a:pt x="4681052" y="128947"/>
                </a:lnTo>
                <a:lnTo>
                  <a:pt x="4684624" y="128241"/>
                </a:lnTo>
                <a:cubicBezTo>
                  <a:pt x="4691441" y="126869"/>
                  <a:pt x="4698205" y="125683"/>
                  <a:pt x="4705061" y="125234"/>
                </a:cubicBezTo>
                <a:cubicBezTo>
                  <a:pt x="4701197" y="149124"/>
                  <a:pt x="4762747" y="125360"/>
                  <a:pt x="4747746" y="144617"/>
                </a:cubicBezTo>
                <a:cubicBezTo>
                  <a:pt x="4784752" y="146312"/>
                  <a:pt x="4823070" y="154053"/>
                  <a:pt x="4867014" y="164145"/>
                </a:cubicBezTo>
                <a:cubicBezTo>
                  <a:pt x="4928279" y="184021"/>
                  <a:pt x="4950439" y="160303"/>
                  <a:pt x="5001600" y="190239"/>
                </a:cubicBezTo>
                <a:cubicBezTo>
                  <a:pt x="5054087" y="196711"/>
                  <a:pt x="5076576" y="177858"/>
                  <a:pt x="5115965" y="186069"/>
                </a:cubicBezTo>
                <a:cubicBezTo>
                  <a:pt x="5141248" y="210877"/>
                  <a:pt x="5145689" y="221876"/>
                  <a:pt x="5193957" y="229364"/>
                </a:cubicBezTo>
                <a:cubicBezTo>
                  <a:pt x="5248620" y="235290"/>
                  <a:pt x="5221967" y="272312"/>
                  <a:pt x="5275907" y="263295"/>
                </a:cubicBezTo>
                <a:cubicBezTo>
                  <a:pt x="5278478" y="267074"/>
                  <a:pt x="5340662" y="273630"/>
                  <a:pt x="5344878" y="276360"/>
                </a:cubicBezTo>
                <a:lnTo>
                  <a:pt x="5413398" y="276235"/>
                </a:lnTo>
                <a:lnTo>
                  <a:pt x="5415629" y="275768"/>
                </a:lnTo>
                <a:cubicBezTo>
                  <a:pt x="5424792" y="275732"/>
                  <a:pt x="5429850" y="277347"/>
                  <a:pt x="5433078" y="279684"/>
                </a:cubicBezTo>
                <a:lnTo>
                  <a:pt x="5435759" y="283100"/>
                </a:lnTo>
                <a:lnTo>
                  <a:pt x="5447372" y="286587"/>
                </a:lnTo>
                <a:lnTo>
                  <a:pt x="5469289" y="295620"/>
                </a:lnTo>
                <a:lnTo>
                  <a:pt x="5508752" y="305753"/>
                </a:lnTo>
                <a:lnTo>
                  <a:pt x="5509657" y="304936"/>
                </a:lnTo>
                <a:cubicBezTo>
                  <a:pt x="5512470" y="303344"/>
                  <a:pt x="5516028" y="302619"/>
                  <a:pt x="5521245" y="303688"/>
                </a:cubicBezTo>
                <a:cubicBezTo>
                  <a:pt x="5535725" y="301391"/>
                  <a:pt x="5577993" y="291441"/>
                  <a:pt x="5596538" y="291153"/>
                </a:cubicBezTo>
                <a:cubicBezTo>
                  <a:pt x="5607932" y="295018"/>
                  <a:pt x="5619996" y="298677"/>
                  <a:pt x="5632514" y="301962"/>
                </a:cubicBezTo>
                <a:lnTo>
                  <a:pt x="5640005" y="303617"/>
                </a:lnTo>
                <a:lnTo>
                  <a:pt x="5640259" y="303435"/>
                </a:lnTo>
                <a:cubicBezTo>
                  <a:pt x="5642108" y="303337"/>
                  <a:pt x="5644653" y="303709"/>
                  <a:pt x="5648365" y="304754"/>
                </a:cubicBezTo>
                <a:lnTo>
                  <a:pt x="5653662" y="306635"/>
                </a:lnTo>
                <a:lnTo>
                  <a:pt x="5668196" y="309846"/>
                </a:lnTo>
                <a:lnTo>
                  <a:pt x="5673886" y="309526"/>
                </a:lnTo>
                <a:lnTo>
                  <a:pt x="5677139" y="307345"/>
                </a:lnTo>
                <a:lnTo>
                  <a:pt x="5708983" y="306674"/>
                </a:lnTo>
                <a:cubicBezTo>
                  <a:pt x="5728308" y="319040"/>
                  <a:pt x="5739318" y="309097"/>
                  <a:pt x="5773909" y="312061"/>
                </a:cubicBezTo>
                <a:cubicBezTo>
                  <a:pt x="5783376" y="321860"/>
                  <a:pt x="5795690" y="321672"/>
                  <a:pt x="5809500" y="318450"/>
                </a:cubicBezTo>
                <a:cubicBezTo>
                  <a:pt x="5839093" y="328324"/>
                  <a:pt x="5872263" y="326728"/>
                  <a:pt x="5908729" y="332335"/>
                </a:cubicBezTo>
                <a:cubicBezTo>
                  <a:pt x="5951727" y="334879"/>
                  <a:pt x="5963099" y="350288"/>
                  <a:pt x="5990524" y="350618"/>
                </a:cubicBezTo>
                <a:cubicBezTo>
                  <a:pt x="5991234" y="376742"/>
                  <a:pt x="6028592" y="335241"/>
                  <a:pt x="6029302" y="361365"/>
                </a:cubicBezTo>
                <a:lnTo>
                  <a:pt x="6086225" y="339621"/>
                </a:lnTo>
                <a:lnTo>
                  <a:pt x="6105063" y="347340"/>
                </a:lnTo>
                <a:cubicBezTo>
                  <a:pt x="6123220" y="350768"/>
                  <a:pt x="6176633" y="357519"/>
                  <a:pt x="6195166" y="360190"/>
                </a:cubicBezTo>
                <a:cubicBezTo>
                  <a:pt x="6208491" y="366896"/>
                  <a:pt x="6210739" y="378331"/>
                  <a:pt x="6216259" y="363365"/>
                </a:cubicBezTo>
                <a:cubicBezTo>
                  <a:pt x="6220943" y="365191"/>
                  <a:pt x="6224807" y="365077"/>
                  <a:pt x="6228331" y="364034"/>
                </a:cubicBezTo>
                <a:lnTo>
                  <a:pt x="6229602" y="363414"/>
                </a:lnTo>
                <a:lnTo>
                  <a:pt x="6258988" y="378660"/>
                </a:lnTo>
                <a:lnTo>
                  <a:pt x="6264106" y="379141"/>
                </a:lnTo>
                <a:lnTo>
                  <a:pt x="6281703" y="391054"/>
                </a:lnTo>
                <a:lnTo>
                  <a:pt x="6291622" y="396155"/>
                </a:lnTo>
                <a:lnTo>
                  <a:pt x="6292712" y="399771"/>
                </a:lnTo>
                <a:cubicBezTo>
                  <a:pt x="6294843" y="402467"/>
                  <a:pt x="6299119" y="404777"/>
                  <a:pt x="6308227" y="406196"/>
                </a:cubicBezTo>
                <a:lnTo>
                  <a:pt x="6328981" y="409495"/>
                </a:lnTo>
                <a:lnTo>
                  <a:pt x="6368693" y="417845"/>
                </a:lnTo>
                <a:cubicBezTo>
                  <a:pt x="6371618" y="421064"/>
                  <a:pt x="6413995" y="448260"/>
                  <a:pt x="6414811" y="452200"/>
                </a:cubicBezTo>
                <a:cubicBezTo>
                  <a:pt x="6472474" y="452324"/>
                  <a:pt x="6416366" y="454044"/>
                  <a:pt x="6467879" y="468248"/>
                </a:cubicBezTo>
                <a:cubicBezTo>
                  <a:pt x="6497136" y="485368"/>
                  <a:pt x="6544744" y="499929"/>
                  <a:pt x="6564351" y="537518"/>
                </a:cubicBezTo>
                <a:cubicBezTo>
                  <a:pt x="6600774" y="544284"/>
                  <a:pt x="6683084" y="572586"/>
                  <a:pt x="6711178" y="573610"/>
                </a:cubicBezTo>
                <a:cubicBezTo>
                  <a:pt x="6726278" y="581783"/>
                  <a:pt x="6766796" y="600843"/>
                  <a:pt x="6764036" y="588943"/>
                </a:cubicBezTo>
                <a:cubicBezTo>
                  <a:pt x="6830367" y="591215"/>
                  <a:pt x="6834546" y="616110"/>
                  <a:pt x="6858983" y="623723"/>
                </a:cubicBezTo>
                <a:cubicBezTo>
                  <a:pt x="6883420" y="631336"/>
                  <a:pt x="6874724" y="627173"/>
                  <a:pt x="6910661" y="634620"/>
                </a:cubicBezTo>
                <a:cubicBezTo>
                  <a:pt x="6886933" y="650238"/>
                  <a:pt x="6958918" y="637790"/>
                  <a:pt x="6944111" y="659502"/>
                </a:cubicBezTo>
                <a:cubicBezTo>
                  <a:pt x="6951121" y="660169"/>
                  <a:pt x="6958378" y="660132"/>
                  <a:pt x="6965771" y="659931"/>
                </a:cubicBezTo>
                <a:lnTo>
                  <a:pt x="6969639" y="659837"/>
                </a:lnTo>
                <a:lnTo>
                  <a:pt x="6982242" y="663112"/>
                </a:lnTo>
                <a:lnTo>
                  <a:pt x="6989387" y="659474"/>
                </a:lnTo>
                <a:lnTo>
                  <a:pt x="7010930" y="661134"/>
                </a:lnTo>
                <a:cubicBezTo>
                  <a:pt x="7018443" y="662461"/>
                  <a:pt x="7025878" y="664712"/>
                  <a:pt x="7033125" y="668436"/>
                </a:cubicBezTo>
                <a:cubicBezTo>
                  <a:pt x="7050655" y="688564"/>
                  <a:pt x="7113778" y="682286"/>
                  <a:pt x="7134461" y="708192"/>
                </a:cubicBezTo>
                <a:cubicBezTo>
                  <a:pt x="7143815" y="716210"/>
                  <a:pt x="7183449" y="731779"/>
                  <a:pt x="7197450" y="729094"/>
                </a:cubicBezTo>
                <a:cubicBezTo>
                  <a:pt x="7207053" y="731180"/>
                  <a:pt x="7214263" y="737074"/>
                  <a:pt x="7225084" y="732505"/>
                </a:cubicBezTo>
                <a:cubicBezTo>
                  <a:pt x="7239802" y="727692"/>
                  <a:pt x="7255247" y="750633"/>
                  <a:pt x="7261183" y="740313"/>
                </a:cubicBezTo>
                <a:cubicBezTo>
                  <a:pt x="7272476" y="756319"/>
                  <a:pt x="7306339" y="747471"/>
                  <a:pt x="7327760" y="750586"/>
                </a:cubicBezTo>
                <a:cubicBezTo>
                  <a:pt x="7334820" y="764783"/>
                  <a:pt x="7372804" y="757321"/>
                  <a:pt x="7412222" y="770487"/>
                </a:cubicBezTo>
                <a:cubicBezTo>
                  <a:pt x="7419482" y="786537"/>
                  <a:pt x="7438908" y="779230"/>
                  <a:pt x="7457904" y="804321"/>
                </a:cubicBezTo>
                <a:cubicBezTo>
                  <a:pt x="7460334" y="803523"/>
                  <a:pt x="7462991" y="802942"/>
                  <a:pt x="7465795" y="802598"/>
                </a:cubicBezTo>
                <a:cubicBezTo>
                  <a:pt x="7482080" y="800599"/>
                  <a:pt x="7499653" y="806831"/>
                  <a:pt x="7505046" y="816517"/>
                </a:cubicBezTo>
                <a:cubicBezTo>
                  <a:pt x="7538417" y="853074"/>
                  <a:pt x="7584173" y="869067"/>
                  <a:pt x="7623220" y="888520"/>
                </a:cubicBezTo>
                <a:cubicBezTo>
                  <a:pt x="7669184" y="908475"/>
                  <a:pt x="7655844" y="875556"/>
                  <a:pt x="7700458" y="915079"/>
                </a:cubicBezTo>
                <a:cubicBezTo>
                  <a:pt x="7713299" y="910096"/>
                  <a:pt x="7721213" y="912537"/>
                  <a:pt x="7730988" y="920756"/>
                </a:cubicBezTo>
                <a:cubicBezTo>
                  <a:pt x="7753798" y="929904"/>
                  <a:pt x="7768001" y="910742"/>
                  <a:pt x="7781942" y="930503"/>
                </a:cubicBezTo>
                <a:cubicBezTo>
                  <a:pt x="7786314" y="919014"/>
                  <a:pt x="7829555" y="942839"/>
                  <a:pt x="7827704" y="928558"/>
                </a:cubicBezTo>
                <a:cubicBezTo>
                  <a:pt x="7849394" y="934107"/>
                  <a:pt x="7886324" y="955931"/>
                  <a:pt x="7912084" y="963800"/>
                </a:cubicBezTo>
                <a:cubicBezTo>
                  <a:pt x="7931225" y="978091"/>
                  <a:pt x="7944890" y="969299"/>
                  <a:pt x="7982264" y="975773"/>
                </a:cubicBezTo>
                <a:lnTo>
                  <a:pt x="7991272" y="981104"/>
                </a:lnTo>
                <a:lnTo>
                  <a:pt x="8079795" y="982983"/>
                </a:lnTo>
                <a:cubicBezTo>
                  <a:pt x="8106396" y="984534"/>
                  <a:pt x="8123279" y="987466"/>
                  <a:pt x="8150881" y="990411"/>
                </a:cubicBezTo>
                <a:cubicBezTo>
                  <a:pt x="8155184" y="995435"/>
                  <a:pt x="8170794" y="995512"/>
                  <a:pt x="8172106" y="990512"/>
                </a:cubicBezTo>
                <a:cubicBezTo>
                  <a:pt x="8178349" y="993790"/>
                  <a:pt x="8190057" y="1007072"/>
                  <a:pt x="8196076" y="1000078"/>
                </a:cubicBezTo>
                <a:cubicBezTo>
                  <a:pt x="8214144" y="1004259"/>
                  <a:pt x="8231408" y="1009730"/>
                  <a:pt x="8247463" y="1016332"/>
                </a:cubicBezTo>
                <a:lnTo>
                  <a:pt x="8279272" y="1032921"/>
                </a:lnTo>
                <a:lnTo>
                  <a:pt x="8289611" y="1028630"/>
                </a:lnTo>
                <a:cubicBezTo>
                  <a:pt x="8296281" y="1026812"/>
                  <a:pt x="8303468" y="1026422"/>
                  <a:pt x="8311483" y="1029399"/>
                </a:cubicBezTo>
                <a:cubicBezTo>
                  <a:pt x="8353073" y="1061234"/>
                  <a:pt x="8320764" y="1016490"/>
                  <a:pt x="8399489" y="1048562"/>
                </a:cubicBezTo>
                <a:cubicBezTo>
                  <a:pt x="8402160" y="1052480"/>
                  <a:pt x="8414285" y="1053290"/>
                  <a:pt x="8415973" y="1049660"/>
                </a:cubicBezTo>
                <a:cubicBezTo>
                  <a:pt x="8420389" y="1052382"/>
                  <a:pt x="8427708" y="1062757"/>
                  <a:pt x="8433326" y="1057881"/>
                </a:cubicBezTo>
                <a:cubicBezTo>
                  <a:pt x="8460295" y="1065796"/>
                  <a:pt x="8484063" y="1077374"/>
                  <a:pt x="8502328" y="1091498"/>
                </a:cubicBezTo>
                <a:cubicBezTo>
                  <a:pt x="8531547" y="1095185"/>
                  <a:pt x="8534164" y="1100958"/>
                  <a:pt x="8534346" y="1106980"/>
                </a:cubicBezTo>
                <a:cubicBezTo>
                  <a:pt x="8534557" y="1108274"/>
                  <a:pt x="8534769" y="1109567"/>
                  <a:pt x="8534980" y="1110861"/>
                </a:cubicBezTo>
                <a:lnTo>
                  <a:pt x="8544104" y="1108406"/>
                </a:lnTo>
                <a:cubicBezTo>
                  <a:pt x="8553358" y="1107980"/>
                  <a:pt x="8560970" y="1111788"/>
                  <a:pt x="8567742" y="1117590"/>
                </a:cubicBezTo>
                <a:lnTo>
                  <a:pt x="8633779" y="1139226"/>
                </a:lnTo>
                <a:cubicBezTo>
                  <a:pt x="8631667" y="1160202"/>
                  <a:pt x="8667456" y="1147793"/>
                  <a:pt x="8676965" y="1156949"/>
                </a:cubicBezTo>
                <a:cubicBezTo>
                  <a:pt x="8686287" y="1153629"/>
                  <a:pt x="8693306" y="1154163"/>
                  <a:pt x="8698944" y="1156939"/>
                </a:cubicBezTo>
                <a:lnTo>
                  <a:pt x="8751897" y="1190886"/>
                </a:lnTo>
                <a:cubicBezTo>
                  <a:pt x="8774451" y="1199167"/>
                  <a:pt x="8817274" y="1202653"/>
                  <a:pt x="8834270" y="1206624"/>
                </a:cubicBezTo>
                <a:lnTo>
                  <a:pt x="8853872" y="1214714"/>
                </a:lnTo>
                <a:lnTo>
                  <a:pt x="8861901" y="1211375"/>
                </a:lnTo>
                <a:lnTo>
                  <a:pt x="8874168" y="1213967"/>
                </a:lnTo>
                <a:lnTo>
                  <a:pt x="8871123" y="1221160"/>
                </a:lnTo>
                <a:lnTo>
                  <a:pt x="8903537" y="1230588"/>
                </a:lnTo>
                <a:cubicBezTo>
                  <a:pt x="8927391" y="1238223"/>
                  <a:pt x="8944740" y="1247326"/>
                  <a:pt x="8933767" y="1263368"/>
                </a:cubicBezTo>
                <a:cubicBezTo>
                  <a:pt x="8934120" y="1285491"/>
                  <a:pt x="8996547" y="1266466"/>
                  <a:pt x="8985765" y="1287664"/>
                </a:cubicBezTo>
                <a:cubicBezTo>
                  <a:pt x="9013243" y="1278923"/>
                  <a:pt x="9037732" y="1309948"/>
                  <a:pt x="9071444" y="1317305"/>
                </a:cubicBezTo>
                <a:cubicBezTo>
                  <a:pt x="9072853" y="1328357"/>
                  <a:pt x="9080775" y="1329726"/>
                  <a:pt x="9096711" y="1327777"/>
                </a:cubicBezTo>
                <a:cubicBezTo>
                  <a:pt x="9206252" y="1348526"/>
                  <a:pt x="9301825" y="1489393"/>
                  <a:pt x="9338853" y="1448046"/>
                </a:cubicBezTo>
                <a:cubicBezTo>
                  <a:pt x="9364628" y="1453029"/>
                  <a:pt x="9440704" y="1458325"/>
                  <a:pt x="9520814" y="1449827"/>
                </a:cubicBezTo>
                <a:cubicBezTo>
                  <a:pt x="9536849" y="1478455"/>
                  <a:pt x="9672877" y="1480312"/>
                  <a:pt x="9702271" y="1488553"/>
                </a:cubicBezTo>
                <a:cubicBezTo>
                  <a:pt x="9702279" y="1504784"/>
                  <a:pt x="9757099" y="1502097"/>
                  <a:pt x="9744273" y="1523512"/>
                </a:cubicBezTo>
                <a:cubicBezTo>
                  <a:pt x="9746944" y="1534160"/>
                  <a:pt x="9761818" y="1537070"/>
                  <a:pt x="9771903" y="1530034"/>
                </a:cubicBezTo>
                <a:cubicBezTo>
                  <a:pt x="9788959" y="1535562"/>
                  <a:pt x="9795727" y="1548881"/>
                  <a:pt x="9818565" y="1538545"/>
                </a:cubicBezTo>
                <a:cubicBezTo>
                  <a:pt x="9842216" y="1545630"/>
                  <a:pt x="9854597" y="1583514"/>
                  <a:pt x="9882202" y="1565888"/>
                </a:cubicBezTo>
                <a:cubicBezTo>
                  <a:pt x="9890497" y="1603508"/>
                  <a:pt x="9975093" y="1584109"/>
                  <a:pt x="10022025" y="1599696"/>
                </a:cubicBezTo>
                <a:cubicBezTo>
                  <a:pt x="10087599" y="1644100"/>
                  <a:pt x="10182002" y="1632879"/>
                  <a:pt x="10220406" y="1677005"/>
                </a:cubicBezTo>
                <a:lnTo>
                  <a:pt x="10232859" y="1699043"/>
                </a:lnTo>
                <a:lnTo>
                  <a:pt x="0" y="1699043"/>
                </a:lnTo>
                <a:lnTo>
                  <a:pt x="0" y="21828"/>
                </a:lnTo>
                <a:lnTo>
                  <a:pt x="8097" y="24355"/>
                </a:lnTo>
                <a:cubicBezTo>
                  <a:pt x="43947" y="29235"/>
                  <a:pt x="34752" y="21899"/>
                  <a:pt x="77128" y="6867"/>
                </a:cubicBezTo>
                <a:cubicBezTo>
                  <a:pt x="120709" y="7920"/>
                  <a:pt x="146704" y="-7760"/>
                  <a:pt x="188338" y="5079"/>
                </a:cubicBezTo>
                <a:cubicBezTo>
                  <a:pt x="229133" y="5993"/>
                  <a:pt x="263614" y="138"/>
                  <a:pt x="298809" y="6198"/>
                </a:cubicBezTo>
                <a:cubicBezTo>
                  <a:pt x="312163" y="1206"/>
                  <a:pt x="325122" y="-563"/>
                  <a:pt x="338985" y="8006"/>
                </a:cubicBezTo>
                <a:cubicBezTo>
                  <a:pt x="376758" y="6523"/>
                  <a:pt x="384512" y="-4822"/>
                  <a:pt x="409815" y="5045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2BE08D-2E74-F3FC-6B57-3C157638B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482" y="5910583"/>
            <a:ext cx="6970985" cy="667638"/>
          </a:xfrm>
        </p:spPr>
        <p:txBody>
          <a:bodyPr anchor="t">
            <a:normAutofit/>
          </a:bodyPr>
          <a:lstStyle/>
          <a:p>
            <a:pPr algn="l"/>
            <a:r>
              <a:rPr lang="en-US" b="1">
                <a:ea typeface="Batang"/>
              </a:rPr>
              <a:t>Data: Visualized</a:t>
            </a:r>
            <a:endParaRPr lang="en-US">
              <a:ea typeface="Batang"/>
            </a:endParaRPr>
          </a:p>
          <a:p>
            <a:pPr algn="l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9FAD5-435D-BAF2-89A5-E039D8A07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482" y="5481214"/>
            <a:ext cx="5553331" cy="4293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>
                <a:ea typeface="+mn-lt"/>
                <a:cs typeface="+mn-lt"/>
              </a:rPr>
              <a:t>Analyzing Trends in AI usage and Sentiment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39482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B24796A-C1F6-4B21-B963-70E55A144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82342"/>
          </a:xfrm>
          <a:custGeom>
            <a:avLst/>
            <a:gdLst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467374 w 12192000"/>
              <a:gd name="connsiteY53" fmla="*/ 1959575 h 3482342"/>
              <a:gd name="connsiteX54" fmla="*/ 8447067 w 12192000"/>
              <a:gd name="connsiteY54" fmla="*/ 1949706 h 3482342"/>
              <a:gd name="connsiteX55" fmla="*/ 8426060 w 12192000"/>
              <a:gd name="connsiteY55" fmla="*/ 1947126 h 3482342"/>
              <a:gd name="connsiteX56" fmla="*/ 8424042 w 12192000"/>
              <a:gd name="connsiteY56" fmla="*/ 1949367 h 3482342"/>
              <a:gd name="connsiteX57" fmla="*/ 8401276 w 12192000"/>
              <a:gd name="connsiteY57" fmla="*/ 1953968 h 3482342"/>
              <a:gd name="connsiteX58" fmla="*/ 8294129 w 12192000"/>
              <a:gd name="connsiteY58" fmla="*/ 1958387 h 3482342"/>
              <a:gd name="connsiteX59" fmla="*/ 8293892 w 12192000"/>
              <a:gd name="connsiteY59" fmla="*/ 1960370 h 3482342"/>
              <a:gd name="connsiteX60" fmla="*/ 8288078 w 12192000"/>
              <a:gd name="connsiteY60" fmla="*/ 1965222 h 3482342"/>
              <a:gd name="connsiteX61" fmla="*/ 8248914 w 12192000"/>
              <a:gd name="connsiteY61" fmla="*/ 1954175 h 3482342"/>
              <a:gd name="connsiteX62" fmla="*/ 8132104 w 12192000"/>
              <a:gd name="connsiteY62" fmla="*/ 1895727 h 3482342"/>
              <a:gd name="connsiteX63" fmla="*/ 7918078 w 12192000"/>
              <a:gd name="connsiteY63" fmla="*/ 1862668 h 3482342"/>
              <a:gd name="connsiteX64" fmla="*/ 7817899 w 12192000"/>
              <a:gd name="connsiteY64" fmla="*/ 1862176 h 3482342"/>
              <a:gd name="connsiteX65" fmla="*/ 7768994 w 12192000"/>
              <a:gd name="connsiteY65" fmla="*/ 1855721 h 3482342"/>
              <a:gd name="connsiteX66" fmla="*/ 7618027 w 12192000"/>
              <a:gd name="connsiteY66" fmla="*/ 1830959 h 3482342"/>
              <a:gd name="connsiteX67" fmla="*/ 7449425 w 12192000"/>
              <a:gd name="connsiteY67" fmla="*/ 1810910 h 3482342"/>
              <a:gd name="connsiteX68" fmla="*/ 7342915 w 12192000"/>
              <a:gd name="connsiteY68" fmla="*/ 1819827 h 3482342"/>
              <a:gd name="connsiteX69" fmla="*/ 7255191 w 12192000"/>
              <a:gd name="connsiteY69" fmla="*/ 1834354 h 3482342"/>
              <a:gd name="connsiteX70" fmla="*/ 7131205 w 12192000"/>
              <a:gd name="connsiteY70" fmla="*/ 1845557 h 3482342"/>
              <a:gd name="connsiteX71" fmla="*/ 6917124 w 12192000"/>
              <a:gd name="connsiteY71" fmla="*/ 1837109 h 3482342"/>
              <a:gd name="connsiteX72" fmla="*/ 6837145 w 12192000"/>
              <a:gd name="connsiteY72" fmla="*/ 1870724 h 3482342"/>
              <a:gd name="connsiteX73" fmla="*/ 6753991 w 12192000"/>
              <a:gd name="connsiteY73" fmla="*/ 1860969 h 3482342"/>
              <a:gd name="connsiteX74" fmla="*/ 6727754 w 12192000"/>
              <a:gd name="connsiteY74" fmla="*/ 1882372 h 3482342"/>
              <a:gd name="connsiteX75" fmla="*/ 6723371 w 12192000"/>
              <a:gd name="connsiteY75" fmla="*/ 1886494 h 3482342"/>
              <a:gd name="connsiteX76" fmla="*/ 6702779 w 12192000"/>
              <a:gd name="connsiteY76" fmla="*/ 1893601 h 3482342"/>
              <a:gd name="connsiteX77" fmla="*/ 6700779 w 12192000"/>
              <a:gd name="connsiteY77" fmla="*/ 1907344 h 3482342"/>
              <a:gd name="connsiteX78" fmla="*/ 6672513 w 12192000"/>
              <a:gd name="connsiteY78" fmla="*/ 1926452 h 3482342"/>
              <a:gd name="connsiteX79" fmla="*/ 6633549 w 12192000"/>
              <a:gd name="connsiteY79" fmla="*/ 1936255 h 3482342"/>
              <a:gd name="connsiteX80" fmla="*/ 6444344 w 12192000"/>
              <a:gd name="connsiteY80" fmla="*/ 1969663 h 3482342"/>
              <a:gd name="connsiteX81" fmla="*/ 6333446 w 12192000"/>
              <a:gd name="connsiteY81" fmla="*/ 1997163 h 3482342"/>
              <a:gd name="connsiteX82" fmla="*/ 6294933 w 12192000"/>
              <a:gd name="connsiteY82" fmla="*/ 2019412 h 3482342"/>
              <a:gd name="connsiteX83" fmla="*/ 6238719 w 12192000"/>
              <a:gd name="connsiteY83" fmla="*/ 2042547 h 3482342"/>
              <a:gd name="connsiteX84" fmla="*/ 6142310 w 12192000"/>
              <a:gd name="connsiteY84" fmla="*/ 2092510 h 3482342"/>
              <a:gd name="connsiteX85" fmla="*/ 6007916 w 12192000"/>
              <a:gd name="connsiteY85" fmla="*/ 2143752 h 3482342"/>
              <a:gd name="connsiteX86" fmla="*/ 5894610 w 12192000"/>
              <a:gd name="connsiteY86" fmla="*/ 2130684 h 3482342"/>
              <a:gd name="connsiteX87" fmla="*/ 5817682 w 12192000"/>
              <a:gd name="connsiteY87" fmla="*/ 2157358 h 3482342"/>
              <a:gd name="connsiteX88" fmla="*/ 5591469 w 12192000"/>
              <a:gd name="connsiteY88" fmla="*/ 2178389 h 3482342"/>
              <a:gd name="connsiteX89" fmla="*/ 5414282 w 12192000"/>
              <a:gd name="connsiteY89" fmla="*/ 2183070 h 3482342"/>
              <a:gd name="connsiteX90" fmla="*/ 5368369 w 12192000"/>
              <a:gd name="connsiteY90" fmla="*/ 2204272 h 3482342"/>
              <a:gd name="connsiteX91" fmla="*/ 5291263 w 12192000"/>
              <a:gd name="connsiteY91" fmla="*/ 2239182 h 3482342"/>
              <a:gd name="connsiteX92" fmla="*/ 5240857 w 12192000"/>
              <a:gd name="connsiteY92" fmla="*/ 2289444 h 3482342"/>
              <a:gd name="connsiteX93" fmla="*/ 5173523 w 12192000"/>
              <a:gd name="connsiteY93" fmla="*/ 2309057 h 3482342"/>
              <a:gd name="connsiteX94" fmla="*/ 5148543 w 12192000"/>
              <a:gd name="connsiteY94" fmla="*/ 2282356 h 3482342"/>
              <a:gd name="connsiteX95" fmla="*/ 5079548 w 12192000"/>
              <a:gd name="connsiteY95" fmla="*/ 2313485 h 3482342"/>
              <a:gd name="connsiteX96" fmla="*/ 4975908 w 12192000"/>
              <a:gd name="connsiteY96" fmla="*/ 2364128 h 3482342"/>
              <a:gd name="connsiteX97" fmla="*/ 4913723 w 12192000"/>
              <a:gd name="connsiteY97" fmla="*/ 2385265 h 3482342"/>
              <a:gd name="connsiteX98" fmla="*/ 4746485 w 12192000"/>
              <a:gd name="connsiteY98" fmla="*/ 2451769 h 3482342"/>
              <a:gd name="connsiteX99" fmla="*/ 4681588 w 12192000"/>
              <a:gd name="connsiteY99" fmla="*/ 2467494 h 3482342"/>
              <a:gd name="connsiteX100" fmla="*/ 1783655 w 12192000"/>
              <a:gd name="connsiteY100" fmla="*/ 3163860 h 3482342"/>
              <a:gd name="connsiteX101" fmla="*/ 1325955 w 12192000"/>
              <a:gd name="connsiteY101" fmla="*/ 3176692 h 3482342"/>
              <a:gd name="connsiteX102" fmla="*/ 1190384 w 12192000"/>
              <a:gd name="connsiteY102" fmla="*/ 3203504 h 3482342"/>
              <a:gd name="connsiteX103" fmla="*/ 1094537 w 12192000"/>
              <a:gd name="connsiteY103" fmla="*/ 3229469 h 3482342"/>
              <a:gd name="connsiteX104" fmla="*/ 779276 w 12192000"/>
              <a:gd name="connsiteY104" fmla="*/ 3327290 h 3482342"/>
              <a:gd name="connsiteX105" fmla="*/ 600378 w 12192000"/>
              <a:gd name="connsiteY105" fmla="*/ 3335250 h 3482342"/>
              <a:gd name="connsiteX106" fmla="*/ 493457 w 12192000"/>
              <a:gd name="connsiteY106" fmla="*/ 3365044 h 3482342"/>
              <a:gd name="connsiteX107" fmla="*/ 349402 w 12192000"/>
              <a:gd name="connsiteY107" fmla="*/ 3380897 h 3482342"/>
              <a:gd name="connsiteX108" fmla="*/ 192183 w 12192000"/>
              <a:gd name="connsiteY108" fmla="*/ 3460075 h 3482342"/>
              <a:gd name="connsiteX109" fmla="*/ 46713 w 12192000"/>
              <a:gd name="connsiteY109" fmla="*/ 3462986 h 3482342"/>
              <a:gd name="connsiteX110" fmla="*/ 2765 w 12192000"/>
              <a:gd name="connsiteY110" fmla="*/ 3480770 h 3482342"/>
              <a:gd name="connsiteX111" fmla="*/ 0 w 12192000"/>
              <a:gd name="connsiteY111" fmla="*/ 3482342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47067 w 12192000"/>
              <a:gd name="connsiteY54" fmla="*/ 1949706 h 3482342"/>
              <a:gd name="connsiteX55" fmla="*/ 8426060 w 12192000"/>
              <a:gd name="connsiteY55" fmla="*/ 1947126 h 3482342"/>
              <a:gd name="connsiteX56" fmla="*/ 8424042 w 12192000"/>
              <a:gd name="connsiteY56" fmla="*/ 1949367 h 3482342"/>
              <a:gd name="connsiteX57" fmla="*/ 8401276 w 12192000"/>
              <a:gd name="connsiteY57" fmla="*/ 1953968 h 3482342"/>
              <a:gd name="connsiteX58" fmla="*/ 8294129 w 12192000"/>
              <a:gd name="connsiteY58" fmla="*/ 1958387 h 3482342"/>
              <a:gd name="connsiteX59" fmla="*/ 8293892 w 12192000"/>
              <a:gd name="connsiteY59" fmla="*/ 1960370 h 3482342"/>
              <a:gd name="connsiteX60" fmla="*/ 8288078 w 12192000"/>
              <a:gd name="connsiteY60" fmla="*/ 1965222 h 3482342"/>
              <a:gd name="connsiteX61" fmla="*/ 8248914 w 12192000"/>
              <a:gd name="connsiteY61" fmla="*/ 1954175 h 3482342"/>
              <a:gd name="connsiteX62" fmla="*/ 8132104 w 12192000"/>
              <a:gd name="connsiteY62" fmla="*/ 1895727 h 3482342"/>
              <a:gd name="connsiteX63" fmla="*/ 7918078 w 12192000"/>
              <a:gd name="connsiteY63" fmla="*/ 1862668 h 3482342"/>
              <a:gd name="connsiteX64" fmla="*/ 7817899 w 12192000"/>
              <a:gd name="connsiteY64" fmla="*/ 1862176 h 3482342"/>
              <a:gd name="connsiteX65" fmla="*/ 7768994 w 12192000"/>
              <a:gd name="connsiteY65" fmla="*/ 1855721 h 3482342"/>
              <a:gd name="connsiteX66" fmla="*/ 7618027 w 12192000"/>
              <a:gd name="connsiteY66" fmla="*/ 1830959 h 3482342"/>
              <a:gd name="connsiteX67" fmla="*/ 7449425 w 12192000"/>
              <a:gd name="connsiteY67" fmla="*/ 1810910 h 3482342"/>
              <a:gd name="connsiteX68" fmla="*/ 7342915 w 12192000"/>
              <a:gd name="connsiteY68" fmla="*/ 1819827 h 3482342"/>
              <a:gd name="connsiteX69" fmla="*/ 7255191 w 12192000"/>
              <a:gd name="connsiteY69" fmla="*/ 1834354 h 3482342"/>
              <a:gd name="connsiteX70" fmla="*/ 7131205 w 12192000"/>
              <a:gd name="connsiteY70" fmla="*/ 1845557 h 3482342"/>
              <a:gd name="connsiteX71" fmla="*/ 6917124 w 12192000"/>
              <a:gd name="connsiteY71" fmla="*/ 1837109 h 3482342"/>
              <a:gd name="connsiteX72" fmla="*/ 6837145 w 12192000"/>
              <a:gd name="connsiteY72" fmla="*/ 1870724 h 3482342"/>
              <a:gd name="connsiteX73" fmla="*/ 6753991 w 12192000"/>
              <a:gd name="connsiteY73" fmla="*/ 1860969 h 3482342"/>
              <a:gd name="connsiteX74" fmla="*/ 6727754 w 12192000"/>
              <a:gd name="connsiteY74" fmla="*/ 1882372 h 3482342"/>
              <a:gd name="connsiteX75" fmla="*/ 6723371 w 12192000"/>
              <a:gd name="connsiteY75" fmla="*/ 1886494 h 3482342"/>
              <a:gd name="connsiteX76" fmla="*/ 6702779 w 12192000"/>
              <a:gd name="connsiteY76" fmla="*/ 1893601 h 3482342"/>
              <a:gd name="connsiteX77" fmla="*/ 6700779 w 12192000"/>
              <a:gd name="connsiteY77" fmla="*/ 1907344 h 3482342"/>
              <a:gd name="connsiteX78" fmla="*/ 6672513 w 12192000"/>
              <a:gd name="connsiteY78" fmla="*/ 1926452 h 3482342"/>
              <a:gd name="connsiteX79" fmla="*/ 6633549 w 12192000"/>
              <a:gd name="connsiteY79" fmla="*/ 1936255 h 3482342"/>
              <a:gd name="connsiteX80" fmla="*/ 6444344 w 12192000"/>
              <a:gd name="connsiteY80" fmla="*/ 1969663 h 3482342"/>
              <a:gd name="connsiteX81" fmla="*/ 6333446 w 12192000"/>
              <a:gd name="connsiteY81" fmla="*/ 1997163 h 3482342"/>
              <a:gd name="connsiteX82" fmla="*/ 6294933 w 12192000"/>
              <a:gd name="connsiteY82" fmla="*/ 2019412 h 3482342"/>
              <a:gd name="connsiteX83" fmla="*/ 6238719 w 12192000"/>
              <a:gd name="connsiteY83" fmla="*/ 2042547 h 3482342"/>
              <a:gd name="connsiteX84" fmla="*/ 6142310 w 12192000"/>
              <a:gd name="connsiteY84" fmla="*/ 2092510 h 3482342"/>
              <a:gd name="connsiteX85" fmla="*/ 6007916 w 12192000"/>
              <a:gd name="connsiteY85" fmla="*/ 2143752 h 3482342"/>
              <a:gd name="connsiteX86" fmla="*/ 5894610 w 12192000"/>
              <a:gd name="connsiteY86" fmla="*/ 2130684 h 3482342"/>
              <a:gd name="connsiteX87" fmla="*/ 5817682 w 12192000"/>
              <a:gd name="connsiteY87" fmla="*/ 2157358 h 3482342"/>
              <a:gd name="connsiteX88" fmla="*/ 5591469 w 12192000"/>
              <a:gd name="connsiteY88" fmla="*/ 2178389 h 3482342"/>
              <a:gd name="connsiteX89" fmla="*/ 5414282 w 12192000"/>
              <a:gd name="connsiteY89" fmla="*/ 2183070 h 3482342"/>
              <a:gd name="connsiteX90" fmla="*/ 5368369 w 12192000"/>
              <a:gd name="connsiteY90" fmla="*/ 2204272 h 3482342"/>
              <a:gd name="connsiteX91" fmla="*/ 5291263 w 12192000"/>
              <a:gd name="connsiteY91" fmla="*/ 2239182 h 3482342"/>
              <a:gd name="connsiteX92" fmla="*/ 5240857 w 12192000"/>
              <a:gd name="connsiteY92" fmla="*/ 2289444 h 3482342"/>
              <a:gd name="connsiteX93" fmla="*/ 5173523 w 12192000"/>
              <a:gd name="connsiteY93" fmla="*/ 2309057 h 3482342"/>
              <a:gd name="connsiteX94" fmla="*/ 5148543 w 12192000"/>
              <a:gd name="connsiteY94" fmla="*/ 2282356 h 3482342"/>
              <a:gd name="connsiteX95" fmla="*/ 5079548 w 12192000"/>
              <a:gd name="connsiteY95" fmla="*/ 2313485 h 3482342"/>
              <a:gd name="connsiteX96" fmla="*/ 4975908 w 12192000"/>
              <a:gd name="connsiteY96" fmla="*/ 2364128 h 3482342"/>
              <a:gd name="connsiteX97" fmla="*/ 4913723 w 12192000"/>
              <a:gd name="connsiteY97" fmla="*/ 2385265 h 3482342"/>
              <a:gd name="connsiteX98" fmla="*/ 4746485 w 12192000"/>
              <a:gd name="connsiteY98" fmla="*/ 2451769 h 3482342"/>
              <a:gd name="connsiteX99" fmla="*/ 4681588 w 12192000"/>
              <a:gd name="connsiteY99" fmla="*/ 2467494 h 3482342"/>
              <a:gd name="connsiteX100" fmla="*/ 1783655 w 12192000"/>
              <a:gd name="connsiteY100" fmla="*/ 3163860 h 3482342"/>
              <a:gd name="connsiteX101" fmla="*/ 1325955 w 12192000"/>
              <a:gd name="connsiteY101" fmla="*/ 3176692 h 3482342"/>
              <a:gd name="connsiteX102" fmla="*/ 1190384 w 12192000"/>
              <a:gd name="connsiteY102" fmla="*/ 3203504 h 3482342"/>
              <a:gd name="connsiteX103" fmla="*/ 1094537 w 12192000"/>
              <a:gd name="connsiteY103" fmla="*/ 3229469 h 3482342"/>
              <a:gd name="connsiteX104" fmla="*/ 779276 w 12192000"/>
              <a:gd name="connsiteY104" fmla="*/ 3327290 h 3482342"/>
              <a:gd name="connsiteX105" fmla="*/ 600378 w 12192000"/>
              <a:gd name="connsiteY105" fmla="*/ 3335250 h 3482342"/>
              <a:gd name="connsiteX106" fmla="*/ 493457 w 12192000"/>
              <a:gd name="connsiteY106" fmla="*/ 3365044 h 3482342"/>
              <a:gd name="connsiteX107" fmla="*/ 349402 w 12192000"/>
              <a:gd name="connsiteY107" fmla="*/ 3380897 h 3482342"/>
              <a:gd name="connsiteX108" fmla="*/ 192183 w 12192000"/>
              <a:gd name="connsiteY108" fmla="*/ 3460075 h 3482342"/>
              <a:gd name="connsiteX109" fmla="*/ 46713 w 12192000"/>
              <a:gd name="connsiteY109" fmla="*/ 3462986 h 3482342"/>
              <a:gd name="connsiteX110" fmla="*/ 2765 w 12192000"/>
              <a:gd name="connsiteY110" fmla="*/ 3480770 h 3482342"/>
              <a:gd name="connsiteX111" fmla="*/ 0 w 12192000"/>
              <a:gd name="connsiteY111" fmla="*/ 3482342 h 3482342"/>
              <a:gd name="connsiteX112" fmla="*/ 0 w 12192000"/>
              <a:gd name="connsiteY112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24042 w 12192000"/>
              <a:gd name="connsiteY55" fmla="*/ 1949367 h 3482342"/>
              <a:gd name="connsiteX56" fmla="*/ 8401276 w 12192000"/>
              <a:gd name="connsiteY56" fmla="*/ 1953968 h 3482342"/>
              <a:gd name="connsiteX57" fmla="*/ 8294129 w 12192000"/>
              <a:gd name="connsiteY57" fmla="*/ 1958387 h 3482342"/>
              <a:gd name="connsiteX58" fmla="*/ 8293892 w 12192000"/>
              <a:gd name="connsiteY58" fmla="*/ 1960370 h 3482342"/>
              <a:gd name="connsiteX59" fmla="*/ 8288078 w 12192000"/>
              <a:gd name="connsiteY59" fmla="*/ 1965222 h 3482342"/>
              <a:gd name="connsiteX60" fmla="*/ 8248914 w 12192000"/>
              <a:gd name="connsiteY60" fmla="*/ 1954175 h 3482342"/>
              <a:gd name="connsiteX61" fmla="*/ 8132104 w 12192000"/>
              <a:gd name="connsiteY61" fmla="*/ 1895727 h 3482342"/>
              <a:gd name="connsiteX62" fmla="*/ 7918078 w 12192000"/>
              <a:gd name="connsiteY62" fmla="*/ 1862668 h 3482342"/>
              <a:gd name="connsiteX63" fmla="*/ 7817899 w 12192000"/>
              <a:gd name="connsiteY63" fmla="*/ 1862176 h 3482342"/>
              <a:gd name="connsiteX64" fmla="*/ 7768994 w 12192000"/>
              <a:gd name="connsiteY64" fmla="*/ 1855721 h 3482342"/>
              <a:gd name="connsiteX65" fmla="*/ 7618027 w 12192000"/>
              <a:gd name="connsiteY65" fmla="*/ 1830959 h 3482342"/>
              <a:gd name="connsiteX66" fmla="*/ 7449425 w 12192000"/>
              <a:gd name="connsiteY66" fmla="*/ 1810910 h 3482342"/>
              <a:gd name="connsiteX67" fmla="*/ 7342915 w 12192000"/>
              <a:gd name="connsiteY67" fmla="*/ 1819827 h 3482342"/>
              <a:gd name="connsiteX68" fmla="*/ 7255191 w 12192000"/>
              <a:gd name="connsiteY68" fmla="*/ 1834354 h 3482342"/>
              <a:gd name="connsiteX69" fmla="*/ 7131205 w 12192000"/>
              <a:gd name="connsiteY69" fmla="*/ 1845557 h 3482342"/>
              <a:gd name="connsiteX70" fmla="*/ 6917124 w 12192000"/>
              <a:gd name="connsiteY70" fmla="*/ 1837109 h 3482342"/>
              <a:gd name="connsiteX71" fmla="*/ 6837145 w 12192000"/>
              <a:gd name="connsiteY71" fmla="*/ 1870724 h 3482342"/>
              <a:gd name="connsiteX72" fmla="*/ 6753991 w 12192000"/>
              <a:gd name="connsiteY72" fmla="*/ 1860969 h 3482342"/>
              <a:gd name="connsiteX73" fmla="*/ 6727754 w 12192000"/>
              <a:gd name="connsiteY73" fmla="*/ 1882372 h 3482342"/>
              <a:gd name="connsiteX74" fmla="*/ 6723371 w 12192000"/>
              <a:gd name="connsiteY74" fmla="*/ 1886494 h 3482342"/>
              <a:gd name="connsiteX75" fmla="*/ 6702779 w 12192000"/>
              <a:gd name="connsiteY75" fmla="*/ 1893601 h 3482342"/>
              <a:gd name="connsiteX76" fmla="*/ 6700779 w 12192000"/>
              <a:gd name="connsiteY76" fmla="*/ 1907344 h 3482342"/>
              <a:gd name="connsiteX77" fmla="*/ 6672513 w 12192000"/>
              <a:gd name="connsiteY77" fmla="*/ 1926452 h 3482342"/>
              <a:gd name="connsiteX78" fmla="*/ 6633549 w 12192000"/>
              <a:gd name="connsiteY78" fmla="*/ 1936255 h 3482342"/>
              <a:gd name="connsiteX79" fmla="*/ 6444344 w 12192000"/>
              <a:gd name="connsiteY79" fmla="*/ 1969663 h 3482342"/>
              <a:gd name="connsiteX80" fmla="*/ 6333446 w 12192000"/>
              <a:gd name="connsiteY80" fmla="*/ 1997163 h 3482342"/>
              <a:gd name="connsiteX81" fmla="*/ 6294933 w 12192000"/>
              <a:gd name="connsiteY81" fmla="*/ 2019412 h 3482342"/>
              <a:gd name="connsiteX82" fmla="*/ 6238719 w 12192000"/>
              <a:gd name="connsiteY82" fmla="*/ 2042547 h 3482342"/>
              <a:gd name="connsiteX83" fmla="*/ 6142310 w 12192000"/>
              <a:gd name="connsiteY83" fmla="*/ 2092510 h 3482342"/>
              <a:gd name="connsiteX84" fmla="*/ 6007916 w 12192000"/>
              <a:gd name="connsiteY84" fmla="*/ 2143752 h 3482342"/>
              <a:gd name="connsiteX85" fmla="*/ 5894610 w 12192000"/>
              <a:gd name="connsiteY85" fmla="*/ 2130684 h 3482342"/>
              <a:gd name="connsiteX86" fmla="*/ 5817682 w 12192000"/>
              <a:gd name="connsiteY86" fmla="*/ 2157358 h 3482342"/>
              <a:gd name="connsiteX87" fmla="*/ 5591469 w 12192000"/>
              <a:gd name="connsiteY87" fmla="*/ 2178389 h 3482342"/>
              <a:gd name="connsiteX88" fmla="*/ 5414282 w 12192000"/>
              <a:gd name="connsiteY88" fmla="*/ 2183070 h 3482342"/>
              <a:gd name="connsiteX89" fmla="*/ 5368369 w 12192000"/>
              <a:gd name="connsiteY89" fmla="*/ 2204272 h 3482342"/>
              <a:gd name="connsiteX90" fmla="*/ 5291263 w 12192000"/>
              <a:gd name="connsiteY90" fmla="*/ 2239182 h 3482342"/>
              <a:gd name="connsiteX91" fmla="*/ 5240857 w 12192000"/>
              <a:gd name="connsiteY91" fmla="*/ 2289444 h 3482342"/>
              <a:gd name="connsiteX92" fmla="*/ 5173523 w 12192000"/>
              <a:gd name="connsiteY92" fmla="*/ 2309057 h 3482342"/>
              <a:gd name="connsiteX93" fmla="*/ 5148543 w 12192000"/>
              <a:gd name="connsiteY93" fmla="*/ 2282356 h 3482342"/>
              <a:gd name="connsiteX94" fmla="*/ 5079548 w 12192000"/>
              <a:gd name="connsiteY94" fmla="*/ 2313485 h 3482342"/>
              <a:gd name="connsiteX95" fmla="*/ 4975908 w 12192000"/>
              <a:gd name="connsiteY95" fmla="*/ 2364128 h 3482342"/>
              <a:gd name="connsiteX96" fmla="*/ 4913723 w 12192000"/>
              <a:gd name="connsiteY96" fmla="*/ 2385265 h 3482342"/>
              <a:gd name="connsiteX97" fmla="*/ 4746485 w 12192000"/>
              <a:gd name="connsiteY97" fmla="*/ 2451769 h 3482342"/>
              <a:gd name="connsiteX98" fmla="*/ 4681588 w 12192000"/>
              <a:gd name="connsiteY98" fmla="*/ 2467494 h 3482342"/>
              <a:gd name="connsiteX99" fmla="*/ 1783655 w 12192000"/>
              <a:gd name="connsiteY99" fmla="*/ 3163860 h 3482342"/>
              <a:gd name="connsiteX100" fmla="*/ 1325955 w 12192000"/>
              <a:gd name="connsiteY100" fmla="*/ 3176692 h 3482342"/>
              <a:gd name="connsiteX101" fmla="*/ 1190384 w 12192000"/>
              <a:gd name="connsiteY101" fmla="*/ 3203504 h 3482342"/>
              <a:gd name="connsiteX102" fmla="*/ 1094537 w 12192000"/>
              <a:gd name="connsiteY102" fmla="*/ 3229469 h 3482342"/>
              <a:gd name="connsiteX103" fmla="*/ 779276 w 12192000"/>
              <a:gd name="connsiteY103" fmla="*/ 3327290 h 3482342"/>
              <a:gd name="connsiteX104" fmla="*/ 600378 w 12192000"/>
              <a:gd name="connsiteY104" fmla="*/ 3335250 h 3482342"/>
              <a:gd name="connsiteX105" fmla="*/ 493457 w 12192000"/>
              <a:gd name="connsiteY105" fmla="*/ 3365044 h 3482342"/>
              <a:gd name="connsiteX106" fmla="*/ 349402 w 12192000"/>
              <a:gd name="connsiteY106" fmla="*/ 3380897 h 3482342"/>
              <a:gd name="connsiteX107" fmla="*/ 192183 w 12192000"/>
              <a:gd name="connsiteY107" fmla="*/ 3460075 h 3482342"/>
              <a:gd name="connsiteX108" fmla="*/ 46713 w 12192000"/>
              <a:gd name="connsiteY108" fmla="*/ 3462986 h 3482342"/>
              <a:gd name="connsiteX109" fmla="*/ 2765 w 12192000"/>
              <a:gd name="connsiteY109" fmla="*/ 3480770 h 3482342"/>
              <a:gd name="connsiteX110" fmla="*/ 0 w 12192000"/>
              <a:gd name="connsiteY110" fmla="*/ 3482342 h 3482342"/>
              <a:gd name="connsiteX111" fmla="*/ 0 w 12192000"/>
              <a:gd name="connsiteY11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24042 w 12192000"/>
              <a:gd name="connsiteY55" fmla="*/ 1949367 h 3482342"/>
              <a:gd name="connsiteX56" fmla="*/ 8401276 w 12192000"/>
              <a:gd name="connsiteY56" fmla="*/ 1953968 h 3482342"/>
              <a:gd name="connsiteX57" fmla="*/ 8294129 w 12192000"/>
              <a:gd name="connsiteY57" fmla="*/ 1958387 h 3482342"/>
              <a:gd name="connsiteX58" fmla="*/ 8293892 w 12192000"/>
              <a:gd name="connsiteY58" fmla="*/ 1960370 h 3482342"/>
              <a:gd name="connsiteX59" fmla="*/ 8351578 w 12192000"/>
              <a:gd name="connsiteY59" fmla="*/ 1914422 h 3482342"/>
              <a:gd name="connsiteX60" fmla="*/ 8248914 w 12192000"/>
              <a:gd name="connsiteY60" fmla="*/ 1954175 h 3482342"/>
              <a:gd name="connsiteX61" fmla="*/ 8132104 w 12192000"/>
              <a:gd name="connsiteY61" fmla="*/ 1895727 h 3482342"/>
              <a:gd name="connsiteX62" fmla="*/ 7918078 w 12192000"/>
              <a:gd name="connsiteY62" fmla="*/ 1862668 h 3482342"/>
              <a:gd name="connsiteX63" fmla="*/ 7817899 w 12192000"/>
              <a:gd name="connsiteY63" fmla="*/ 1862176 h 3482342"/>
              <a:gd name="connsiteX64" fmla="*/ 7768994 w 12192000"/>
              <a:gd name="connsiteY64" fmla="*/ 1855721 h 3482342"/>
              <a:gd name="connsiteX65" fmla="*/ 7618027 w 12192000"/>
              <a:gd name="connsiteY65" fmla="*/ 1830959 h 3482342"/>
              <a:gd name="connsiteX66" fmla="*/ 7449425 w 12192000"/>
              <a:gd name="connsiteY66" fmla="*/ 1810910 h 3482342"/>
              <a:gd name="connsiteX67" fmla="*/ 7342915 w 12192000"/>
              <a:gd name="connsiteY67" fmla="*/ 1819827 h 3482342"/>
              <a:gd name="connsiteX68" fmla="*/ 7255191 w 12192000"/>
              <a:gd name="connsiteY68" fmla="*/ 1834354 h 3482342"/>
              <a:gd name="connsiteX69" fmla="*/ 7131205 w 12192000"/>
              <a:gd name="connsiteY69" fmla="*/ 1845557 h 3482342"/>
              <a:gd name="connsiteX70" fmla="*/ 6917124 w 12192000"/>
              <a:gd name="connsiteY70" fmla="*/ 1837109 h 3482342"/>
              <a:gd name="connsiteX71" fmla="*/ 6837145 w 12192000"/>
              <a:gd name="connsiteY71" fmla="*/ 1870724 h 3482342"/>
              <a:gd name="connsiteX72" fmla="*/ 6753991 w 12192000"/>
              <a:gd name="connsiteY72" fmla="*/ 1860969 h 3482342"/>
              <a:gd name="connsiteX73" fmla="*/ 6727754 w 12192000"/>
              <a:gd name="connsiteY73" fmla="*/ 1882372 h 3482342"/>
              <a:gd name="connsiteX74" fmla="*/ 6723371 w 12192000"/>
              <a:gd name="connsiteY74" fmla="*/ 1886494 h 3482342"/>
              <a:gd name="connsiteX75" fmla="*/ 6702779 w 12192000"/>
              <a:gd name="connsiteY75" fmla="*/ 1893601 h 3482342"/>
              <a:gd name="connsiteX76" fmla="*/ 6700779 w 12192000"/>
              <a:gd name="connsiteY76" fmla="*/ 1907344 h 3482342"/>
              <a:gd name="connsiteX77" fmla="*/ 6672513 w 12192000"/>
              <a:gd name="connsiteY77" fmla="*/ 1926452 h 3482342"/>
              <a:gd name="connsiteX78" fmla="*/ 6633549 w 12192000"/>
              <a:gd name="connsiteY78" fmla="*/ 1936255 h 3482342"/>
              <a:gd name="connsiteX79" fmla="*/ 6444344 w 12192000"/>
              <a:gd name="connsiteY79" fmla="*/ 1969663 h 3482342"/>
              <a:gd name="connsiteX80" fmla="*/ 6333446 w 12192000"/>
              <a:gd name="connsiteY80" fmla="*/ 1997163 h 3482342"/>
              <a:gd name="connsiteX81" fmla="*/ 6294933 w 12192000"/>
              <a:gd name="connsiteY81" fmla="*/ 2019412 h 3482342"/>
              <a:gd name="connsiteX82" fmla="*/ 6238719 w 12192000"/>
              <a:gd name="connsiteY82" fmla="*/ 2042547 h 3482342"/>
              <a:gd name="connsiteX83" fmla="*/ 6142310 w 12192000"/>
              <a:gd name="connsiteY83" fmla="*/ 2092510 h 3482342"/>
              <a:gd name="connsiteX84" fmla="*/ 6007916 w 12192000"/>
              <a:gd name="connsiteY84" fmla="*/ 2143752 h 3482342"/>
              <a:gd name="connsiteX85" fmla="*/ 5894610 w 12192000"/>
              <a:gd name="connsiteY85" fmla="*/ 2130684 h 3482342"/>
              <a:gd name="connsiteX86" fmla="*/ 5817682 w 12192000"/>
              <a:gd name="connsiteY86" fmla="*/ 2157358 h 3482342"/>
              <a:gd name="connsiteX87" fmla="*/ 5591469 w 12192000"/>
              <a:gd name="connsiteY87" fmla="*/ 2178389 h 3482342"/>
              <a:gd name="connsiteX88" fmla="*/ 5414282 w 12192000"/>
              <a:gd name="connsiteY88" fmla="*/ 2183070 h 3482342"/>
              <a:gd name="connsiteX89" fmla="*/ 5368369 w 12192000"/>
              <a:gd name="connsiteY89" fmla="*/ 2204272 h 3482342"/>
              <a:gd name="connsiteX90" fmla="*/ 5291263 w 12192000"/>
              <a:gd name="connsiteY90" fmla="*/ 2239182 h 3482342"/>
              <a:gd name="connsiteX91" fmla="*/ 5240857 w 12192000"/>
              <a:gd name="connsiteY91" fmla="*/ 2289444 h 3482342"/>
              <a:gd name="connsiteX92" fmla="*/ 5173523 w 12192000"/>
              <a:gd name="connsiteY92" fmla="*/ 2309057 h 3482342"/>
              <a:gd name="connsiteX93" fmla="*/ 5148543 w 12192000"/>
              <a:gd name="connsiteY93" fmla="*/ 2282356 h 3482342"/>
              <a:gd name="connsiteX94" fmla="*/ 5079548 w 12192000"/>
              <a:gd name="connsiteY94" fmla="*/ 2313485 h 3482342"/>
              <a:gd name="connsiteX95" fmla="*/ 4975908 w 12192000"/>
              <a:gd name="connsiteY95" fmla="*/ 2364128 h 3482342"/>
              <a:gd name="connsiteX96" fmla="*/ 4913723 w 12192000"/>
              <a:gd name="connsiteY96" fmla="*/ 2385265 h 3482342"/>
              <a:gd name="connsiteX97" fmla="*/ 4746485 w 12192000"/>
              <a:gd name="connsiteY97" fmla="*/ 2451769 h 3482342"/>
              <a:gd name="connsiteX98" fmla="*/ 4681588 w 12192000"/>
              <a:gd name="connsiteY98" fmla="*/ 2467494 h 3482342"/>
              <a:gd name="connsiteX99" fmla="*/ 1783655 w 12192000"/>
              <a:gd name="connsiteY99" fmla="*/ 3163860 h 3482342"/>
              <a:gd name="connsiteX100" fmla="*/ 1325955 w 12192000"/>
              <a:gd name="connsiteY100" fmla="*/ 3176692 h 3482342"/>
              <a:gd name="connsiteX101" fmla="*/ 1190384 w 12192000"/>
              <a:gd name="connsiteY101" fmla="*/ 3203504 h 3482342"/>
              <a:gd name="connsiteX102" fmla="*/ 1094537 w 12192000"/>
              <a:gd name="connsiteY102" fmla="*/ 3229469 h 3482342"/>
              <a:gd name="connsiteX103" fmla="*/ 779276 w 12192000"/>
              <a:gd name="connsiteY103" fmla="*/ 3327290 h 3482342"/>
              <a:gd name="connsiteX104" fmla="*/ 600378 w 12192000"/>
              <a:gd name="connsiteY104" fmla="*/ 3335250 h 3482342"/>
              <a:gd name="connsiteX105" fmla="*/ 493457 w 12192000"/>
              <a:gd name="connsiteY105" fmla="*/ 3365044 h 3482342"/>
              <a:gd name="connsiteX106" fmla="*/ 349402 w 12192000"/>
              <a:gd name="connsiteY106" fmla="*/ 3380897 h 3482342"/>
              <a:gd name="connsiteX107" fmla="*/ 192183 w 12192000"/>
              <a:gd name="connsiteY107" fmla="*/ 3460075 h 3482342"/>
              <a:gd name="connsiteX108" fmla="*/ 46713 w 12192000"/>
              <a:gd name="connsiteY108" fmla="*/ 3462986 h 3482342"/>
              <a:gd name="connsiteX109" fmla="*/ 2765 w 12192000"/>
              <a:gd name="connsiteY109" fmla="*/ 3480770 h 3482342"/>
              <a:gd name="connsiteX110" fmla="*/ 0 w 12192000"/>
              <a:gd name="connsiteY110" fmla="*/ 3482342 h 3482342"/>
              <a:gd name="connsiteX111" fmla="*/ 0 w 12192000"/>
              <a:gd name="connsiteY11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24042 w 12192000"/>
              <a:gd name="connsiteY55" fmla="*/ 1949367 h 3482342"/>
              <a:gd name="connsiteX56" fmla="*/ 8401276 w 12192000"/>
              <a:gd name="connsiteY56" fmla="*/ 1953968 h 3482342"/>
              <a:gd name="connsiteX57" fmla="*/ 8294129 w 12192000"/>
              <a:gd name="connsiteY57" fmla="*/ 1958387 h 3482342"/>
              <a:gd name="connsiteX58" fmla="*/ 8351578 w 12192000"/>
              <a:gd name="connsiteY58" fmla="*/ 1914422 h 3482342"/>
              <a:gd name="connsiteX59" fmla="*/ 8248914 w 12192000"/>
              <a:gd name="connsiteY59" fmla="*/ 1954175 h 3482342"/>
              <a:gd name="connsiteX60" fmla="*/ 8132104 w 12192000"/>
              <a:gd name="connsiteY60" fmla="*/ 1895727 h 3482342"/>
              <a:gd name="connsiteX61" fmla="*/ 7918078 w 12192000"/>
              <a:gd name="connsiteY61" fmla="*/ 1862668 h 3482342"/>
              <a:gd name="connsiteX62" fmla="*/ 7817899 w 12192000"/>
              <a:gd name="connsiteY62" fmla="*/ 1862176 h 3482342"/>
              <a:gd name="connsiteX63" fmla="*/ 7768994 w 12192000"/>
              <a:gd name="connsiteY63" fmla="*/ 1855721 h 3482342"/>
              <a:gd name="connsiteX64" fmla="*/ 7618027 w 12192000"/>
              <a:gd name="connsiteY64" fmla="*/ 1830959 h 3482342"/>
              <a:gd name="connsiteX65" fmla="*/ 7449425 w 12192000"/>
              <a:gd name="connsiteY65" fmla="*/ 1810910 h 3482342"/>
              <a:gd name="connsiteX66" fmla="*/ 7342915 w 12192000"/>
              <a:gd name="connsiteY66" fmla="*/ 1819827 h 3482342"/>
              <a:gd name="connsiteX67" fmla="*/ 7255191 w 12192000"/>
              <a:gd name="connsiteY67" fmla="*/ 1834354 h 3482342"/>
              <a:gd name="connsiteX68" fmla="*/ 7131205 w 12192000"/>
              <a:gd name="connsiteY68" fmla="*/ 1845557 h 3482342"/>
              <a:gd name="connsiteX69" fmla="*/ 6917124 w 12192000"/>
              <a:gd name="connsiteY69" fmla="*/ 1837109 h 3482342"/>
              <a:gd name="connsiteX70" fmla="*/ 6837145 w 12192000"/>
              <a:gd name="connsiteY70" fmla="*/ 1870724 h 3482342"/>
              <a:gd name="connsiteX71" fmla="*/ 6753991 w 12192000"/>
              <a:gd name="connsiteY71" fmla="*/ 1860969 h 3482342"/>
              <a:gd name="connsiteX72" fmla="*/ 6727754 w 12192000"/>
              <a:gd name="connsiteY72" fmla="*/ 1882372 h 3482342"/>
              <a:gd name="connsiteX73" fmla="*/ 6723371 w 12192000"/>
              <a:gd name="connsiteY73" fmla="*/ 1886494 h 3482342"/>
              <a:gd name="connsiteX74" fmla="*/ 6702779 w 12192000"/>
              <a:gd name="connsiteY74" fmla="*/ 1893601 h 3482342"/>
              <a:gd name="connsiteX75" fmla="*/ 6700779 w 12192000"/>
              <a:gd name="connsiteY75" fmla="*/ 1907344 h 3482342"/>
              <a:gd name="connsiteX76" fmla="*/ 6672513 w 12192000"/>
              <a:gd name="connsiteY76" fmla="*/ 1926452 h 3482342"/>
              <a:gd name="connsiteX77" fmla="*/ 6633549 w 12192000"/>
              <a:gd name="connsiteY77" fmla="*/ 1936255 h 3482342"/>
              <a:gd name="connsiteX78" fmla="*/ 6444344 w 12192000"/>
              <a:gd name="connsiteY78" fmla="*/ 1969663 h 3482342"/>
              <a:gd name="connsiteX79" fmla="*/ 6333446 w 12192000"/>
              <a:gd name="connsiteY79" fmla="*/ 1997163 h 3482342"/>
              <a:gd name="connsiteX80" fmla="*/ 6294933 w 12192000"/>
              <a:gd name="connsiteY80" fmla="*/ 2019412 h 3482342"/>
              <a:gd name="connsiteX81" fmla="*/ 6238719 w 12192000"/>
              <a:gd name="connsiteY81" fmla="*/ 2042547 h 3482342"/>
              <a:gd name="connsiteX82" fmla="*/ 6142310 w 12192000"/>
              <a:gd name="connsiteY82" fmla="*/ 2092510 h 3482342"/>
              <a:gd name="connsiteX83" fmla="*/ 6007916 w 12192000"/>
              <a:gd name="connsiteY83" fmla="*/ 2143752 h 3482342"/>
              <a:gd name="connsiteX84" fmla="*/ 5894610 w 12192000"/>
              <a:gd name="connsiteY84" fmla="*/ 2130684 h 3482342"/>
              <a:gd name="connsiteX85" fmla="*/ 5817682 w 12192000"/>
              <a:gd name="connsiteY85" fmla="*/ 2157358 h 3482342"/>
              <a:gd name="connsiteX86" fmla="*/ 5591469 w 12192000"/>
              <a:gd name="connsiteY86" fmla="*/ 2178389 h 3482342"/>
              <a:gd name="connsiteX87" fmla="*/ 5414282 w 12192000"/>
              <a:gd name="connsiteY87" fmla="*/ 2183070 h 3482342"/>
              <a:gd name="connsiteX88" fmla="*/ 5368369 w 12192000"/>
              <a:gd name="connsiteY88" fmla="*/ 2204272 h 3482342"/>
              <a:gd name="connsiteX89" fmla="*/ 5291263 w 12192000"/>
              <a:gd name="connsiteY89" fmla="*/ 2239182 h 3482342"/>
              <a:gd name="connsiteX90" fmla="*/ 5240857 w 12192000"/>
              <a:gd name="connsiteY90" fmla="*/ 2289444 h 3482342"/>
              <a:gd name="connsiteX91" fmla="*/ 5173523 w 12192000"/>
              <a:gd name="connsiteY91" fmla="*/ 2309057 h 3482342"/>
              <a:gd name="connsiteX92" fmla="*/ 5148543 w 12192000"/>
              <a:gd name="connsiteY92" fmla="*/ 2282356 h 3482342"/>
              <a:gd name="connsiteX93" fmla="*/ 5079548 w 12192000"/>
              <a:gd name="connsiteY93" fmla="*/ 2313485 h 3482342"/>
              <a:gd name="connsiteX94" fmla="*/ 4975908 w 12192000"/>
              <a:gd name="connsiteY94" fmla="*/ 2364128 h 3482342"/>
              <a:gd name="connsiteX95" fmla="*/ 4913723 w 12192000"/>
              <a:gd name="connsiteY95" fmla="*/ 2385265 h 3482342"/>
              <a:gd name="connsiteX96" fmla="*/ 4746485 w 12192000"/>
              <a:gd name="connsiteY96" fmla="*/ 2451769 h 3482342"/>
              <a:gd name="connsiteX97" fmla="*/ 4681588 w 12192000"/>
              <a:gd name="connsiteY97" fmla="*/ 2467494 h 3482342"/>
              <a:gd name="connsiteX98" fmla="*/ 1783655 w 12192000"/>
              <a:gd name="connsiteY98" fmla="*/ 3163860 h 3482342"/>
              <a:gd name="connsiteX99" fmla="*/ 1325955 w 12192000"/>
              <a:gd name="connsiteY99" fmla="*/ 3176692 h 3482342"/>
              <a:gd name="connsiteX100" fmla="*/ 1190384 w 12192000"/>
              <a:gd name="connsiteY100" fmla="*/ 3203504 h 3482342"/>
              <a:gd name="connsiteX101" fmla="*/ 1094537 w 12192000"/>
              <a:gd name="connsiteY101" fmla="*/ 3229469 h 3482342"/>
              <a:gd name="connsiteX102" fmla="*/ 779276 w 12192000"/>
              <a:gd name="connsiteY102" fmla="*/ 3327290 h 3482342"/>
              <a:gd name="connsiteX103" fmla="*/ 600378 w 12192000"/>
              <a:gd name="connsiteY103" fmla="*/ 3335250 h 3482342"/>
              <a:gd name="connsiteX104" fmla="*/ 493457 w 12192000"/>
              <a:gd name="connsiteY104" fmla="*/ 3365044 h 3482342"/>
              <a:gd name="connsiteX105" fmla="*/ 349402 w 12192000"/>
              <a:gd name="connsiteY105" fmla="*/ 3380897 h 3482342"/>
              <a:gd name="connsiteX106" fmla="*/ 192183 w 12192000"/>
              <a:gd name="connsiteY106" fmla="*/ 3460075 h 3482342"/>
              <a:gd name="connsiteX107" fmla="*/ 46713 w 12192000"/>
              <a:gd name="connsiteY107" fmla="*/ 3462986 h 3482342"/>
              <a:gd name="connsiteX108" fmla="*/ 2765 w 12192000"/>
              <a:gd name="connsiteY108" fmla="*/ 3480770 h 3482342"/>
              <a:gd name="connsiteX109" fmla="*/ 0 w 12192000"/>
              <a:gd name="connsiteY109" fmla="*/ 3482342 h 3482342"/>
              <a:gd name="connsiteX110" fmla="*/ 0 w 12192000"/>
              <a:gd name="connsiteY110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24042 w 12192000"/>
              <a:gd name="connsiteY55" fmla="*/ 1949367 h 3482342"/>
              <a:gd name="connsiteX56" fmla="*/ 8401276 w 12192000"/>
              <a:gd name="connsiteY56" fmla="*/ 1953968 h 3482342"/>
              <a:gd name="connsiteX57" fmla="*/ 8351578 w 12192000"/>
              <a:gd name="connsiteY57" fmla="*/ 1914422 h 3482342"/>
              <a:gd name="connsiteX58" fmla="*/ 8248914 w 12192000"/>
              <a:gd name="connsiteY58" fmla="*/ 1954175 h 3482342"/>
              <a:gd name="connsiteX59" fmla="*/ 8132104 w 12192000"/>
              <a:gd name="connsiteY59" fmla="*/ 1895727 h 3482342"/>
              <a:gd name="connsiteX60" fmla="*/ 7918078 w 12192000"/>
              <a:gd name="connsiteY60" fmla="*/ 1862668 h 3482342"/>
              <a:gd name="connsiteX61" fmla="*/ 7817899 w 12192000"/>
              <a:gd name="connsiteY61" fmla="*/ 1862176 h 3482342"/>
              <a:gd name="connsiteX62" fmla="*/ 7768994 w 12192000"/>
              <a:gd name="connsiteY62" fmla="*/ 1855721 h 3482342"/>
              <a:gd name="connsiteX63" fmla="*/ 7618027 w 12192000"/>
              <a:gd name="connsiteY63" fmla="*/ 1830959 h 3482342"/>
              <a:gd name="connsiteX64" fmla="*/ 7449425 w 12192000"/>
              <a:gd name="connsiteY64" fmla="*/ 1810910 h 3482342"/>
              <a:gd name="connsiteX65" fmla="*/ 7342915 w 12192000"/>
              <a:gd name="connsiteY65" fmla="*/ 1819827 h 3482342"/>
              <a:gd name="connsiteX66" fmla="*/ 7255191 w 12192000"/>
              <a:gd name="connsiteY66" fmla="*/ 1834354 h 3482342"/>
              <a:gd name="connsiteX67" fmla="*/ 7131205 w 12192000"/>
              <a:gd name="connsiteY67" fmla="*/ 1845557 h 3482342"/>
              <a:gd name="connsiteX68" fmla="*/ 6917124 w 12192000"/>
              <a:gd name="connsiteY68" fmla="*/ 1837109 h 3482342"/>
              <a:gd name="connsiteX69" fmla="*/ 6837145 w 12192000"/>
              <a:gd name="connsiteY69" fmla="*/ 1870724 h 3482342"/>
              <a:gd name="connsiteX70" fmla="*/ 6753991 w 12192000"/>
              <a:gd name="connsiteY70" fmla="*/ 1860969 h 3482342"/>
              <a:gd name="connsiteX71" fmla="*/ 6727754 w 12192000"/>
              <a:gd name="connsiteY71" fmla="*/ 1882372 h 3482342"/>
              <a:gd name="connsiteX72" fmla="*/ 6723371 w 12192000"/>
              <a:gd name="connsiteY72" fmla="*/ 1886494 h 3482342"/>
              <a:gd name="connsiteX73" fmla="*/ 6702779 w 12192000"/>
              <a:gd name="connsiteY73" fmla="*/ 1893601 h 3482342"/>
              <a:gd name="connsiteX74" fmla="*/ 6700779 w 12192000"/>
              <a:gd name="connsiteY74" fmla="*/ 1907344 h 3482342"/>
              <a:gd name="connsiteX75" fmla="*/ 6672513 w 12192000"/>
              <a:gd name="connsiteY75" fmla="*/ 1926452 h 3482342"/>
              <a:gd name="connsiteX76" fmla="*/ 6633549 w 12192000"/>
              <a:gd name="connsiteY76" fmla="*/ 1936255 h 3482342"/>
              <a:gd name="connsiteX77" fmla="*/ 6444344 w 12192000"/>
              <a:gd name="connsiteY77" fmla="*/ 1969663 h 3482342"/>
              <a:gd name="connsiteX78" fmla="*/ 6333446 w 12192000"/>
              <a:gd name="connsiteY78" fmla="*/ 1997163 h 3482342"/>
              <a:gd name="connsiteX79" fmla="*/ 6294933 w 12192000"/>
              <a:gd name="connsiteY79" fmla="*/ 2019412 h 3482342"/>
              <a:gd name="connsiteX80" fmla="*/ 6238719 w 12192000"/>
              <a:gd name="connsiteY80" fmla="*/ 2042547 h 3482342"/>
              <a:gd name="connsiteX81" fmla="*/ 6142310 w 12192000"/>
              <a:gd name="connsiteY81" fmla="*/ 2092510 h 3482342"/>
              <a:gd name="connsiteX82" fmla="*/ 6007916 w 12192000"/>
              <a:gd name="connsiteY82" fmla="*/ 2143752 h 3482342"/>
              <a:gd name="connsiteX83" fmla="*/ 5894610 w 12192000"/>
              <a:gd name="connsiteY83" fmla="*/ 2130684 h 3482342"/>
              <a:gd name="connsiteX84" fmla="*/ 5817682 w 12192000"/>
              <a:gd name="connsiteY84" fmla="*/ 2157358 h 3482342"/>
              <a:gd name="connsiteX85" fmla="*/ 5591469 w 12192000"/>
              <a:gd name="connsiteY85" fmla="*/ 2178389 h 3482342"/>
              <a:gd name="connsiteX86" fmla="*/ 5414282 w 12192000"/>
              <a:gd name="connsiteY86" fmla="*/ 2183070 h 3482342"/>
              <a:gd name="connsiteX87" fmla="*/ 5368369 w 12192000"/>
              <a:gd name="connsiteY87" fmla="*/ 2204272 h 3482342"/>
              <a:gd name="connsiteX88" fmla="*/ 5291263 w 12192000"/>
              <a:gd name="connsiteY88" fmla="*/ 2239182 h 3482342"/>
              <a:gd name="connsiteX89" fmla="*/ 5240857 w 12192000"/>
              <a:gd name="connsiteY89" fmla="*/ 2289444 h 3482342"/>
              <a:gd name="connsiteX90" fmla="*/ 5173523 w 12192000"/>
              <a:gd name="connsiteY90" fmla="*/ 2309057 h 3482342"/>
              <a:gd name="connsiteX91" fmla="*/ 5148543 w 12192000"/>
              <a:gd name="connsiteY91" fmla="*/ 2282356 h 3482342"/>
              <a:gd name="connsiteX92" fmla="*/ 5079548 w 12192000"/>
              <a:gd name="connsiteY92" fmla="*/ 2313485 h 3482342"/>
              <a:gd name="connsiteX93" fmla="*/ 4975908 w 12192000"/>
              <a:gd name="connsiteY93" fmla="*/ 2364128 h 3482342"/>
              <a:gd name="connsiteX94" fmla="*/ 4913723 w 12192000"/>
              <a:gd name="connsiteY94" fmla="*/ 2385265 h 3482342"/>
              <a:gd name="connsiteX95" fmla="*/ 4746485 w 12192000"/>
              <a:gd name="connsiteY95" fmla="*/ 2451769 h 3482342"/>
              <a:gd name="connsiteX96" fmla="*/ 4681588 w 12192000"/>
              <a:gd name="connsiteY96" fmla="*/ 2467494 h 3482342"/>
              <a:gd name="connsiteX97" fmla="*/ 1783655 w 12192000"/>
              <a:gd name="connsiteY97" fmla="*/ 3163860 h 3482342"/>
              <a:gd name="connsiteX98" fmla="*/ 1325955 w 12192000"/>
              <a:gd name="connsiteY98" fmla="*/ 3176692 h 3482342"/>
              <a:gd name="connsiteX99" fmla="*/ 1190384 w 12192000"/>
              <a:gd name="connsiteY99" fmla="*/ 3203504 h 3482342"/>
              <a:gd name="connsiteX100" fmla="*/ 1094537 w 12192000"/>
              <a:gd name="connsiteY100" fmla="*/ 3229469 h 3482342"/>
              <a:gd name="connsiteX101" fmla="*/ 779276 w 12192000"/>
              <a:gd name="connsiteY101" fmla="*/ 3327290 h 3482342"/>
              <a:gd name="connsiteX102" fmla="*/ 600378 w 12192000"/>
              <a:gd name="connsiteY102" fmla="*/ 3335250 h 3482342"/>
              <a:gd name="connsiteX103" fmla="*/ 493457 w 12192000"/>
              <a:gd name="connsiteY103" fmla="*/ 3365044 h 3482342"/>
              <a:gd name="connsiteX104" fmla="*/ 349402 w 12192000"/>
              <a:gd name="connsiteY104" fmla="*/ 3380897 h 3482342"/>
              <a:gd name="connsiteX105" fmla="*/ 192183 w 12192000"/>
              <a:gd name="connsiteY105" fmla="*/ 3460075 h 3482342"/>
              <a:gd name="connsiteX106" fmla="*/ 46713 w 12192000"/>
              <a:gd name="connsiteY106" fmla="*/ 3462986 h 3482342"/>
              <a:gd name="connsiteX107" fmla="*/ 2765 w 12192000"/>
              <a:gd name="connsiteY107" fmla="*/ 3480770 h 3482342"/>
              <a:gd name="connsiteX108" fmla="*/ 0 w 12192000"/>
              <a:gd name="connsiteY108" fmla="*/ 3482342 h 3482342"/>
              <a:gd name="connsiteX109" fmla="*/ 0 w 12192000"/>
              <a:gd name="connsiteY10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24042 w 12192000"/>
              <a:gd name="connsiteY55" fmla="*/ 1949367 h 3482342"/>
              <a:gd name="connsiteX56" fmla="*/ 8401276 w 12192000"/>
              <a:gd name="connsiteY56" fmla="*/ 1953968 h 3482342"/>
              <a:gd name="connsiteX57" fmla="*/ 8351578 w 12192000"/>
              <a:gd name="connsiteY57" fmla="*/ 1914422 h 3482342"/>
              <a:gd name="connsiteX58" fmla="*/ 8236214 w 12192000"/>
              <a:gd name="connsiteY58" fmla="*/ 1909725 h 3482342"/>
              <a:gd name="connsiteX59" fmla="*/ 8132104 w 12192000"/>
              <a:gd name="connsiteY59" fmla="*/ 1895727 h 3482342"/>
              <a:gd name="connsiteX60" fmla="*/ 7918078 w 12192000"/>
              <a:gd name="connsiteY60" fmla="*/ 1862668 h 3482342"/>
              <a:gd name="connsiteX61" fmla="*/ 7817899 w 12192000"/>
              <a:gd name="connsiteY61" fmla="*/ 1862176 h 3482342"/>
              <a:gd name="connsiteX62" fmla="*/ 7768994 w 12192000"/>
              <a:gd name="connsiteY62" fmla="*/ 1855721 h 3482342"/>
              <a:gd name="connsiteX63" fmla="*/ 7618027 w 12192000"/>
              <a:gd name="connsiteY63" fmla="*/ 1830959 h 3482342"/>
              <a:gd name="connsiteX64" fmla="*/ 7449425 w 12192000"/>
              <a:gd name="connsiteY64" fmla="*/ 1810910 h 3482342"/>
              <a:gd name="connsiteX65" fmla="*/ 7342915 w 12192000"/>
              <a:gd name="connsiteY65" fmla="*/ 1819827 h 3482342"/>
              <a:gd name="connsiteX66" fmla="*/ 7255191 w 12192000"/>
              <a:gd name="connsiteY66" fmla="*/ 1834354 h 3482342"/>
              <a:gd name="connsiteX67" fmla="*/ 7131205 w 12192000"/>
              <a:gd name="connsiteY67" fmla="*/ 1845557 h 3482342"/>
              <a:gd name="connsiteX68" fmla="*/ 6917124 w 12192000"/>
              <a:gd name="connsiteY68" fmla="*/ 1837109 h 3482342"/>
              <a:gd name="connsiteX69" fmla="*/ 6837145 w 12192000"/>
              <a:gd name="connsiteY69" fmla="*/ 1870724 h 3482342"/>
              <a:gd name="connsiteX70" fmla="*/ 6753991 w 12192000"/>
              <a:gd name="connsiteY70" fmla="*/ 1860969 h 3482342"/>
              <a:gd name="connsiteX71" fmla="*/ 6727754 w 12192000"/>
              <a:gd name="connsiteY71" fmla="*/ 1882372 h 3482342"/>
              <a:gd name="connsiteX72" fmla="*/ 6723371 w 12192000"/>
              <a:gd name="connsiteY72" fmla="*/ 1886494 h 3482342"/>
              <a:gd name="connsiteX73" fmla="*/ 6702779 w 12192000"/>
              <a:gd name="connsiteY73" fmla="*/ 1893601 h 3482342"/>
              <a:gd name="connsiteX74" fmla="*/ 6700779 w 12192000"/>
              <a:gd name="connsiteY74" fmla="*/ 1907344 h 3482342"/>
              <a:gd name="connsiteX75" fmla="*/ 6672513 w 12192000"/>
              <a:gd name="connsiteY75" fmla="*/ 1926452 h 3482342"/>
              <a:gd name="connsiteX76" fmla="*/ 6633549 w 12192000"/>
              <a:gd name="connsiteY76" fmla="*/ 1936255 h 3482342"/>
              <a:gd name="connsiteX77" fmla="*/ 6444344 w 12192000"/>
              <a:gd name="connsiteY77" fmla="*/ 1969663 h 3482342"/>
              <a:gd name="connsiteX78" fmla="*/ 6333446 w 12192000"/>
              <a:gd name="connsiteY78" fmla="*/ 1997163 h 3482342"/>
              <a:gd name="connsiteX79" fmla="*/ 6294933 w 12192000"/>
              <a:gd name="connsiteY79" fmla="*/ 2019412 h 3482342"/>
              <a:gd name="connsiteX80" fmla="*/ 6238719 w 12192000"/>
              <a:gd name="connsiteY80" fmla="*/ 2042547 h 3482342"/>
              <a:gd name="connsiteX81" fmla="*/ 6142310 w 12192000"/>
              <a:gd name="connsiteY81" fmla="*/ 2092510 h 3482342"/>
              <a:gd name="connsiteX82" fmla="*/ 6007916 w 12192000"/>
              <a:gd name="connsiteY82" fmla="*/ 2143752 h 3482342"/>
              <a:gd name="connsiteX83" fmla="*/ 5894610 w 12192000"/>
              <a:gd name="connsiteY83" fmla="*/ 2130684 h 3482342"/>
              <a:gd name="connsiteX84" fmla="*/ 5817682 w 12192000"/>
              <a:gd name="connsiteY84" fmla="*/ 2157358 h 3482342"/>
              <a:gd name="connsiteX85" fmla="*/ 5591469 w 12192000"/>
              <a:gd name="connsiteY85" fmla="*/ 2178389 h 3482342"/>
              <a:gd name="connsiteX86" fmla="*/ 5414282 w 12192000"/>
              <a:gd name="connsiteY86" fmla="*/ 2183070 h 3482342"/>
              <a:gd name="connsiteX87" fmla="*/ 5368369 w 12192000"/>
              <a:gd name="connsiteY87" fmla="*/ 2204272 h 3482342"/>
              <a:gd name="connsiteX88" fmla="*/ 5291263 w 12192000"/>
              <a:gd name="connsiteY88" fmla="*/ 2239182 h 3482342"/>
              <a:gd name="connsiteX89" fmla="*/ 5240857 w 12192000"/>
              <a:gd name="connsiteY89" fmla="*/ 2289444 h 3482342"/>
              <a:gd name="connsiteX90" fmla="*/ 5173523 w 12192000"/>
              <a:gd name="connsiteY90" fmla="*/ 2309057 h 3482342"/>
              <a:gd name="connsiteX91" fmla="*/ 5148543 w 12192000"/>
              <a:gd name="connsiteY91" fmla="*/ 2282356 h 3482342"/>
              <a:gd name="connsiteX92" fmla="*/ 5079548 w 12192000"/>
              <a:gd name="connsiteY92" fmla="*/ 2313485 h 3482342"/>
              <a:gd name="connsiteX93" fmla="*/ 4975908 w 12192000"/>
              <a:gd name="connsiteY93" fmla="*/ 2364128 h 3482342"/>
              <a:gd name="connsiteX94" fmla="*/ 4913723 w 12192000"/>
              <a:gd name="connsiteY94" fmla="*/ 2385265 h 3482342"/>
              <a:gd name="connsiteX95" fmla="*/ 4746485 w 12192000"/>
              <a:gd name="connsiteY95" fmla="*/ 2451769 h 3482342"/>
              <a:gd name="connsiteX96" fmla="*/ 4681588 w 12192000"/>
              <a:gd name="connsiteY96" fmla="*/ 2467494 h 3482342"/>
              <a:gd name="connsiteX97" fmla="*/ 1783655 w 12192000"/>
              <a:gd name="connsiteY97" fmla="*/ 3163860 h 3482342"/>
              <a:gd name="connsiteX98" fmla="*/ 1325955 w 12192000"/>
              <a:gd name="connsiteY98" fmla="*/ 3176692 h 3482342"/>
              <a:gd name="connsiteX99" fmla="*/ 1190384 w 12192000"/>
              <a:gd name="connsiteY99" fmla="*/ 3203504 h 3482342"/>
              <a:gd name="connsiteX100" fmla="*/ 1094537 w 12192000"/>
              <a:gd name="connsiteY100" fmla="*/ 3229469 h 3482342"/>
              <a:gd name="connsiteX101" fmla="*/ 779276 w 12192000"/>
              <a:gd name="connsiteY101" fmla="*/ 3327290 h 3482342"/>
              <a:gd name="connsiteX102" fmla="*/ 600378 w 12192000"/>
              <a:gd name="connsiteY102" fmla="*/ 3335250 h 3482342"/>
              <a:gd name="connsiteX103" fmla="*/ 493457 w 12192000"/>
              <a:gd name="connsiteY103" fmla="*/ 3365044 h 3482342"/>
              <a:gd name="connsiteX104" fmla="*/ 349402 w 12192000"/>
              <a:gd name="connsiteY104" fmla="*/ 3380897 h 3482342"/>
              <a:gd name="connsiteX105" fmla="*/ 192183 w 12192000"/>
              <a:gd name="connsiteY105" fmla="*/ 3460075 h 3482342"/>
              <a:gd name="connsiteX106" fmla="*/ 46713 w 12192000"/>
              <a:gd name="connsiteY106" fmla="*/ 3462986 h 3482342"/>
              <a:gd name="connsiteX107" fmla="*/ 2765 w 12192000"/>
              <a:gd name="connsiteY107" fmla="*/ 3480770 h 3482342"/>
              <a:gd name="connsiteX108" fmla="*/ 0 w 12192000"/>
              <a:gd name="connsiteY108" fmla="*/ 3482342 h 3482342"/>
              <a:gd name="connsiteX109" fmla="*/ 0 w 12192000"/>
              <a:gd name="connsiteY10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24042 w 12192000"/>
              <a:gd name="connsiteY55" fmla="*/ 1949367 h 3482342"/>
              <a:gd name="connsiteX56" fmla="*/ 8401276 w 12192000"/>
              <a:gd name="connsiteY56" fmla="*/ 1953968 h 3482342"/>
              <a:gd name="connsiteX57" fmla="*/ 8345228 w 12192000"/>
              <a:gd name="connsiteY57" fmla="*/ 1939822 h 3482342"/>
              <a:gd name="connsiteX58" fmla="*/ 8236214 w 12192000"/>
              <a:gd name="connsiteY58" fmla="*/ 1909725 h 3482342"/>
              <a:gd name="connsiteX59" fmla="*/ 8132104 w 12192000"/>
              <a:gd name="connsiteY59" fmla="*/ 1895727 h 3482342"/>
              <a:gd name="connsiteX60" fmla="*/ 7918078 w 12192000"/>
              <a:gd name="connsiteY60" fmla="*/ 1862668 h 3482342"/>
              <a:gd name="connsiteX61" fmla="*/ 7817899 w 12192000"/>
              <a:gd name="connsiteY61" fmla="*/ 1862176 h 3482342"/>
              <a:gd name="connsiteX62" fmla="*/ 7768994 w 12192000"/>
              <a:gd name="connsiteY62" fmla="*/ 1855721 h 3482342"/>
              <a:gd name="connsiteX63" fmla="*/ 7618027 w 12192000"/>
              <a:gd name="connsiteY63" fmla="*/ 1830959 h 3482342"/>
              <a:gd name="connsiteX64" fmla="*/ 7449425 w 12192000"/>
              <a:gd name="connsiteY64" fmla="*/ 1810910 h 3482342"/>
              <a:gd name="connsiteX65" fmla="*/ 7342915 w 12192000"/>
              <a:gd name="connsiteY65" fmla="*/ 1819827 h 3482342"/>
              <a:gd name="connsiteX66" fmla="*/ 7255191 w 12192000"/>
              <a:gd name="connsiteY66" fmla="*/ 1834354 h 3482342"/>
              <a:gd name="connsiteX67" fmla="*/ 7131205 w 12192000"/>
              <a:gd name="connsiteY67" fmla="*/ 1845557 h 3482342"/>
              <a:gd name="connsiteX68" fmla="*/ 6917124 w 12192000"/>
              <a:gd name="connsiteY68" fmla="*/ 1837109 h 3482342"/>
              <a:gd name="connsiteX69" fmla="*/ 6837145 w 12192000"/>
              <a:gd name="connsiteY69" fmla="*/ 1870724 h 3482342"/>
              <a:gd name="connsiteX70" fmla="*/ 6753991 w 12192000"/>
              <a:gd name="connsiteY70" fmla="*/ 1860969 h 3482342"/>
              <a:gd name="connsiteX71" fmla="*/ 6727754 w 12192000"/>
              <a:gd name="connsiteY71" fmla="*/ 1882372 h 3482342"/>
              <a:gd name="connsiteX72" fmla="*/ 6723371 w 12192000"/>
              <a:gd name="connsiteY72" fmla="*/ 1886494 h 3482342"/>
              <a:gd name="connsiteX73" fmla="*/ 6702779 w 12192000"/>
              <a:gd name="connsiteY73" fmla="*/ 1893601 h 3482342"/>
              <a:gd name="connsiteX74" fmla="*/ 6700779 w 12192000"/>
              <a:gd name="connsiteY74" fmla="*/ 1907344 h 3482342"/>
              <a:gd name="connsiteX75" fmla="*/ 6672513 w 12192000"/>
              <a:gd name="connsiteY75" fmla="*/ 1926452 h 3482342"/>
              <a:gd name="connsiteX76" fmla="*/ 6633549 w 12192000"/>
              <a:gd name="connsiteY76" fmla="*/ 1936255 h 3482342"/>
              <a:gd name="connsiteX77" fmla="*/ 6444344 w 12192000"/>
              <a:gd name="connsiteY77" fmla="*/ 1969663 h 3482342"/>
              <a:gd name="connsiteX78" fmla="*/ 6333446 w 12192000"/>
              <a:gd name="connsiteY78" fmla="*/ 1997163 h 3482342"/>
              <a:gd name="connsiteX79" fmla="*/ 6294933 w 12192000"/>
              <a:gd name="connsiteY79" fmla="*/ 2019412 h 3482342"/>
              <a:gd name="connsiteX80" fmla="*/ 6238719 w 12192000"/>
              <a:gd name="connsiteY80" fmla="*/ 2042547 h 3482342"/>
              <a:gd name="connsiteX81" fmla="*/ 6142310 w 12192000"/>
              <a:gd name="connsiteY81" fmla="*/ 2092510 h 3482342"/>
              <a:gd name="connsiteX82" fmla="*/ 6007916 w 12192000"/>
              <a:gd name="connsiteY82" fmla="*/ 2143752 h 3482342"/>
              <a:gd name="connsiteX83" fmla="*/ 5894610 w 12192000"/>
              <a:gd name="connsiteY83" fmla="*/ 2130684 h 3482342"/>
              <a:gd name="connsiteX84" fmla="*/ 5817682 w 12192000"/>
              <a:gd name="connsiteY84" fmla="*/ 2157358 h 3482342"/>
              <a:gd name="connsiteX85" fmla="*/ 5591469 w 12192000"/>
              <a:gd name="connsiteY85" fmla="*/ 2178389 h 3482342"/>
              <a:gd name="connsiteX86" fmla="*/ 5414282 w 12192000"/>
              <a:gd name="connsiteY86" fmla="*/ 2183070 h 3482342"/>
              <a:gd name="connsiteX87" fmla="*/ 5368369 w 12192000"/>
              <a:gd name="connsiteY87" fmla="*/ 2204272 h 3482342"/>
              <a:gd name="connsiteX88" fmla="*/ 5291263 w 12192000"/>
              <a:gd name="connsiteY88" fmla="*/ 2239182 h 3482342"/>
              <a:gd name="connsiteX89" fmla="*/ 5240857 w 12192000"/>
              <a:gd name="connsiteY89" fmla="*/ 2289444 h 3482342"/>
              <a:gd name="connsiteX90" fmla="*/ 5173523 w 12192000"/>
              <a:gd name="connsiteY90" fmla="*/ 2309057 h 3482342"/>
              <a:gd name="connsiteX91" fmla="*/ 5148543 w 12192000"/>
              <a:gd name="connsiteY91" fmla="*/ 2282356 h 3482342"/>
              <a:gd name="connsiteX92" fmla="*/ 5079548 w 12192000"/>
              <a:gd name="connsiteY92" fmla="*/ 2313485 h 3482342"/>
              <a:gd name="connsiteX93" fmla="*/ 4975908 w 12192000"/>
              <a:gd name="connsiteY93" fmla="*/ 2364128 h 3482342"/>
              <a:gd name="connsiteX94" fmla="*/ 4913723 w 12192000"/>
              <a:gd name="connsiteY94" fmla="*/ 2385265 h 3482342"/>
              <a:gd name="connsiteX95" fmla="*/ 4746485 w 12192000"/>
              <a:gd name="connsiteY95" fmla="*/ 2451769 h 3482342"/>
              <a:gd name="connsiteX96" fmla="*/ 4681588 w 12192000"/>
              <a:gd name="connsiteY96" fmla="*/ 2467494 h 3482342"/>
              <a:gd name="connsiteX97" fmla="*/ 1783655 w 12192000"/>
              <a:gd name="connsiteY97" fmla="*/ 3163860 h 3482342"/>
              <a:gd name="connsiteX98" fmla="*/ 1325955 w 12192000"/>
              <a:gd name="connsiteY98" fmla="*/ 3176692 h 3482342"/>
              <a:gd name="connsiteX99" fmla="*/ 1190384 w 12192000"/>
              <a:gd name="connsiteY99" fmla="*/ 3203504 h 3482342"/>
              <a:gd name="connsiteX100" fmla="*/ 1094537 w 12192000"/>
              <a:gd name="connsiteY100" fmla="*/ 3229469 h 3482342"/>
              <a:gd name="connsiteX101" fmla="*/ 779276 w 12192000"/>
              <a:gd name="connsiteY101" fmla="*/ 3327290 h 3482342"/>
              <a:gd name="connsiteX102" fmla="*/ 600378 w 12192000"/>
              <a:gd name="connsiteY102" fmla="*/ 3335250 h 3482342"/>
              <a:gd name="connsiteX103" fmla="*/ 493457 w 12192000"/>
              <a:gd name="connsiteY103" fmla="*/ 3365044 h 3482342"/>
              <a:gd name="connsiteX104" fmla="*/ 349402 w 12192000"/>
              <a:gd name="connsiteY104" fmla="*/ 3380897 h 3482342"/>
              <a:gd name="connsiteX105" fmla="*/ 192183 w 12192000"/>
              <a:gd name="connsiteY105" fmla="*/ 3460075 h 3482342"/>
              <a:gd name="connsiteX106" fmla="*/ 46713 w 12192000"/>
              <a:gd name="connsiteY106" fmla="*/ 3462986 h 3482342"/>
              <a:gd name="connsiteX107" fmla="*/ 2765 w 12192000"/>
              <a:gd name="connsiteY107" fmla="*/ 3480770 h 3482342"/>
              <a:gd name="connsiteX108" fmla="*/ 0 w 12192000"/>
              <a:gd name="connsiteY108" fmla="*/ 3482342 h 3482342"/>
              <a:gd name="connsiteX109" fmla="*/ 0 w 12192000"/>
              <a:gd name="connsiteY10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24042 w 12192000"/>
              <a:gd name="connsiteY55" fmla="*/ 1949367 h 3482342"/>
              <a:gd name="connsiteX56" fmla="*/ 8345228 w 12192000"/>
              <a:gd name="connsiteY56" fmla="*/ 1939822 h 3482342"/>
              <a:gd name="connsiteX57" fmla="*/ 8236214 w 12192000"/>
              <a:gd name="connsiteY57" fmla="*/ 1909725 h 3482342"/>
              <a:gd name="connsiteX58" fmla="*/ 8132104 w 12192000"/>
              <a:gd name="connsiteY58" fmla="*/ 1895727 h 3482342"/>
              <a:gd name="connsiteX59" fmla="*/ 7918078 w 12192000"/>
              <a:gd name="connsiteY59" fmla="*/ 1862668 h 3482342"/>
              <a:gd name="connsiteX60" fmla="*/ 7817899 w 12192000"/>
              <a:gd name="connsiteY60" fmla="*/ 1862176 h 3482342"/>
              <a:gd name="connsiteX61" fmla="*/ 7768994 w 12192000"/>
              <a:gd name="connsiteY61" fmla="*/ 1855721 h 3482342"/>
              <a:gd name="connsiteX62" fmla="*/ 7618027 w 12192000"/>
              <a:gd name="connsiteY62" fmla="*/ 1830959 h 3482342"/>
              <a:gd name="connsiteX63" fmla="*/ 7449425 w 12192000"/>
              <a:gd name="connsiteY63" fmla="*/ 1810910 h 3482342"/>
              <a:gd name="connsiteX64" fmla="*/ 7342915 w 12192000"/>
              <a:gd name="connsiteY64" fmla="*/ 1819827 h 3482342"/>
              <a:gd name="connsiteX65" fmla="*/ 7255191 w 12192000"/>
              <a:gd name="connsiteY65" fmla="*/ 1834354 h 3482342"/>
              <a:gd name="connsiteX66" fmla="*/ 7131205 w 12192000"/>
              <a:gd name="connsiteY66" fmla="*/ 1845557 h 3482342"/>
              <a:gd name="connsiteX67" fmla="*/ 6917124 w 12192000"/>
              <a:gd name="connsiteY67" fmla="*/ 1837109 h 3482342"/>
              <a:gd name="connsiteX68" fmla="*/ 6837145 w 12192000"/>
              <a:gd name="connsiteY68" fmla="*/ 1870724 h 3482342"/>
              <a:gd name="connsiteX69" fmla="*/ 6753991 w 12192000"/>
              <a:gd name="connsiteY69" fmla="*/ 1860969 h 3482342"/>
              <a:gd name="connsiteX70" fmla="*/ 6727754 w 12192000"/>
              <a:gd name="connsiteY70" fmla="*/ 1882372 h 3482342"/>
              <a:gd name="connsiteX71" fmla="*/ 6723371 w 12192000"/>
              <a:gd name="connsiteY71" fmla="*/ 1886494 h 3482342"/>
              <a:gd name="connsiteX72" fmla="*/ 6702779 w 12192000"/>
              <a:gd name="connsiteY72" fmla="*/ 1893601 h 3482342"/>
              <a:gd name="connsiteX73" fmla="*/ 6700779 w 12192000"/>
              <a:gd name="connsiteY73" fmla="*/ 1907344 h 3482342"/>
              <a:gd name="connsiteX74" fmla="*/ 6672513 w 12192000"/>
              <a:gd name="connsiteY74" fmla="*/ 1926452 h 3482342"/>
              <a:gd name="connsiteX75" fmla="*/ 6633549 w 12192000"/>
              <a:gd name="connsiteY75" fmla="*/ 1936255 h 3482342"/>
              <a:gd name="connsiteX76" fmla="*/ 6444344 w 12192000"/>
              <a:gd name="connsiteY76" fmla="*/ 1969663 h 3482342"/>
              <a:gd name="connsiteX77" fmla="*/ 6333446 w 12192000"/>
              <a:gd name="connsiteY77" fmla="*/ 1997163 h 3482342"/>
              <a:gd name="connsiteX78" fmla="*/ 6294933 w 12192000"/>
              <a:gd name="connsiteY78" fmla="*/ 2019412 h 3482342"/>
              <a:gd name="connsiteX79" fmla="*/ 6238719 w 12192000"/>
              <a:gd name="connsiteY79" fmla="*/ 2042547 h 3482342"/>
              <a:gd name="connsiteX80" fmla="*/ 6142310 w 12192000"/>
              <a:gd name="connsiteY80" fmla="*/ 2092510 h 3482342"/>
              <a:gd name="connsiteX81" fmla="*/ 6007916 w 12192000"/>
              <a:gd name="connsiteY81" fmla="*/ 2143752 h 3482342"/>
              <a:gd name="connsiteX82" fmla="*/ 5894610 w 12192000"/>
              <a:gd name="connsiteY82" fmla="*/ 2130684 h 3482342"/>
              <a:gd name="connsiteX83" fmla="*/ 5817682 w 12192000"/>
              <a:gd name="connsiteY83" fmla="*/ 2157358 h 3482342"/>
              <a:gd name="connsiteX84" fmla="*/ 5591469 w 12192000"/>
              <a:gd name="connsiteY84" fmla="*/ 2178389 h 3482342"/>
              <a:gd name="connsiteX85" fmla="*/ 5414282 w 12192000"/>
              <a:gd name="connsiteY85" fmla="*/ 2183070 h 3482342"/>
              <a:gd name="connsiteX86" fmla="*/ 5368369 w 12192000"/>
              <a:gd name="connsiteY86" fmla="*/ 2204272 h 3482342"/>
              <a:gd name="connsiteX87" fmla="*/ 5291263 w 12192000"/>
              <a:gd name="connsiteY87" fmla="*/ 2239182 h 3482342"/>
              <a:gd name="connsiteX88" fmla="*/ 5240857 w 12192000"/>
              <a:gd name="connsiteY88" fmla="*/ 2289444 h 3482342"/>
              <a:gd name="connsiteX89" fmla="*/ 5173523 w 12192000"/>
              <a:gd name="connsiteY89" fmla="*/ 2309057 h 3482342"/>
              <a:gd name="connsiteX90" fmla="*/ 5148543 w 12192000"/>
              <a:gd name="connsiteY90" fmla="*/ 2282356 h 3482342"/>
              <a:gd name="connsiteX91" fmla="*/ 5079548 w 12192000"/>
              <a:gd name="connsiteY91" fmla="*/ 2313485 h 3482342"/>
              <a:gd name="connsiteX92" fmla="*/ 4975908 w 12192000"/>
              <a:gd name="connsiteY92" fmla="*/ 2364128 h 3482342"/>
              <a:gd name="connsiteX93" fmla="*/ 4913723 w 12192000"/>
              <a:gd name="connsiteY93" fmla="*/ 2385265 h 3482342"/>
              <a:gd name="connsiteX94" fmla="*/ 4746485 w 12192000"/>
              <a:gd name="connsiteY94" fmla="*/ 2451769 h 3482342"/>
              <a:gd name="connsiteX95" fmla="*/ 4681588 w 12192000"/>
              <a:gd name="connsiteY95" fmla="*/ 2467494 h 3482342"/>
              <a:gd name="connsiteX96" fmla="*/ 1783655 w 12192000"/>
              <a:gd name="connsiteY96" fmla="*/ 3163860 h 3482342"/>
              <a:gd name="connsiteX97" fmla="*/ 1325955 w 12192000"/>
              <a:gd name="connsiteY97" fmla="*/ 3176692 h 3482342"/>
              <a:gd name="connsiteX98" fmla="*/ 1190384 w 12192000"/>
              <a:gd name="connsiteY98" fmla="*/ 3203504 h 3482342"/>
              <a:gd name="connsiteX99" fmla="*/ 1094537 w 12192000"/>
              <a:gd name="connsiteY99" fmla="*/ 3229469 h 3482342"/>
              <a:gd name="connsiteX100" fmla="*/ 779276 w 12192000"/>
              <a:gd name="connsiteY100" fmla="*/ 3327290 h 3482342"/>
              <a:gd name="connsiteX101" fmla="*/ 600378 w 12192000"/>
              <a:gd name="connsiteY101" fmla="*/ 3335250 h 3482342"/>
              <a:gd name="connsiteX102" fmla="*/ 493457 w 12192000"/>
              <a:gd name="connsiteY102" fmla="*/ 3365044 h 3482342"/>
              <a:gd name="connsiteX103" fmla="*/ 349402 w 12192000"/>
              <a:gd name="connsiteY103" fmla="*/ 3380897 h 3482342"/>
              <a:gd name="connsiteX104" fmla="*/ 192183 w 12192000"/>
              <a:gd name="connsiteY104" fmla="*/ 3460075 h 3482342"/>
              <a:gd name="connsiteX105" fmla="*/ 46713 w 12192000"/>
              <a:gd name="connsiteY105" fmla="*/ 3462986 h 3482342"/>
              <a:gd name="connsiteX106" fmla="*/ 2765 w 12192000"/>
              <a:gd name="connsiteY106" fmla="*/ 3480770 h 3482342"/>
              <a:gd name="connsiteX107" fmla="*/ 0 w 12192000"/>
              <a:gd name="connsiteY107" fmla="*/ 3482342 h 3482342"/>
              <a:gd name="connsiteX108" fmla="*/ 0 w 12192000"/>
              <a:gd name="connsiteY10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30392 w 12192000"/>
              <a:gd name="connsiteY55" fmla="*/ 1898567 h 3482342"/>
              <a:gd name="connsiteX56" fmla="*/ 8345228 w 12192000"/>
              <a:gd name="connsiteY56" fmla="*/ 1939822 h 3482342"/>
              <a:gd name="connsiteX57" fmla="*/ 8236214 w 12192000"/>
              <a:gd name="connsiteY57" fmla="*/ 1909725 h 3482342"/>
              <a:gd name="connsiteX58" fmla="*/ 8132104 w 12192000"/>
              <a:gd name="connsiteY58" fmla="*/ 1895727 h 3482342"/>
              <a:gd name="connsiteX59" fmla="*/ 7918078 w 12192000"/>
              <a:gd name="connsiteY59" fmla="*/ 1862668 h 3482342"/>
              <a:gd name="connsiteX60" fmla="*/ 7817899 w 12192000"/>
              <a:gd name="connsiteY60" fmla="*/ 1862176 h 3482342"/>
              <a:gd name="connsiteX61" fmla="*/ 7768994 w 12192000"/>
              <a:gd name="connsiteY61" fmla="*/ 1855721 h 3482342"/>
              <a:gd name="connsiteX62" fmla="*/ 7618027 w 12192000"/>
              <a:gd name="connsiteY62" fmla="*/ 1830959 h 3482342"/>
              <a:gd name="connsiteX63" fmla="*/ 7449425 w 12192000"/>
              <a:gd name="connsiteY63" fmla="*/ 1810910 h 3482342"/>
              <a:gd name="connsiteX64" fmla="*/ 7342915 w 12192000"/>
              <a:gd name="connsiteY64" fmla="*/ 1819827 h 3482342"/>
              <a:gd name="connsiteX65" fmla="*/ 7255191 w 12192000"/>
              <a:gd name="connsiteY65" fmla="*/ 1834354 h 3482342"/>
              <a:gd name="connsiteX66" fmla="*/ 7131205 w 12192000"/>
              <a:gd name="connsiteY66" fmla="*/ 1845557 h 3482342"/>
              <a:gd name="connsiteX67" fmla="*/ 6917124 w 12192000"/>
              <a:gd name="connsiteY67" fmla="*/ 1837109 h 3482342"/>
              <a:gd name="connsiteX68" fmla="*/ 6837145 w 12192000"/>
              <a:gd name="connsiteY68" fmla="*/ 1870724 h 3482342"/>
              <a:gd name="connsiteX69" fmla="*/ 6753991 w 12192000"/>
              <a:gd name="connsiteY69" fmla="*/ 1860969 h 3482342"/>
              <a:gd name="connsiteX70" fmla="*/ 6727754 w 12192000"/>
              <a:gd name="connsiteY70" fmla="*/ 1882372 h 3482342"/>
              <a:gd name="connsiteX71" fmla="*/ 6723371 w 12192000"/>
              <a:gd name="connsiteY71" fmla="*/ 1886494 h 3482342"/>
              <a:gd name="connsiteX72" fmla="*/ 6702779 w 12192000"/>
              <a:gd name="connsiteY72" fmla="*/ 1893601 h 3482342"/>
              <a:gd name="connsiteX73" fmla="*/ 6700779 w 12192000"/>
              <a:gd name="connsiteY73" fmla="*/ 1907344 h 3482342"/>
              <a:gd name="connsiteX74" fmla="*/ 6672513 w 12192000"/>
              <a:gd name="connsiteY74" fmla="*/ 1926452 h 3482342"/>
              <a:gd name="connsiteX75" fmla="*/ 6633549 w 12192000"/>
              <a:gd name="connsiteY75" fmla="*/ 1936255 h 3482342"/>
              <a:gd name="connsiteX76" fmla="*/ 6444344 w 12192000"/>
              <a:gd name="connsiteY76" fmla="*/ 1969663 h 3482342"/>
              <a:gd name="connsiteX77" fmla="*/ 6333446 w 12192000"/>
              <a:gd name="connsiteY77" fmla="*/ 1997163 h 3482342"/>
              <a:gd name="connsiteX78" fmla="*/ 6294933 w 12192000"/>
              <a:gd name="connsiteY78" fmla="*/ 2019412 h 3482342"/>
              <a:gd name="connsiteX79" fmla="*/ 6238719 w 12192000"/>
              <a:gd name="connsiteY79" fmla="*/ 2042547 h 3482342"/>
              <a:gd name="connsiteX80" fmla="*/ 6142310 w 12192000"/>
              <a:gd name="connsiteY80" fmla="*/ 2092510 h 3482342"/>
              <a:gd name="connsiteX81" fmla="*/ 6007916 w 12192000"/>
              <a:gd name="connsiteY81" fmla="*/ 2143752 h 3482342"/>
              <a:gd name="connsiteX82" fmla="*/ 5894610 w 12192000"/>
              <a:gd name="connsiteY82" fmla="*/ 2130684 h 3482342"/>
              <a:gd name="connsiteX83" fmla="*/ 5817682 w 12192000"/>
              <a:gd name="connsiteY83" fmla="*/ 2157358 h 3482342"/>
              <a:gd name="connsiteX84" fmla="*/ 5591469 w 12192000"/>
              <a:gd name="connsiteY84" fmla="*/ 2178389 h 3482342"/>
              <a:gd name="connsiteX85" fmla="*/ 5414282 w 12192000"/>
              <a:gd name="connsiteY85" fmla="*/ 2183070 h 3482342"/>
              <a:gd name="connsiteX86" fmla="*/ 5368369 w 12192000"/>
              <a:gd name="connsiteY86" fmla="*/ 2204272 h 3482342"/>
              <a:gd name="connsiteX87" fmla="*/ 5291263 w 12192000"/>
              <a:gd name="connsiteY87" fmla="*/ 2239182 h 3482342"/>
              <a:gd name="connsiteX88" fmla="*/ 5240857 w 12192000"/>
              <a:gd name="connsiteY88" fmla="*/ 2289444 h 3482342"/>
              <a:gd name="connsiteX89" fmla="*/ 5173523 w 12192000"/>
              <a:gd name="connsiteY89" fmla="*/ 2309057 h 3482342"/>
              <a:gd name="connsiteX90" fmla="*/ 5148543 w 12192000"/>
              <a:gd name="connsiteY90" fmla="*/ 2282356 h 3482342"/>
              <a:gd name="connsiteX91" fmla="*/ 5079548 w 12192000"/>
              <a:gd name="connsiteY91" fmla="*/ 2313485 h 3482342"/>
              <a:gd name="connsiteX92" fmla="*/ 4975908 w 12192000"/>
              <a:gd name="connsiteY92" fmla="*/ 2364128 h 3482342"/>
              <a:gd name="connsiteX93" fmla="*/ 4913723 w 12192000"/>
              <a:gd name="connsiteY93" fmla="*/ 2385265 h 3482342"/>
              <a:gd name="connsiteX94" fmla="*/ 4746485 w 12192000"/>
              <a:gd name="connsiteY94" fmla="*/ 2451769 h 3482342"/>
              <a:gd name="connsiteX95" fmla="*/ 4681588 w 12192000"/>
              <a:gd name="connsiteY95" fmla="*/ 2467494 h 3482342"/>
              <a:gd name="connsiteX96" fmla="*/ 1783655 w 12192000"/>
              <a:gd name="connsiteY96" fmla="*/ 3163860 h 3482342"/>
              <a:gd name="connsiteX97" fmla="*/ 1325955 w 12192000"/>
              <a:gd name="connsiteY97" fmla="*/ 3176692 h 3482342"/>
              <a:gd name="connsiteX98" fmla="*/ 1190384 w 12192000"/>
              <a:gd name="connsiteY98" fmla="*/ 3203504 h 3482342"/>
              <a:gd name="connsiteX99" fmla="*/ 1094537 w 12192000"/>
              <a:gd name="connsiteY99" fmla="*/ 3229469 h 3482342"/>
              <a:gd name="connsiteX100" fmla="*/ 779276 w 12192000"/>
              <a:gd name="connsiteY100" fmla="*/ 3327290 h 3482342"/>
              <a:gd name="connsiteX101" fmla="*/ 600378 w 12192000"/>
              <a:gd name="connsiteY101" fmla="*/ 3335250 h 3482342"/>
              <a:gd name="connsiteX102" fmla="*/ 493457 w 12192000"/>
              <a:gd name="connsiteY102" fmla="*/ 3365044 h 3482342"/>
              <a:gd name="connsiteX103" fmla="*/ 349402 w 12192000"/>
              <a:gd name="connsiteY103" fmla="*/ 3380897 h 3482342"/>
              <a:gd name="connsiteX104" fmla="*/ 192183 w 12192000"/>
              <a:gd name="connsiteY104" fmla="*/ 3460075 h 3482342"/>
              <a:gd name="connsiteX105" fmla="*/ 46713 w 12192000"/>
              <a:gd name="connsiteY105" fmla="*/ 3462986 h 3482342"/>
              <a:gd name="connsiteX106" fmla="*/ 2765 w 12192000"/>
              <a:gd name="connsiteY106" fmla="*/ 3480770 h 3482342"/>
              <a:gd name="connsiteX107" fmla="*/ 0 w 12192000"/>
              <a:gd name="connsiteY107" fmla="*/ 3482342 h 3482342"/>
              <a:gd name="connsiteX108" fmla="*/ 0 w 12192000"/>
              <a:gd name="connsiteY10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30392 w 12192000"/>
              <a:gd name="connsiteY54" fmla="*/ 1898567 h 3482342"/>
              <a:gd name="connsiteX55" fmla="*/ 8345228 w 12192000"/>
              <a:gd name="connsiteY55" fmla="*/ 1939822 h 3482342"/>
              <a:gd name="connsiteX56" fmla="*/ 8236214 w 12192000"/>
              <a:gd name="connsiteY56" fmla="*/ 1909725 h 3482342"/>
              <a:gd name="connsiteX57" fmla="*/ 8132104 w 12192000"/>
              <a:gd name="connsiteY57" fmla="*/ 1895727 h 3482342"/>
              <a:gd name="connsiteX58" fmla="*/ 7918078 w 12192000"/>
              <a:gd name="connsiteY58" fmla="*/ 1862668 h 3482342"/>
              <a:gd name="connsiteX59" fmla="*/ 7817899 w 12192000"/>
              <a:gd name="connsiteY59" fmla="*/ 1862176 h 3482342"/>
              <a:gd name="connsiteX60" fmla="*/ 7768994 w 12192000"/>
              <a:gd name="connsiteY60" fmla="*/ 1855721 h 3482342"/>
              <a:gd name="connsiteX61" fmla="*/ 7618027 w 12192000"/>
              <a:gd name="connsiteY61" fmla="*/ 1830959 h 3482342"/>
              <a:gd name="connsiteX62" fmla="*/ 7449425 w 12192000"/>
              <a:gd name="connsiteY62" fmla="*/ 1810910 h 3482342"/>
              <a:gd name="connsiteX63" fmla="*/ 7342915 w 12192000"/>
              <a:gd name="connsiteY63" fmla="*/ 1819827 h 3482342"/>
              <a:gd name="connsiteX64" fmla="*/ 7255191 w 12192000"/>
              <a:gd name="connsiteY64" fmla="*/ 1834354 h 3482342"/>
              <a:gd name="connsiteX65" fmla="*/ 7131205 w 12192000"/>
              <a:gd name="connsiteY65" fmla="*/ 1845557 h 3482342"/>
              <a:gd name="connsiteX66" fmla="*/ 6917124 w 12192000"/>
              <a:gd name="connsiteY66" fmla="*/ 1837109 h 3482342"/>
              <a:gd name="connsiteX67" fmla="*/ 6837145 w 12192000"/>
              <a:gd name="connsiteY67" fmla="*/ 1870724 h 3482342"/>
              <a:gd name="connsiteX68" fmla="*/ 6753991 w 12192000"/>
              <a:gd name="connsiteY68" fmla="*/ 1860969 h 3482342"/>
              <a:gd name="connsiteX69" fmla="*/ 6727754 w 12192000"/>
              <a:gd name="connsiteY69" fmla="*/ 1882372 h 3482342"/>
              <a:gd name="connsiteX70" fmla="*/ 6723371 w 12192000"/>
              <a:gd name="connsiteY70" fmla="*/ 1886494 h 3482342"/>
              <a:gd name="connsiteX71" fmla="*/ 6702779 w 12192000"/>
              <a:gd name="connsiteY71" fmla="*/ 1893601 h 3482342"/>
              <a:gd name="connsiteX72" fmla="*/ 6700779 w 12192000"/>
              <a:gd name="connsiteY72" fmla="*/ 1907344 h 3482342"/>
              <a:gd name="connsiteX73" fmla="*/ 6672513 w 12192000"/>
              <a:gd name="connsiteY73" fmla="*/ 1926452 h 3482342"/>
              <a:gd name="connsiteX74" fmla="*/ 6633549 w 12192000"/>
              <a:gd name="connsiteY74" fmla="*/ 1936255 h 3482342"/>
              <a:gd name="connsiteX75" fmla="*/ 6444344 w 12192000"/>
              <a:gd name="connsiteY75" fmla="*/ 1969663 h 3482342"/>
              <a:gd name="connsiteX76" fmla="*/ 6333446 w 12192000"/>
              <a:gd name="connsiteY76" fmla="*/ 1997163 h 3482342"/>
              <a:gd name="connsiteX77" fmla="*/ 6294933 w 12192000"/>
              <a:gd name="connsiteY77" fmla="*/ 2019412 h 3482342"/>
              <a:gd name="connsiteX78" fmla="*/ 6238719 w 12192000"/>
              <a:gd name="connsiteY78" fmla="*/ 2042547 h 3482342"/>
              <a:gd name="connsiteX79" fmla="*/ 6142310 w 12192000"/>
              <a:gd name="connsiteY79" fmla="*/ 2092510 h 3482342"/>
              <a:gd name="connsiteX80" fmla="*/ 6007916 w 12192000"/>
              <a:gd name="connsiteY80" fmla="*/ 2143752 h 3482342"/>
              <a:gd name="connsiteX81" fmla="*/ 5894610 w 12192000"/>
              <a:gd name="connsiteY81" fmla="*/ 2130684 h 3482342"/>
              <a:gd name="connsiteX82" fmla="*/ 5817682 w 12192000"/>
              <a:gd name="connsiteY82" fmla="*/ 2157358 h 3482342"/>
              <a:gd name="connsiteX83" fmla="*/ 5591469 w 12192000"/>
              <a:gd name="connsiteY83" fmla="*/ 2178389 h 3482342"/>
              <a:gd name="connsiteX84" fmla="*/ 5414282 w 12192000"/>
              <a:gd name="connsiteY84" fmla="*/ 2183070 h 3482342"/>
              <a:gd name="connsiteX85" fmla="*/ 5368369 w 12192000"/>
              <a:gd name="connsiteY85" fmla="*/ 2204272 h 3482342"/>
              <a:gd name="connsiteX86" fmla="*/ 5291263 w 12192000"/>
              <a:gd name="connsiteY86" fmla="*/ 2239182 h 3482342"/>
              <a:gd name="connsiteX87" fmla="*/ 5240857 w 12192000"/>
              <a:gd name="connsiteY87" fmla="*/ 2289444 h 3482342"/>
              <a:gd name="connsiteX88" fmla="*/ 5173523 w 12192000"/>
              <a:gd name="connsiteY88" fmla="*/ 2309057 h 3482342"/>
              <a:gd name="connsiteX89" fmla="*/ 5148543 w 12192000"/>
              <a:gd name="connsiteY89" fmla="*/ 2282356 h 3482342"/>
              <a:gd name="connsiteX90" fmla="*/ 5079548 w 12192000"/>
              <a:gd name="connsiteY90" fmla="*/ 2313485 h 3482342"/>
              <a:gd name="connsiteX91" fmla="*/ 4975908 w 12192000"/>
              <a:gd name="connsiteY91" fmla="*/ 2364128 h 3482342"/>
              <a:gd name="connsiteX92" fmla="*/ 4913723 w 12192000"/>
              <a:gd name="connsiteY92" fmla="*/ 2385265 h 3482342"/>
              <a:gd name="connsiteX93" fmla="*/ 4746485 w 12192000"/>
              <a:gd name="connsiteY93" fmla="*/ 2451769 h 3482342"/>
              <a:gd name="connsiteX94" fmla="*/ 4681588 w 12192000"/>
              <a:gd name="connsiteY94" fmla="*/ 2467494 h 3482342"/>
              <a:gd name="connsiteX95" fmla="*/ 1783655 w 12192000"/>
              <a:gd name="connsiteY95" fmla="*/ 3163860 h 3482342"/>
              <a:gd name="connsiteX96" fmla="*/ 1325955 w 12192000"/>
              <a:gd name="connsiteY96" fmla="*/ 3176692 h 3482342"/>
              <a:gd name="connsiteX97" fmla="*/ 1190384 w 12192000"/>
              <a:gd name="connsiteY97" fmla="*/ 3203504 h 3482342"/>
              <a:gd name="connsiteX98" fmla="*/ 1094537 w 12192000"/>
              <a:gd name="connsiteY98" fmla="*/ 3229469 h 3482342"/>
              <a:gd name="connsiteX99" fmla="*/ 779276 w 12192000"/>
              <a:gd name="connsiteY99" fmla="*/ 3327290 h 3482342"/>
              <a:gd name="connsiteX100" fmla="*/ 600378 w 12192000"/>
              <a:gd name="connsiteY100" fmla="*/ 3335250 h 3482342"/>
              <a:gd name="connsiteX101" fmla="*/ 493457 w 12192000"/>
              <a:gd name="connsiteY101" fmla="*/ 3365044 h 3482342"/>
              <a:gd name="connsiteX102" fmla="*/ 349402 w 12192000"/>
              <a:gd name="connsiteY102" fmla="*/ 3380897 h 3482342"/>
              <a:gd name="connsiteX103" fmla="*/ 192183 w 12192000"/>
              <a:gd name="connsiteY103" fmla="*/ 3460075 h 3482342"/>
              <a:gd name="connsiteX104" fmla="*/ 46713 w 12192000"/>
              <a:gd name="connsiteY104" fmla="*/ 3462986 h 3482342"/>
              <a:gd name="connsiteX105" fmla="*/ 2765 w 12192000"/>
              <a:gd name="connsiteY105" fmla="*/ 3480770 h 3482342"/>
              <a:gd name="connsiteX106" fmla="*/ 0 w 12192000"/>
              <a:gd name="connsiteY106" fmla="*/ 3482342 h 3482342"/>
              <a:gd name="connsiteX107" fmla="*/ 0 w 12192000"/>
              <a:gd name="connsiteY107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36742 w 12192000"/>
              <a:gd name="connsiteY54" fmla="*/ 1923967 h 3482342"/>
              <a:gd name="connsiteX55" fmla="*/ 8345228 w 12192000"/>
              <a:gd name="connsiteY55" fmla="*/ 1939822 h 3482342"/>
              <a:gd name="connsiteX56" fmla="*/ 8236214 w 12192000"/>
              <a:gd name="connsiteY56" fmla="*/ 1909725 h 3482342"/>
              <a:gd name="connsiteX57" fmla="*/ 8132104 w 12192000"/>
              <a:gd name="connsiteY57" fmla="*/ 1895727 h 3482342"/>
              <a:gd name="connsiteX58" fmla="*/ 7918078 w 12192000"/>
              <a:gd name="connsiteY58" fmla="*/ 1862668 h 3482342"/>
              <a:gd name="connsiteX59" fmla="*/ 7817899 w 12192000"/>
              <a:gd name="connsiteY59" fmla="*/ 1862176 h 3482342"/>
              <a:gd name="connsiteX60" fmla="*/ 7768994 w 12192000"/>
              <a:gd name="connsiteY60" fmla="*/ 1855721 h 3482342"/>
              <a:gd name="connsiteX61" fmla="*/ 7618027 w 12192000"/>
              <a:gd name="connsiteY61" fmla="*/ 1830959 h 3482342"/>
              <a:gd name="connsiteX62" fmla="*/ 7449425 w 12192000"/>
              <a:gd name="connsiteY62" fmla="*/ 1810910 h 3482342"/>
              <a:gd name="connsiteX63" fmla="*/ 7342915 w 12192000"/>
              <a:gd name="connsiteY63" fmla="*/ 1819827 h 3482342"/>
              <a:gd name="connsiteX64" fmla="*/ 7255191 w 12192000"/>
              <a:gd name="connsiteY64" fmla="*/ 1834354 h 3482342"/>
              <a:gd name="connsiteX65" fmla="*/ 7131205 w 12192000"/>
              <a:gd name="connsiteY65" fmla="*/ 1845557 h 3482342"/>
              <a:gd name="connsiteX66" fmla="*/ 6917124 w 12192000"/>
              <a:gd name="connsiteY66" fmla="*/ 1837109 h 3482342"/>
              <a:gd name="connsiteX67" fmla="*/ 6837145 w 12192000"/>
              <a:gd name="connsiteY67" fmla="*/ 1870724 h 3482342"/>
              <a:gd name="connsiteX68" fmla="*/ 6753991 w 12192000"/>
              <a:gd name="connsiteY68" fmla="*/ 1860969 h 3482342"/>
              <a:gd name="connsiteX69" fmla="*/ 6727754 w 12192000"/>
              <a:gd name="connsiteY69" fmla="*/ 1882372 h 3482342"/>
              <a:gd name="connsiteX70" fmla="*/ 6723371 w 12192000"/>
              <a:gd name="connsiteY70" fmla="*/ 1886494 h 3482342"/>
              <a:gd name="connsiteX71" fmla="*/ 6702779 w 12192000"/>
              <a:gd name="connsiteY71" fmla="*/ 1893601 h 3482342"/>
              <a:gd name="connsiteX72" fmla="*/ 6700779 w 12192000"/>
              <a:gd name="connsiteY72" fmla="*/ 1907344 h 3482342"/>
              <a:gd name="connsiteX73" fmla="*/ 6672513 w 12192000"/>
              <a:gd name="connsiteY73" fmla="*/ 1926452 h 3482342"/>
              <a:gd name="connsiteX74" fmla="*/ 6633549 w 12192000"/>
              <a:gd name="connsiteY74" fmla="*/ 1936255 h 3482342"/>
              <a:gd name="connsiteX75" fmla="*/ 6444344 w 12192000"/>
              <a:gd name="connsiteY75" fmla="*/ 1969663 h 3482342"/>
              <a:gd name="connsiteX76" fmla="*/ 6333446 w 12192000"/>
              <a:gd name="connsiteY76" fmla="*/ 1997163 h 3482342"/>
              <a:gd name="connsiteX77" fmla="*/ 6294933 w 12192000"/>
              <a:gd name="connsiteY77" fmla="*/ 2019412 h 3482342"/>
              <a:gd name="connsiteX78" fmla="*/ 6238719 w 12192000"/>
              <a:gd name="connsiteY78" fmla="*/ 2042547 h 3482342"/>
              <a:gd name="connsiteX79" fmla="*/ 6142310 w 12192000"/>
              <a:gd name="connsiteY79" fmla="*/ 2092510 h 3482342"/>
              <a:gd name="connsiteX80" fmla="*/ 6007916 w 12192000"/>
              <a:gd name="connsiteY80" fmla="*/ 2143752 h 3482342"/>
              <a:gd name="connsiteX81" fmla="*/ 5894610 w 12192000"/>
              <a:gd name="connsiteY81" fmla="*/ 2130684 h 3482342"/>
              <a:gd name="connsiteX82" fmla="*/ 5817682 w 12192000"/>
              <a:gd name="connsiteY82" fmla="*/ 2157358 h 3482342"/>
              <a:gd name="connsiteX83" fmla="*/ 5591469 w 12192000"/>
              <a:gd name="connsiteY83" fmla="*/ 2178389 h 3482342"/>
              <a:gd name="connsiteX84" fmla="*/ 5414282 w 12192000"/>
              <a:gd name="connsiteY84" fmla="*/ 2183070 h 3482342"/>
              <a:gd name="connsiteX85" fmla="*/ 5368369 w 12192000"/>
              <a:gd name="connsiteY85" fmla="*/ 2204272 h 3482342"/>
              <a:gd name="connsiteX86" fmla="*/ 5291263 w 12192000"/>
              <a:gd name="connsiteY86" fmla="*/ 2239182 h 3482342"/>
              <a:gd name="connsiteX87" fmla="*/ 5240857 w 12192000"/>
              <a:gd name="connsiteY87" fmla="*/ 2289444 h 3482342"/>
              <a:gd name="connsiteX88" fmla="*/ 5173523 w 12192000"/>
              <a:gd name="connsiteY88" fmla="*/ 2309057 h 3482342"/>
              <a:gd name="connsiteX89" fmla="*/ 5148543 w 12192000"/>
              <a:gd name="connsiteY89" fmla="*/ 2282356 h 3482342"/>
              <a:gd name="connsiteX90" fmla="*/ 5079548 w 12192000"/>
              <a:gd name="connsiteY90" fmla="*/ 2313485 h 3482342"/>
              <a:gd name="connsiteX91" fmla="*/ 4975908 w 12192000"/>
              <a:gd name="connsiteY91" fmla="*/ 2364128 h 3482342"/>
              <a:gd name="connsiteX92" fmla="*/ 4913723 w 12192000"/>
              <a:gd name="connsiteY92" fmla="*/ 2385265 h 3482342"/>
              <a:gd name="connsiteX93" fmla="*/ 4746485 w 12192000"/>
              <a:gd name="connsiteY93" fmla="*/ 2451769 h 3482342"/>
              <a:gd name="connsiteX94" fmla="*/ 4681588 w 12192000"/>
              <a:gd name="connsiteY94" fmla="*/ 2467494 h 3482342"/>
              <a:gd name="connsiteX95" fmla="*/ 1783655 w 12192000"/>
              <a:gd name="connsiteY95" fmla="*/ 3163860 h 3482342"/>
              <a:gd name="connsiteX96" fmla="*/ 1325955 w 12192000"/>
              <a:gd name="connsiteY96" fmla="*/ 3176692 h 3482342"/>
              <a:gd name="connsiteX97" fmla="*/ 1190384 w 12192000"/>
              <a:gd name="connsiteY97" fmla="*/ 3203504 h 3482342"/>
              <a:gd name="connsiteX98" fmla="*/ 1094537 w 12192000"/>
              <a:gd name="connsiteY98" fmla="*/ 3229469 h 3482342"/>
              <a:gd name="connsiteX99" fmla="*/ 779276 w 12192000"/>
              <a:gd name="connsiteY99" fmla="*/ 3327290 h 3482342"/>
              <a:gd name="connsiteX100" fmla="*/ 600378 w 12192000"/>
              <a:gd name="connsiteY100" fmla="*/ 3335250 h 3482342"/>
              <a:gd name="connsiteX101" fmla="*/ 493457 w 12192000"/>
              <a:gd name="connsiteY101" fmla="*/ 3365044 h 3482342"/>
              <a:gd name="connsiteX102" fmla="*/ 349402 w 12192000"/>
              <a:gd name="connsiteY102" fmla="*/ 3380897 h 3482342"/>
              <a:gd name="connsiteX103" fmla="*/ 192183 w 12192000"/>
              <a:gd name="connsiteY103" fmla="*/ 3460075 h 3482342"/>
              <a:gd name="connsiteX104" fmla="*/ 46713 w 12192000"/>
              <a:gd name="connsiteY104" fmla="*/ 3462986 h 3482342"/>
              <a:gd name="connsiteX105" fmla="*/ 2765 w 12192000"/>
              <a:gd name="connsiteY105" fmla="*/ 3480770 h 3482342"/>
              <a:gd name="connsiteX106" fmla="*/ 0 w 12192000"/>
              <a:gd name="connsiteY106" fmla="*/ 3482342 h 3482342"/>
              <a:gd name="connsiteX107" fmla="*/ 0 w 12192000"/>
              <a:gd name="connsiteY107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0447 w 12192000"/>
              <a:gd name="connsiteY23" fmla="*/ 12870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36742 w 12192000"/>
              <a:gd name="connsiteY54" fmla="*/ 1923967 h 3482342"/>
              <a:gd name="connsiteX55" fmla="*/ 8345228 w 12192000"/>
              <a:gd name="connsiteY55" fmla="*/ 1939822 h 3482342"/>
              <a:gd name="connsiteX56" fmla="*/ 8236214 w 12192000"/>
              <a:gd name="connsiteY56" fmla="*/ 1909725 h 3482342"/>
              <a:gd name="connsiteX57" fmla="*/ 8132104 w 12192000"/>
              <a:gd name="connsiteY57" fmla="*/ 1895727 h 3482342"/>
              <a:gd name="connsiteX58" fmla="*/ 7918078 w 12192000"/>
              <a:gd name="connsiteY58" fmla="*/ 1862668 h 3482342"/>
              <a:gd name="connsiteX59" fmla="*/ 7817899 w 12192000"/>
              <a:gd name="connsiteY59" fmla="*/ 1862176 h 3482342"/>
              <a:gd name="connsiteX60" fmla="*/ 7768994 w 12192000"/>
              <a:gd name="connsiteY60" fmla="*/ 1855721 h 3482342"/>
              <a:gd name="connsiteX61" fmla="*/ 7618027 w 12192000"/>
              <a:gd name="connsiteY61" fmla="*/ 1830959 h 3482342"/>
              <a:gd name="connsiteX62" fmla="*/ 7449425 w 12192000"/>
              <a:gd name="connsiteY62" fmla="*/ 1810910 h 3482342"/>
              <a:gd name="connsiteX63" fmla="*/ 7342915 w 12192000"/>
              <a:gd name="connsiteY63" fmla="*/ 1819827 h 3482342"/>
              <a:gd name="connsiteX64" fmla="*/ 7255191 w 12192000"/>
              <a:gd name="connsiteY64" fmla="*/ 1834354 h 3482342"/>
              <a:gd name="connsiteX65" fmla="*/ 7131205 w 12192000"/>
              <a:gd name="connsiteY65" fmla="*/ 1845557 h 3482342"/>
              <a:gd name="connsiteX66" fmla="*/ 6917124 w 12192000"/>
              <a:gd name="connsiteY66" fmla="*/ 1837109 h 3482342"/>
              <a:gd name="connsiteX67" fmla="*/ 6837145 w 12192000"/>
              <a:gd name="connsiteY67" fmla="*/ 1870724 h 3482342"/>
              <a:gd name="connsiteX68" fmla="*/ 6753991 w 12192000"/>
              <a:gd name="connsiteY68" fmla="*/ 1860969 h 3482342"/>
              <a:gd name="connsiteX69" fmla="*/ 6727754 w 12192000"/>
              <a:gd name="connsiteY69" fmla="*/ 1882372 h 3482342"/>
              <a:gd name="connsiteX70" fmla="*/ 6723371 w 12192000"/>
              <a:gd name="connsiteY70" fmla="*/ 1886494 h 3482342"/>
              <a:gd name="connsiteX71" fmla="*/ 6702779 w 12192000"/>
              <a:gd name="connsiteY71" fmla="*/ 1893601 h 3482342"/>
              <a:gd name="connsiteX72" fmla="*/ 6700779 w 12192000"/>
              <a:gd name="connsiteY72" fmla="*/ 1907344 h 3482342"/>
              <a:gd name="connsiteX73" fmla="*/ 6672513 w 12192000"/>
              <a:gd name="connsiteY73" fmla="*/ 1926452 h 3482342"/>
              <a:gd name="connsiteX74" fmla="*/ 6633549 w 12192000"/>
              <a:gd name="connsiteY74" fmla="*/ 1936255 h 3482342"/>
              <a:gd name="connsiteX75" fmla="*/ 6444344 w 12192000"/>
              <a:gd name="connsiteY75" fmla="*/ 1969663 h 3482342"/>
              <a:gd name="connsiteX76" fmla="*/ 6333446 w 12192000"/>
              <a:gd name="connsiteY76" fmla="*/ 1997163 h 3482342"/>
              <a:gd name="connsiteX77" fmla="*/ 6294933 w 12192000"/>
              <a:gd name="connsiteY77" fmla="*/ 2019412 h 3482342"/>
              <a:gd name="connsiteX78" fmla="*/ 6238719 w 12192000"/>
              <a:gd name="connsiteY78" fmla="*/ 2042547 h 3482342"/>
              <a:gd name="connsiteX79" fmla="*/ 6142310 w 12192000"/>
              <a:gd name="connsiteY79" fmla="*/ 2092510 h 3482342"/>
              <a:gd name="connsiteX80" fmla="*/ 6007916 w 12192000"/>
              <a:gd name="connsiteY80" fmla="*/ 2143752 h 3482342"/>
              <a:gd name="connsiteX81" fmla="*/ 5894610 w 12192000"/>
              <a:gd name="connsiteY81" fmla="*/ 2130684 h 3482342"/>
              <a:gd name="connsiteX82" fmla="*/ 5817682 w 12192000"/>
              <a:gd name="connsiteY82" fmla="*/ 2157358 h 3482342"/>
              <a:gd name="connsiteX83" fmla="*/ 5591469 w 12192000"/>
              <a:gd name="connsiteY83" fmla="*/ 2178389 h 3482342"/>
              <a:gd name="connsiteX84" fmla="*/ 5414282 w 12192000"/>
              <a:gd name="connsiteY84" fmla="*/ 2183070 h 3482342"/>
              <a:gd name="connsiteX85" fmla="*/ 5368369 w 12192000"/>
              <a:gd name="connsiteY85" fmla="*/ 2204272 h 3482342"/>
              <a:gd name="connsiteX86" fmla="*/ 5291263 w 12192000"/>
              <a:gd name="connsiteY86" fmla="*/ 2239182 h 3482342"/>
              <a:gd name="connsiteX87" fmla="*/ 5240857 w 12192000"/>
              <a:gd name="connsiteY87" fmla="*/ 2289444 h 3482342"/>
              <a:gd name="connsiteX88" fmla="*/ 5173523 w 12192000"/>
              <a:gd name="connsiteY88" fmla="*/ 2309057 h 3482342"/>
              <a:gd name="connsiteX89" fmla="*/ 5148543 w 12192000"/>
              <a:gd name="connsiteY89" fmla="*/ 2282356 h 3482342"/>
              <a:gd name="connsiteX90" fmla="*/ 5079548 w 12192000"/>
              <a:gd name="connsiteY90" fmla="*/ 2313485 h 3482342"/>
              <a:gd name="connsiteX91" fmla="*/ 4975908 w 12192000"/>
              <a:gd name="connsiteY91" fmla="*/ 2364128 h 3482342"/>
              <a:gd name="connsiteX92" fmla="*/ 4913723 w 12192000"/>
              <a:gd name="connsiteY92" fmla="*/ 2385265 h 3482342"/>
              <a:gd name="connsiteX93" fmla="*/ 4746485 w 12192000"/>
              <a:gd name="connsiteY93" fmla="*/ 2451769 h 3482342"/>
              <a:gd name="connsiteX94" fmla="*/ 4681588 w 12192000"/>
              <a:gd name="connsiteY94" fmla="*/ 2467494 h 3482342"/>
              <a:gd name="connsiteX95" fmla="*/ 1783655 w 12192000"/>
              <a:gd name="connsiteY95" fmla="*/ 3163860 h 3482342"/>
              <a:gd name="connsiteX96" fmla="*/ 1325955 w 12192000"/>
              <a:gd name="connsiteY96" fmla="*/ 3176692 h 3482342"/>
              <a:gd name="connsiteX97" fmla="*/ 1190384 w 12192000"/>
              <a:gd name="connsiteY97" fmla="*/ 3203504 h 3482342"/>
              <a:gd name="connsiteX98" fmla="*/ 1094537 w 12192000"/>
              <a:gd name="connsiteY98" fmla="*/ 3229469 h 3482342"/>
              <a:gd name="connsiteX99" fmla="*/ 779276 w 12192000"/>
              <a:gd name="connsiteY99" fmla="*/ 3327290 h 3482342"/>
              <a:gd name="connsiteX100" fmla="*/ 600378 w 12192000"/>
              <a:gd name="connsiteY100" fmla="*/ 3335250 h 3482342"/>
              <a:gd name="connsiteX101" fmla="*/ 493457 w 12192000"/>
              <a:gd name="connsiteY101" fmla="*/ 3365044 h 3482342"/>
              <a:gd name="connsiteX102" fmla="*/ 349402 w 12192000"/>
              <a:gd name="connsiteY102" fmla="*/ 3380897 h 3482342"/>
              <a:gd name="connsiteX103" fmla="*/ 192183 w 12192000"/>
              <a:gd name="connsiteY103" fmla="*/ 3460075 h 3482342"/>
              <a:gd name="connsiteX104" fmla="*/ 46713 w 12192000"/>
              <a:gd name="connsiteY104" fmla="*/ 3462986 h 3482342"/>
              <a:gd name="connsiteX105" fmla="*/ 2765 w 12192000"/>
              <a:gd name="connsiteY105" fmla="*/ 3480770 h 3482342"/>
              <a:gd name="connsiteX106" fmla="*/ 0 w 12192000"/>
              <a:gd name="connsiteY106" fmla="*/ 3482342 h 3482342"/>
              <a:gd name="connsiteX107" fmla="*/ 0 w 12192000"/>
              <a:gd name="connsiteY107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294073 w 12192000"/>
              <a:gd name="connsiteY17" fmla="*/ 897260 h 3482342"/>
              <a:gd name="connsiteX18" fmla="*/ 11228040 w 12192000"/>
              <a:gd name="connsiteY18" fmla="*/ 958953 h 3482342"/>
              <a:gd name="connsiteX19" fmla="*/ 11193568 w 12192000"/>
              <a:gd name="connsiteY19" fmla="*/ 982314 h 3482342"/>
              <a:gd name="connsiteX20" fmla="*/ 11139869 w 12192000"/>
              <a:gd name="connsiteY20" fmla="*/ 1126133 h 3482342"/>
              <a:gd name="connsiteX21" fmla="*/ 11003287 w 12192000"/>
              <a:gd name="connsiteY21" fmla="*/ 1243468 h 3482342"/>
              <a:gd name="connsiteX22" fmla="*/ 10930447 w 12192000"/>
              <a:gd name="connsiteY22" fmla="*/ 1287088 h 3482342"/>
              <a:gd name="connsiteX23" fmla="*/ 10832727 w 12192000"/>
              <a:gd name="connsiteY23" fmla="*/ 1341335 h 3482342"/>
              <a:gd name="connsiteX24" fmla="*/ 10720408 w 12192000"/>
              <a:gd name="connsiteY24" fmla="*/ 1344999 h 3482342"/>
              <a:gd name="connsiteX25" fmla="*/ 10635456 w 12192000"/>
              <a:gd name="connsiteY25" fmla="*/ 1337688 h 3482342"/>
              <a:gd name="connsiteX26" fmla="*/ 10629954 w 12192000"/>
              <a:gd name="connsiteY26" fmla="*/ 1330628 h 3482342"/>
              <a:gd name="connsiteX27" fmla="*/ 10623883 w 12192000"/>
              <a:gd name="connsiteY27" fmla="*/ 1332776 h 3482342"/>
              <a:gd name="connsiteX28" fmla="*/ 10622090 w 12192000"/>
              <a:gd name="connsiteY28" fmla="*/ 1341385 h 3482342"/>
              <a:gd name="connsiteX29" fmla="*/ 10573203 w 12192000"/>
              <a:gd name="connsiteY29" fmla="*/ 1351996 h 3482342"/>
              <a:gd name="connsiteX30" fmla="*/ 10513263 w 12192000"/>
              <a:gd name="connsiteY30" fmla="*/ 1350756 h 3482342"/>
              <a:gd name="connsiteX31" fmla="*/ 10464012 w 12192000"/>
              <a:gd name="connsiteY31" fmla="*/ 1391778 h 3482342"/>
              <a:gd name="connsiteX32" fmla="*/ 10405409 w 12192000"/>
              <a:gd name="connsiteY32" fmla="*/ 1422789 h 3482342"/>
              <a:gd name="connsiteX33" fmla="*/ 10370530 w 12192000"/>
              <a:gd name="connsiteY33" fmla="*/ 1441596 h 3482342"/>
              <a:gd name="connsiteX34" fmla="*/ 10264922 w 12192000"/>
              <a:gd name="connsiteY34" fmla="*/ 1472107 h 3482342"/>
              <a:gd name="connsiteX35" fmla="*/ 10058690 w 12192000"/>
              <a:gd name="connsiteY35" fmla="*/ 1474888 h 3482342"/>
              <a:gd name="connsiteX36" fmla="*/ 10004424 w 12192000"/>
              <a:gd name="connsiteY36" fmla="*/ 1489801 h 3482342"/>
              <a:gd name="connsiteX37" fmla="*/ 9999951 w 12192000"/>
              <a:gd name="connsiteY37" fmla="*/ 1499127 h 3482342"/>
              <a:gd name="connsiteX38" fmla="*/ 9845462 w 12192000"/>
              <a:gd name="connsiteY38" fmla="*/ 1548192 h 3482342"/>
              <a:gd name="connsiteX39" fmla="*/ 9736156 w 12192000"/>
              <a:gd name="connsiteY39" fmla="*/ 1581928 h 3482342"/>
              <a:gd name="connsiteX40" fmla="*/ 9693355 w 12192000"/>
              <a:gd name="connsiteY40" fmla="*/ 1602632 h 3482342"/>
              <a:gd name="connsiteX41" fmla="*/ 9664242 w 12192000"/>
              <a:gd name="connsiteY41" fmla="*/ 1622075 h 3482342"/>
              <a:gd name="connsiteX42" fmla="*/ 9579195 w 12192000"/>
              <a:gd name="connsiteY42" fmla="*/ 1648017 h 3482342"/>
              <a:gd name="connsiteX43" fmla="*/ 9433652 w 12192000"/>
              <a:gd name="connsiteY43" fmla="*/ 1681174 h 3482342"/>
              <a:gd name="connsiteX44" fmla="*/ 9403775 w 12192000"/>
              <a:gd name="connsiteY44" fmla="*/ 1690403 h 3482342"/>
              <a:gd name="connsiteX45" fmla="*/ 9382503 w 12192000"/>
              <a:gd name="connsiteY45" fmla="*/ 1706957 h 3482342"/>
              <a:gd name="connsiteX46" fmla="*/ 9381410 w 12192000"/>
              <a:gd name="connsiteY46" fmla="*/ 1718312 h 3482342"/>
              <a:gd name="connsiteX47" fmla="*/ 9365685 w 12192000"/>
              <a:gd name="connsiteY47" fmla="*/ 1724772 h 3482342"/>
              <a:gd name="connsiteX48" fmla="*/ 9278020 w 12192000"/>
              <a:gd name="connsiteY48" fmla="*/ 1741161 h 3482342"/>
              <a:gd name="connsiteX49" fmla="*/ 9217145 w 12192000"/>
              <a:gd name="connsiteY49" fmla="*/ 1771195 h 3482342"/>
              <a:gd name="connsiteX50" fmla="*/ 8955875 w 12192000"/>
              <a:gd name="connsiteY50" fmla="*/ 1796806 h 3482342"/>
              <a:gd name="connsiteX51" fmla="*/ 8648415 w 12192000"/>
              <a:gd name="connsiteY51" fmla="*/ 1878623 h 3482342"/>
              <a:gd name="connsiteX52" fmla="*/ 8524524 w 12192000"/>
              <a:gd name="connsiteY52" fmla="*/ 1902425 h 3482342"/>
              <a:gd name="connsiteX53" fmla="*/ 8436742 w 12192000"/>
              <a:gd name="connsiteY53" fmla="*/ 1923967 h 3482342"/>
              <a:gd name="connsiteX54" fmla="*/ 8345228 w 12192000"/>
              <a:gd name="connsiteY54" fmla="*/ 1939822 h 3482342"/>
              <a:gd name="connsiteX55" fmla="*/ 8236214 w 12192000"/>
              <a:gd name="connsiteY55" fmla="*/ 1909725 h 3482342"/>
              <a:gd name="connsiteX56" fmla="*/ 8132104 w 12192000"/>
              <a:gd name="connsiteY56" fmla="*/ 1895727 h 3482342"/>
              <a:gd name="connsiteX57" fmla="*/ 7918078 w 12192000"/>
              <a:gd name="connsiteY57" fmla="*/ 1862668 h 3482342"/>
              <a:gd name="connsiteX58" fmla="*/ 7817899 w 12192000"/>
              <a:gd name="connsiteY58" fmla="*/ 1862176 h 3482342"/>
              <a:gd name="connsiteX59" fmla="*/ 7768994 w 12192000"/>
              <a:gd name="connsiteY59" fmla="*/ 1855721 h 3482342"/>
              <a:gd name="connsiteX60" fmla="*/ 7618027 w 12192000"/>
              <a:gd name="connsiteY60" fmla="*/ 1830959 h 3482342"/>
              <a:gd name="connsiteX61" fmla="*/ 7449425 w 12192000"/>
              <a:gd name="connsiteY61" fmla="*/ 1810910 h 3482342"/>
              <a:gd name="connsiteX62" fmla="*/ 7342915 w 12192000"/>
              <a:gd name="connsiteY62" fmla="*/ 1819827 h 3482342"/>
              <a:gd name="connsiteX63" fmla="*/ 7255191 w 12192000"/>
              <a:gd name="connsiteY63" fmla="*/ 1834354 h 3482342"/>
              <a:gd name="connsiteX64" fmla="*/ 7131205 w 12192000"/>
              <a:gd name="connsiteY64" fmla="*/ 1845557 h 3482342"/>
              <a:gd name="connsiteX65" fmla="*/ 6917124 w 12192000"/>
              <a:gd name="connsiteY65" fmla="*/ 1837109 h 3482342"/>
              <a:gd name="connsiteX66" fmla="*/ 6837145 w 12192000"/>
              <a:gd name="connsiteY66" fmla="*/ 1870724 h 3482342"/>
              <a:gd name="connsiteX67" fmla="*/ 6753991 w 12192000"/>
              <a:gd name="connsiteY67" fmla="*/ 1860969 h 3482342"/>
              <a:gd name="connsiteX68" fmla="*/ 6727754 w 12192000"/>
              <a:gd name="connsiteY68" fmla="*/ 1882372 h 3482342"/>
              <a:gd name="connsiteX69" fmla="*/ 6723371 w 12192000"/>
              <a:gd name="connsiteY69" fmla="*/ 1886494 h 3482342"/>
              <a:gd name="connsiteX70" fmla="*/ 6702779 w 12192000"/>
              <a:gd name="connsiteY70" fmla="*/ 1893601 h 3482342"/>
              <a:gd name="connsiteX71" fmla="*/ 6700779 w 12192000"/>
              <a:gd name="connsiteY71" fmla="*/ 1907344 h 3482342"/>
              <a:gd name="connsiteX72" fmla="*/ 6672513 w 12192000"/>
              <a:gd name="connsiteY72" fmla="*/ 1926452 h 3482342"/>
              <a:gd name="connsiteX73" fmla="*/ 6633549 w 12192000"/>
              <a:gd name="connsiteY73" fmla="*/ 1936255 h 3482342"/>
              <a:gd name="connsiteX74" fmla="*/ 6444344 w 12192000"/>
              <a:gd name="connsiteY74" fmla="*/ 1969663 h 3482342"/>
              <a:gd name="connsiteX75" fmla="*/ 6333446 w 12192000"/>
              <a:gd name="connsiteY75" fmla="*/ 1997163 h 3482342"/>
              <a:gd name="connsiteX76" fmla="*/ 6294933 w 12192000"/>
              <a:gd name="connsiteY76" fmla="*/ 2019412 h 3482342"/>
              <a:gd name="connsiteX77" fmla="*/ 6238719 w 12192000"/>
              <a:gd name="connsiteY77" fmla="*/ 2042547 h 3482342"/>
              <a:gd name="connsiteX78" fmla="*/ 6142310 w 12192000"/>
              <a:gd name="connsiteY78" fmla="*/ 2092510 h 3482342"/>
              <a:gd name="connsiteX79" fmla="*/ 6007916 w 12192000"/>
              <a:gd name="connsiteY79" fmla="*/ 2143752 h 3482342"/>
              <a:gd name="connsiteX80" fmla="*/ 5894610 w 12192000"/>
              <a:gd name="connsiteY80" fmla="*/ 2130684 h 3482342"/>
              <a:gd name="connsiteX81" fmla="*/ 5817682 w 12192000"/>
              <a:gd name="connsiteY81" fmla="*/ 2157358 h 3482342"/>
              <a:gd name="connsiteX82" fmla="*/ 5591469 w 12192000"/>
              <a:gd name="connsiteY82" fmla="*/ 2178389 h 3482342"/>
              <a:gd name="connsiteX83" fmla="*/ 5414282 w 12192000"/>
              <a:gd name="connsiteY83" fmla="*/ 2183070 h 3482342"/>
              <a:gd name="connsiteX84" fmla="*/ 5368369 w 12192000"/>
              <a:gd name="connsiteY84" fmla="*/ 2204272 h 3482342"/>
              <a:gd name="connsiteX85" fmla="*/ 5291263 w 12192000"/>
              <a:gd name="connsiteY85" fmla="*/ 2239182 h 3482342"/>
              <a:gd name="connsiteX86" fmla="*/ 5240857 w 12192000"/>
              <a:gd name="connsiteY86" fmla="*/ 2289444 h 3482342"/>
              <a:gd name="connsiteX87" fmla="*/ 5173523 w 12192000"/>
              <a:gd name="connsiteY87" fmla="*/ 2309057 h 3482342"/>
              <a:gd name="connsiteX88" fmla="*/ 5148543 w 12192000"/>
              <a:gd name="connsiteY88" fmla="*/ 2282356 h 3482342"/>
              <a:gd name="connsiteX89" fmla="*/ 5079548 w 12192000"/>
              <a:gd name="connsiteY89" fmla="*/ 2313485 h 3482342"/>
              <a:gd name="connsiteX90" fmla="*/ 4975908 w 12192000"/>
              <a:gd name="connsiteY90" fmla="*/ 2364128 h 3482342"/>
              <a:gd name="connsiteX91" fmla="*/ 4913723 w 12192000"/>
              <a:gd name="connsiteY91" fmla="*/ 2385265 h 3482342"/>
              <a:gd name="connsiteX92" fmla="*/ 4746485 w 12192000"/>
              <a:gd name="connsiteY92" fmla="*/ 2451769 h 3482342"/>
              <a:gd name="connsiteX93" fmla="*/ 4681588 w 12192000"/>
              <a:gd name="connsiteY93" fmla="*/ 2467494 h 3482342"/>
              <a:gd name="connsiteX94" fmla="*/ 1783655 w 12192000"/>
              <a:gd name="connsiteY94" fmla="*/ 3163860 h 3482342"/>
              <a:gd name="connsiteX95" fmla="*/ 1325955 w 12192000"/>
              <a:gd name="connsiteY95" fmla="*/ 3176692 h 3482342"/>
              <a:gd name="connsiteX96" fmla="*/ 1190384 w 12192000"/>
              <a:gd name="connsiteY96" fmla="*/ 3203504 h 3482342"/>
              <a:gd name="connsiteX97" fmla="*/ 1094537 w 12192000"/>
              <a:gd name="connsiteY97" fmla="*/ 3229469 h 3482342"/>
              <a:gd name="connsiteX98" fmla="*/ 779276 w 12192000"/>
              <a:gd name="connsiteY98" fmla="*/ 3327290 h 3482342"/>
              <a:gd name="connsiteX99" fmla="*/ 600378 w 12192000"/>
              <a:gd name="connsiteY99" fmla="*/ 3335250 h 3482342"/>
              <a:gd name="connsiteX100" fmla="*/ 493457 w 12192000"/>
              <a:gd name="connsiteY100" fmla="*/ 3365044 h 3482342"/>
              <a:gd name="connsiteX101" fmla="*/ 349402 w 12192000"/>
              <a:gd name="connsiteY101" fmla="*/ 3380897 h 3482342"/>
              <a:gd name="connsiteX102" fmla="*/ 192183 w 12192000"/>
              <a:gd name="connsiteY102" fmla="*/ 3460075 h 3482342"/>
              <a:gd name="connsiteX103" fmla="*/ 46713 w 12192000"/>
              <a:gd name="connsiteY103" fmla="*/ 3462986 h 3482342"/>
              <a:gd name="connsiteX104" fmla="*/ 2765 w 12192000"/>
              <a:gd name="connsiteY104" fmla="*/ 3480770 h 3482342"/>
              <a:gd name="connsiteX105" fmla="*/ 0 w 12192000"/>
              <a:gd name="connsiteY105" fmla="*/ 3482342 h 3482342"/>
              <a:gd name="connsiteX106" fmla="*/ 0 w 12192000"/>
              <a:gd name="connsiteY106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38523 w 12192000"/>
              <a:gd name="connsiteY17" fmla="*/ 852810 h 3482342"/>
              <a:gd name="connsiteX18" fmla="*/ 11228040 w 12192000"/>
              <a:gd name="connsiteY18" fmla="*/ 958953 h 3482342"/>
              <a:gd name="connsiteX19" fmla="*/ 11193568 w 12192000"/>
              <a:gd name="connsiteY19" fmla="*/ 982314 h 3482342"/>
              <a:gd name="connsiteX20" fmla="*/ 11139869 w 12192000"/>
              <a:gd name="connsiteY20" fmla="*/ 1126133 h 3482342"/>
              <a:gd name="connsiteX21" fmla="*/ 11003287 w 12192000"/>
              <a:gd name="connsiteY21" fmla="*/ 1243468 h 3482342"/>
              <a:gd name="connsiteX22" fmla="*/ 10930447 w 12192000"/>
              <a:gd name="connsiteY22" fmla="*/ 1287088 h 3482342"/>
              <a:gd name="connsiteX23" fmla="*/ 10832727 w 12192000"/>
              <a:gd name="connsiteY23" fmla="*/ 1341335 h 3482342"/>
              <a:gd name="connsiteX24" fmla="*/ 10720408 w 12192000"/>
              <a:gd name="connsiteY24" fmla="*/ 1344999 h 3482342"/>
              <a:gd name="connsiteX25" fmla="*/ 10635456 w 12192000"/>
              <a:gd name="connsiteY25" fmla="*/ 1337688 h 3482342"/>
              <a:gd name="connsiteX26" fmla="*/ 10629954 w 12192000"/>
              <a:gd name="connsiteY26" fmla="*/ 1330628 h 3482342"/>
              <a:gd name="connsiteX27" fmla="*/ 10623883 w 12192000"/>
              <a:gd name="connsiteY27" fmla="*/ 1332776 h 3482342"/>
              <a:gd name="connsiteX28" fmla="*/ 10622090 w 12192000"/>
              <a:gd name="connsiteY28" fmla="*/ 1341385 h 3482342"/>
              <a:gd name="connsiteX29" fmla="*/ 10573203 w 12192000"/>
              <a:gd name="connsiteY29" fmla="*/ 1351996 h 3482342"/>
              <a:gd name="connsiteX30" fmla="*/ 10513263 w 12192000"/>
              <a:gd name="connsiteY30" fmla="*/ 1350756 h 3482342"/>
              <a:gd name="connsiteX31" fmla="*/ 10464012 w 12192000"/>
              <a:gd name="connsiteY31" fmla="*/ 1391778 h 3482342"/>
              <a:gd name="connsiteX32" fmla="*/ 10405409 w 12192000"/>
              <a:gd name="connsiteY32" fmla="*/ 1422789 h 3482342"/>
              <a:gd name="connsiteX33" fmla="*/ 10370530 w 12192000"/>
              <a:gd name="connsiteY33" fmla="*/ 1441596 h 3482342"/>
              <a:gd name="connsiteX34" fmla="*/ 10264922 w 12192000"/>
              <a:gd name="connsiteY34" fmla="*/ 1472107 h 3482342"/>
              <a:gd name="connsiteX35" fmla="*/ 10058690 w 12192000"/>
              <a:gd name="connsiteY35" fmla="*/ 1474888 h 3482342"/>
              <a:gd name="connsiteX36" fmla="*/ 10004424 w 12192000"/>
              <a:gd name="connsiteY36" fmla="*/ 1489801 h 3482342"/>
              <a:gd name="connsiteX37" fmla="*/ 9999951 w 12192000"/>
              <a:gd name="connsiteY37" fmla="*/ 1499127 h 3482342"/>
              <a:gd name="connsiteX38" fmla="*/ 9845462 w 12192000"/>
              <a:gd name="connsiteY38" fmla="*/ 1548192 h 3482342"/>
              <a:gd name="connsiteX39" fmla="*/ 9736156 w 12192000"/>
              <a:gd name="connsiteY39" fmla="*/ 1581928 h 3482342"/>
              <a:gd name="connsiteX40" fmla="*/ 9693355 w 12192000"/>
              <a:gd name="connsiteY40" fmla="*/ 1602632 h 3482342"/>
              <a:gd name="connsiteX41" fmla="*/ 9664242 w 12192000"/>
              <a:gd name="connsiteY41" fmla="*/ 1622075 h 3482342"/>
              <a:gd name="connsiteX42" fmla="*/ 9579195 w 12192000"/>
              <a:gd name="connsiteY42" fmla="*/ 1648017 h 3482342"/>
              <a:gd name="connsiteX43" fmla="*/ 9433652 w 12192000"/>
              <a:gd name="connsiteY43" fmla="*/ 1681174 h 3482342"/>
              <a:gd name="connsiteX44" fmla="*/ 9403775 w 12192000"/>
              <a:gd name="connsiteY44" fmla="*/ 1690403 h 3482342"/>
              <a:gd name="connsiteX45" fmla="*/ 9382503 w 12192000"/>
              <a:gd name="connsiteY45" fmla="*/ 1706957 h 3482342"/>
              <a:gd name="connsiteX46" fmla="*/ 9381410 w 12192000"/>
              <a:gd name="connsiteY46" fmla="*/ 1718312 h 3482342"/>
              <a:gd name="connsiteX47" fmla="*/ 9365685 w 12192000"/>
              <a:gd name="connsiteY47" fmla="*/ 1724772 h 3482342"/>
              <a:gd name="connsiteX48" fmla="*/ 9278020 w 12192000"/>
              <a:gd name="connsiteY48" fmla="*/ 1741161 h 3482342"/>
              <a:gd name="connsiteX49" fmla="*/ 9217145 w 12192000"/>
              <a:gd name="connsiteY49" fmla="*/ 1771195 h 3482342"/>
              <a:gd name="connsiteX50" fmla="*/ 8955875 w 12192000"/>
              <a:gd name="connsiteY50" fmla="*/ 1796806 h 3482342"/>
              <a:gd name="connsiteX51" fmla="*/ 8648415 w 12192000"/>
              <a:gd name="connsiteY51" fmla="*/ 1878623 h 3482342"/>
              <a:gd name="connsiteX52" fmla="*/ 8524524 w 12192000"/>
              <a:gd name="connsiteY52" fmla="*/ 1902425 h 3482342"/>
              <a:gd name="connsiteX53" fmla="*/ 8436742 w 12192000"/>
              <a:gd name="connsiteY53" fmla="*/ 1923967 h 3482342"/>
              <a:gd name="connsiteX54" fmla="*/ 8345228 w 12192000"/>
              <a:gd name="connsiteY54" fmla="*/ 1939822 h 3482342"/>
              <a:gd name="connsiteX55" fmla="*/ 8236214 w 12192000"/>
              <a:gd name="connsiteY55" fmla="*/ 1909725 h 3482342"/>
              <a:gd name="connsiteX56" fmla="*/ 8132104 w 12192000"/>
              <a:gd name="connsiteY56" fmla="*/ 1895727 h 3482342"/>
              <a:gd name="connsiteX57" fmla="*/ 7918078 w 12192000"/>
              <a:gd name="connsiteY57" fmla="*/ 1862668 h 3482342"/>
              <a:gd name="connsiteX58" fmla="*/ 7817899 w 12192000"/>
              <a:gd name="connsiteY58" fmla="*/ 1862176 h 3482342"/>
              <a:gd name="connsiteX59" fmla="*/ 7768994 w 12192000"/>
              <a:gd name="connsiteY59" fmla="*/ 1855721 h 3482342"/>
              <a:gd name="connsiteX60" fmla="*/ 7618027 w 12192000"/>
              <a:gd name="connsiteY60" fmla="*/ 1830959 h 3482342"/>
              <a:gd name="connsiteX61" fmla="*/ 7449425 w 12192000"/>
              <a:gd name="connsiteY61" fmla="*/ 1810910 h 3482342"/>
              <a:gd name="connsiteX62" fmla="*/ 7342915 w 12192000"/>
              <a:gd name="connsiteY62" fmla="*/ 1819827 h 3482342"/>
              <a:gd name="connsiteX63" fmla="*/ 7255191 w 12192000"/>
              <a:gd name="connsiteY63" fmla="*/ 1834354 h 3482342"/>
              <a:gd name="connsiteX64" fmla="*/ 7131205 w 12192000"/>
              <a:gd name="connsiteY64" fmla="*/ 1845557 h 3482342"/>
              <a:gd name="connsiteX65" fmla="*/ 6917124 w 12192000"/>
              <a:gd name="connsiteY65" fmla="*/ 1837109 h 3482342"/>
              <a:gd name="connsiteX66" fmla="*/ 6837145 w 12192000"/>
              <a:gd name="connsiteY66" fmla="*/ 1870724 h 3482342"/>
              <a:gd name="connsiteX67" fmla="*/ 6753991 w 12192000"/>
              <a:gd name="connsiteY67" fmla="*/ 1860969 h 3482342"/>
              <a:gd name="connsiteX68" fmla="*/ 6727754 w 12192000"/>
              <a:gd name="connsiteY68" fmla="*/ 1882372 h 3482342"/>
              <a:gd name="connsiteX69" fmla="*/ 6723371 w 12192000"/>
              <a:gd name="connsiteY69" fmla="*/ 1886494 h 3482342"/>
              <a:gd name="connsiteX70" fmla="*/ 6702779 w 12192000"/>
              <a:gd name="connsiteY70" fmla="*/ 1893601 h 3482342"/>
              <a:gd name="connsiteX71" fmla="*/ 6700779 w 12192000"/>
              <a:gd name="connsiteY71" fmla="*/ 1907344 h 3482342"/>
              <a:gd name="connsiteX72" fmla="*/ 6672513 w 12192000"/>
              <a:gd name="connsiteY72" fmla="*/ 1926452 h 3482342"/>
              <a:gd name="connsiteX73" fmla="*/ 6633549 w 12192000"/>
              <a:gd name="connsiteY73" fmla="*/ 1936255 h 3482342"/>
              <a:gd name="connsiteX74" fmla="*/ 6444344 w 12192000"/>
              <a:gd name="connsiteY74" fmla="*/ 1969663 h 3482342"/>
              <a:gd name="connsiteX75" fmla="*/ 6333446 w 12192000"/>
              <a:gd name="connsiteY75" fmla="*/ 1997163 h 3482342"/>
              <a:gd name="connsiteX76" fmla="*/ 6294933 w 12192000"/>
              <a:gd name="connsiteY76" fmla="*/ 2019412 h 3482342"/>
              <a:gd name="connsiteX77" fmla="*/ 6238719 w 12192000"/>
              <a:gd name="connsiteY77" fmla="*/ 2042547 h 3482342"/>
              <a:gd name="connsiteX78" fmla="*/ 6142310 w 12192000"/>
              <a:gd name="connsiteY78" fmla="*/ 2092510 h 3482342"/>
              <a:gd name="connsiteX79" fmla="*/ 6007916 w 12192000"/>
              <a:gd name="connsiteY79" fmla="*/ 2143752 h 3482342"/>
              <a:gd name="connsiteX80" fmla="*/ 5894610 w 12192000"/>
              <a:gd name="connsiteY80" fmla="*/ 2130684 h 3482342"/>
              <a:gd name="connsiteX81" fmla="*/ 5817682 w 12192000"/>
              <a:gd name="connsiteY81" fmla="*/ 2157358 h 3482342"/>
              <a:gd name="connsiteX82" fmla="*/ 5591469 w 12192000"/>
              <a:gd name="connsiteY82" fmla="*/ 2178389 h 3482342"/>
              <a:gd name="connsiteX83" fmla="*/ 5414282 w 12192000"/>
              <a:gd name="connsiteY83" fmla="*/ 2183070 h 3482342"/>
              <a:gd name="connsiteX84" fmla="*/ 5368369 w 12192000"/>
              <a:gd name="connsiteY84" fmla="*/ 2204272 h 3482342"/>
              <a:gd name="connsiteX85" fmla="*/ 5291263 w 12192000"/>
              <a:gd name="connsiteY85" fmla="*/ 2239182 h 3482342"/>
              <a:gd name="connsiteX86" fmla="*/ 5240857 w 12192000"/>
              <a:gd name="connsiteY86" fmla="*/ 2289444 h 3482342"/>
              <a:gd name="connsiteX87" fmla="*/ 5173523 w 12192000"/>
              <a:gd name="connsiteY87" fmla="*/ 2309057 h 3482342"/>
              <a:gd name="connsiteX88" fmla="*/ 5148543 w 12192000"/>
              <a:gd name="connsiteY88" fmla="*/ 2282356 h 3482342"/>
              <a:gd name="connsiteX89" fmla="*/ 5079548 w 12192000"/>
              <a:gd name="connsiteY89" fmla="*/ 2313485 h 3482342"/>
              <a:gd name="connsiteX90" fmla="*/ 4975908 w 12192000"/>
              <a:gd name="connsiteY90" fmla="*/ 2364128 h 3482342"/>
              <a:gd name="connsiteX91" fmla="*/ 4913723 w 12192000"/>
              <a:gd name="connsiteY91" fmla="*/ 2385265 h 3482342"/>
              <a:gd name="connsiteX92" fmla="*/ 4746485 w 12192000"/>
              <a:gd name="connsiteY92" fmla="*/ 2451769 h 3482342"/>
              <a:gd name="connsiteX93" fmla="*/ 4681588 w 12192000"/>
              <a:gd name="connsiteY93" fmla="*/ 2467494 h 3482342"/>
              <a:gd name="connsiteX94" fmla="*/ 1783655 w 12192000"/>
              <a:gd name="connsiteY94" fmla="*/ 3163860 h 3482342"/>
              <a:gd name="connsiteX95" fmla="*/ 1325955 w 12192000"/>
              <a:gd name="connsiteY95" fmla="*/ 3176692 h 3482342"/>
              <a:gd name="connsiteX96" fmla="*/ 1190384 w 12192000"/>
              <a:gd name="connsiteY96" fmla="*/ 3203504 h 3482342"/>
              <a:gd name="connsiteX97" fmla="*/ 1094537 w 12192000"/>
              <a:gd name="connsiteY97" fmla="*/ 3229469 h 3482342"/>
              <a:gd name="connsiteX98" fmla="*/ 779276 w 12192000"/>
              <a:gd name="connsiteY98" fmla="*/ 3327290 h 3482342"/>
              <a:gd name="connsiteX99" fmla="*/ 600378 w 12192000"/>
              <a:gd name="connsiteY99" fmla="*/ 3335250 h 3482342"/>
              <a:gd name="connsiteX100" fmla="*/ 493457 w 12192000"/>
              <a:gd name="connsiteY100" fmla="*/ 3365044 h 3482342"/>
              <a:gd name="connsiteX101" fmla="*/ 349402 w 12192000"/>
              <a:gd name="connsiteY101" fmla="*/ 3380897 h 3482342"/>
              <a:gd name="connsiteX102" fmla="*/ 192183 w 12192000"/>
              <a:gd name="connsiteY102" fmla="*/ 3460075 h 3482342"/>
              <a:gd name="connsiteX103" fmla="*/ 46713 w 12192000"/>
              <a:gd name="connsiteY103" fmla="*/ 3462986 h 3482342"/>
              <a:gd name="connsiteX104" fmla="*/ 2765 w 12192000"/>
              <a:gd name="connsiteY104" fmla="*/ 3480770 h 3482342"/>
              <a:gd name="connsiteX105" fmla="*/ 0 w 12192000"/>
              <a:gd name="connsiteY105" fmla="*/ 3482342 h 3482342"/>
              <a:gd name="connsiteX106" fmla="*/ 0 w 12192000"/>
              <a:gd name="connsiteY106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01920 w 12192000"/>
              <a:gd name="connsiteY16" fmla="*/ 813109 h 3482342"/>
              <a:gd name="connsiteX17" fmla="*/ 11338523 w 12192000"/>
              <a:gd name="connsiteY17" fmla="*/ 852810 h 3482342"/>
              <a:gd name="connsiteX18" fmla="*/ 11228040 w 12192000"/>
              <a:gd name="connsiteY18" fmla="*/ 958953 h 3482342"/>
              <a:gd name="connsiteX19" fmla="*/ 11193568 w 12192000"/>
              <a:gd name="connsiteY19" fmla="*/ 982314 h 3482342"/>
              <a:gd name="connsiteX20" fmla="*/ 11139869 w 12192000"/>
              <a:gd name="connsiteY20" fmla="*/ 1126133 h 3482342"/>
              <a:gd name="connsiteX21" fmla="*/ 11003287 w 12192000"/>
              <a:gd name="connsiteY21" fmla="*/ 1243468 h 3482342"/>
              <a:gd name="connsiteX22" fmla="*/ 10930447 w 12192000"/>
              <a:gd name="connsiteY22" fmla="*/ 1287088 h 3482342"/>
              <a:gd name="connsiteX23" fmla="*/ 10832727 w 12192000"/>
              <a:gd name="connsiteY23" fmla="*/ 1341335 h 3482342"/>
              <a:gd name="connsiteX24" fmla="*/ 10720408 w 12192000"/>
              <a:gd name="connsiteY24" fmla="*/ 1344999 h 3482342"/>
              <a:gd name="connsiteX25" fmla="*/ 10635456 w 12192000"/>
              <a:gd name="connsiteY25" fmla="*/ 1337688 h 3482342"/>
              <a:gd name="connsiteX26" fmla="*/ 10629954 w 12192000"/>
              <a:gd name="connsiteY26" fmla="*/ 1330628 h 3482342"/>
              <a:gd name="connsiteX27" fmla="*/ 10623883 w 12192000"/>
              <a:gd name="connsiteY27" fmla="*/ 1332776 h 3482342"/>
              <a:gd name="connsiteX28" fmla="*/ 10622090 w 12192000"/>
              <a:gd name="connsiteY28" fmla="*/ 1341385 h 3482342"/>
              <a:gd name="connsiteX29" fmla="*/ 10573203 w 12192000"/>
              <a:gd name="connsiteY29" fmla="*/ 1351996 h 3482342"/>
              <a:gd name="connsiteX30" fmla="*/ 10513263 w 12192000"/>
              <a:gd name="connsiteY30" fmla="*/ 1350756 h 3482342"/>
              <a:gd name="connsiteX31" fmla="*/ 10464012 w 12192000"/>
              <a:gd name="connsiteY31" fmla="*/ 1391778 h 3482342"/>
              <a:gd name="connsiteX32" fmla="*/ 10405409 w 12192000"/>
              <a:gd name="connsiteY32" fmla="*/ 1422789 h 3482342"/>
              <a:gd name="connsiteX33" fmla="*/ 10370530 w 12192000"/>
              <a:gd name="connsiteY33" fmla="*/ 1441596 h 3482342"/>
              <a:gd name="connsiteX34" fmla="*/ 10264922 w 12192000"/>
              <a:gd name="connsiteY34" fmla="*/ 1472107 h 3482342"/>
              <a:gd name="connsiteX35" fmla="*/ 10058690 w 12192000"/>
              <a:gd name="connsiteY35" fmla="*/ 1474888 h 3482342"/>
              <a:gd name="connsiteX36" fmla="*/ 10004424 w 12192000"/>
              <a:gd name="connsiteY36" fmla="*/ 1489801 h 3482342"/>
              <a:gd name="connsiteX37" fmla="*/ 9999951 w 12192000"/>
              <a:gd name="connsiteY37" fmla="*/ 1499127 h 3482342"/>
              <a:gd name="connsiteX38" fmla="*/ 9845462 w 12192000"/>
              <a:gd name="connsiteY38" fmla="*/ 1548192 h 3482342"/>
              <a:gd name="connsiteX39" fmla="*/ 9736156 w 12192000"/>
              <a:gd name="connsiteY39" fmla="*/ 1581928 h 3482342"/>
              <a:gd name="connsiteX40" fmla="*/ 9693355 w 12192000"/>
              <a:gd name="connsiteY40" fmla="*/ 1602632 h 3482342"/>
              <a:gd name="connsiteX41" fmla="*/ 9664242 w 12192000"/>
              <a:gd name="connsiteY41" fmla="*/ 1622075 h 3482342"/>
              <a:gd name="connsiteX42" fmla="*/ 9579195 w 12192000"/>
              <a:gd name="connsiteY42" fmla="*/ 1648017 h 3482342"/>
              <a:gd name="connsiteX43" fmla="*/ 9433652 w 12192000"/>
              <a:gd name="connsiteY43" fmla="*/ 1681174 h 3482342"/>
              <a:gd name="connsiteX44" fmla="*/ 9403775 w 12192000"/>
              <a:gd name="connsiteY44" fmla="*/ 1690403 h 3482342"/>
              <a:gd name="connsiteX45" fmla="*/ 9382503 w 12192000"/>
              <a:gd name="connsiteY45" fmla="*/ 1706957 h 3482342"/>
              <a:gd name="connsiteX46" fmla="*/ 9381410 w 12192000"/>
              <a:gd name="connsiteY46" fmla="*/ 1718312 h 3482342"/>
              <a:gd name="connsiteX47" fmla="*/ 9365685 w 12192000"/>
              <a:gd name="connsiteY47" fmla="*/ 1724772 h 3482342"/>
              <a:gd name="connsiteX48" fmla="*/ 9278020 w 12192000"/>
              <a:gd name="connsiteY48" fmla="*/ 1741161 h 3482342"/>
              <a:gd name="connsiteX49" fmla="*/ 9217145 w 12192000"/>
              <a:gd name="connsiteY49" fmla="*/ 1771195 h 3482342"/>
              <a:gd name="connsiteX50" fmla="*/ 8955875 w 12192000"/>
              <a:gd name="connsiteY50" fmla="*/ 1796806 h 3482342"/>
              <a:gd name="connsiteX51" fmla="*/ 8648415 w 12192000"/>
              <a:gd name="connsiteY51" fmla="*/ 1878623 h 3482342"/>
              <a:gd name="connsiteX52" fmla="*/ 8524524 w 12192000"/>
              <a:gd name="connsiteY52" fmla="*/ 1902425 h 3482342"/>
              <a:gd name="connsiteX53" fmla="*/ 8436742 w 12192000"/>
              <a:gd name="connsiteY53" fmla="*/ 1923967 h 3482342"/>
              <a:gd name="connsiteX54" fmla="*/ 8345228 w 12192000"/>
              <a:gd name="connsiteY54" fmla="*/ 1939822 h 3482342"/>
              <a:gd name="connsiteX55" fmla="*/ 8236214 w 12192000"/>
              <a:gd name="connsiteY55" fmla="*/ 1909725 h 3482342"/>
              <a:gd name="connsiteX56" fmla="*/ 8132104 w 12192000"/>
              <a:gd name="connsiteY56" fmla="*/ 1895727 h 3482342"/>
              <a:gd name="connsiteX57" fmla="*/ 7918078 w 12192000"/>
              <a:gd name="connsiteY57" fmla="*/ 1862668 h 3482342"/>
              <a:gd name="connsiteX58" fmla="*/ 7817899 w 12192000"/>
              <a:gd name="connsiteY58" fmla="*/ 1862176 h 3482342"/>
              <a:gd name="connsiteX59" fmla="*/ 7768994 w 12192000"/>
              <a:gd name="connsiteY59" fmla="*/ 1855721 h 3482342"/>
              <a:gd name="connsiteX60" fmla="*/ 7618027 w 12192000"/>
              <a:gd name="connsiteY60" fmla="*/ 1830959 h 3482342"/>
              <a:gd name="connsiteX61" fmla="*/ 7449425 w 12192000"/>
              <a:gd name="connsiteY61" fmla="*/ 1810910 h 3482342"/>
              <a:gd name="connsiteX62" fmla="*/ 7342915 w 12192000"/>
              <a:gd name="connsiteY62" fmla="*/ 1819827 h 3482342"/>
              <a:gd name="connsiteX63" fmla="*/ 7255191 w 12192000"/>
              <a:gd name="connsiteY63" fmla="*/ 1834354 h 3482342"/>
              <a:gd name="connsiteX64" fmla="*/ 7131205 w 12192000"/>
              <a:gd name="connsiteY64" fmla="*/ 1845557 h 3482342"/>
              <a:gd name="connsiteX65" fmla="*/ 6917124 w 12192000"/>
              <a:gd name="connsiteY65" fmla="*/ 1837109 h 3482342"/>
              <a:gd name="connsiteX66" fmla="*/ 6837145 w 12192000"/>
              <a:gd name="connsiteY66" fmla="*/ 1870724 h 3482342"/>
              <a:gd name="connsiteX67" fmla="*/ 6753991 w 12192000"/>
              <a:gd name="connsiteY67" fmla="*/ 1860969 h 3482342"/>
              <a:gd name="connsiteX68" fmla="*/ 6727754 w 12192000"/>
              <a:gd name="connsiteY68" fmla="*/ 1882372 h 3482342"/>
              <a:gd name="connsiteX69" fmla="*/ 6723371 w 12192000"/>
              <a:gd name="connsiteY69" fmla="*/ 1886494 h 3482342"/>
              <a:gd name="connsiteX70" fmla="*/ 6702779 w 12192000"/>
              <a:gd name="connsiteY70" fmla="*/ 1893601 h 3482342"/>
              <a:gd name="connsiteX71" fmla="*/ 6700779 w 12192000"/>
              <a:gd name="connsiteY71" fmla="*/ 1907344 h 3482342"/>
              <a:gd name="connsiteX72" fmla="*/ 6672513 w 12192000"/>
              <a:gd name="connsiteY72" fmla="*/ 1926452 h 3482342"/>
              <a:gd name="connsiteX73" fmla="*/ 6633549 w 12192000"/>
              <a:gd name="connsiteY73" fmla="*/ 1936255 h 3482342"/>
              <a:gd name="connsiteX74" fmla="*/ 6444344 w 12192000"/>
              <a:gd name="connsiteY74" fmla="*/ 1969663 h 3482342"/>
              <a:gd name="connsiteX75" fmla="*/ 6333446 w 12192000"/>
              <a:gd name="connsiteY75" fmla="*/ 1997163 h 3482342"/>
              <a:gd name="connsiteX76" fmla="*/ 6294933 w 12192000"/>
              <a:gd name="connsiteY76" fmla="*/ 2019412 h 3482342"/>
              <a:gd name="connsiteX77" fmla="*/ 6238719 w 12192000"/>
              <a:gd name="connsiteY77" fmla="*/ 2042547 h 3482342"/>
              <a:gd name="connsiteX78" fmla="*/ 6142310 w 12192000"/>
              <a:gd name="connsiteY78" fmla="*/ 2092510 h 3482342"/>
              <a:gd name="connsiteX79" fmla="*/ 6007916 w 12192000"/>
              <a:gd name="connsiteY79" fmla="*/ 2143752 h 3482342"/>
              <a:gd name="connsiteX80" fmla="*/ 5894610 w 12192000"/>
              <a:gd name="connsiteY80" fmla="*/ 2130684 h 3482342"/>
              <a:gd name="connsiteX81" fmla="*/ 5817682 w 12192000"/>
              <a:gd name="connsiteY81" fmla="*/ 2157358 h 3482342"/>
              <a:gd name="connsiteX82" fmla="*/ 5591469 w 12192000"/>
              <a:gd name="connsiteY82" fmla="*/ 2178389 h 3482342"/>
              <a:gd name="connsiteX83" fmla="*/ 5414282 w 12192000"/>
              <a:gd name="connsiteY83" fmla="*/ 2183070 h 3482342"/>
              <a:gd name="connsiteX84" fmla="*/ 5368369 w 12192000"/>
              <a:gd name="connsiteY84" fmla="*/ 2204272 h 3482342"/>
              <a:gd name="connsiteX85" fmla="*/ 5291263 w 12192000"/>
              <a:gd name="connsiteY85" fmla="*/ 2239182 h 3482342"/>
              <a:gd name="connsiteX86" fmla="*/ 5240857 w 12192000"/>
              <a:gd name="connsiteY86" fmla="*/ 2289444 h 3482342"/>
              <a:gd name="connsiteX87" fmla="*/ 5173523 w 12192000"/>
              <a:gd name="connsiteY87" fmla="*/ 2309057 h 3482342"/>
              <a:gd name="connsiteX88" fmla="*/ 5148543 w 12192000"/>
              <a:gd name="connsiteY88" fmla="*/ 2282356 h 3482342"/>
              <a:gd name="connsiteX89" fmla="*/ 5079548 w 12192000"/>
              <a:gd name="connsiteY89" fmla="*/ 2313485 h 3482342"/>
              <a:gd name="connsiteX90" fmla="*/ 4975908 w 12192000"/>
              <a:gd name="connsiteY90" fmla="*/ 2364128 h 3482342"/>
              <a:gd name="connsiteX91" fmla="*/ 4913723 w 12192000"/>
              <a:gd name="connsiteY91" fmla="*/ 2385265 h 3482342"/>
              <a:gd name="connsiteX92" fmla="*/ 4746485 w 12192000"/>
              <a:gd name="connsiteY92" fmla="*/ 2451769 h 3482342"/>
              <a:gd name="connsiteX93" fmla="*/ 4681588 w 12192000"/>
              <a:gd name="connsiteY93" fmla="*/ 2467494 h 3482342"/>
              <a:gd name="connsiteX94" fmla="*/ 1783655 w 12192000"/>
              <a:gd name="connsiteY94" fmla="*/ 3163860 h 3482342"/>
              <a:gd name="connsiteX95" fmla="*/ 1325955 w 12192000"/>
              <a:gd name="connsiteY95" fmla="*/ 3176692 h 3482342"/>
              <a:gd name="connsiteX96" fmla="*/ 1190384 w 12192000"/>
              <a:gd name="connsiteY96" fmla="*/ 3203504 h 3482342"/>
              <a:gd name="connsiteX97" fmla="*/ 1094537 w 12192000"/>
              <a:gd name="connsiteY97" fmla="*/ 3229469 h 3482342"/>
              <a:gd name="connsiteX98" fmla="*/ 779276 w 12192000"/>
              <a:gd name="connsiteY98" fmla="*/ 3327290 h 3482342"/>
              <a:gd name="connsiteX99" fmla="*/ 600378 w 12192000"/>
              <a:gd name="connsiteY99" fmla="*/ 3335250 h 3482342"/>
              <a:gd name="connsiteX100" fmla="*/ 493457 w 12192000"/>
              <a:gd name="connsiteY100" fmla="*/ 3365044 h 3482342"/>
              <a:gd name="connsiteX101" fmla="*/ 349402 w 12192000"/>
              <a:gd name="connsiteY101" fmla="*/ 3380897 h 3482342"/>
              <a:gd name="connsiteX102" fmla="*/ 192183 w 12192000"/>
              <a:gd name="connsiteY102" fmla="*/ 3460075 h 3482342"/>
              <a:gd name="connsiteX103" fmla="*/ 46713 w 12192000"/>
              <a:gd name="connsiteY103" fmla="*/ 3462986 h 3482342"/>
              <a:gd name="connsiteX104" fmla="*/ 2765 w 12192000"/>
              <a:gd name="connsiteY104" fmla="*/ 3480770 h 3482342"/>
              <a:gd name="connsiteX105" fmla="*/ 0 w 12192000"/>
              <a:gd name="connsiteY105" fmla="*/ 3482342 h 3482342"/>
              <a:gd name="connsiteX106" fmla="*/ 0 w 12192000"/>
              <a:gd name="connsiteY106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982314 h 3482342"/>
              <a:gd name="connsiteX19" fmla="*/ 11139869 w 12192000"/>
              <a:gd name="connsiteY19" fmla="*/ 1126133 h 3482342"/>
              <a:gd name="connsiteX20" fmla="*/ 11003287 w 12192000"/>
              <a:gd name="connsiteY20" fmla="*/ 1243468 h 3482342"/>
              <a:gd name="connsiteX21" fmla="*/ 10930447 w 12192000"/>
              <a:gd name="connsiteY21" fmla="*/ 1287088 h 3482342"/>
              <a:gd name="connsiteX22" fmla="*/ 10832727 w 12192000"/>
              <a:gd name="connsiteY22" fmla="*/ 1341335 h 3482342"/>
              <a:gd name="connsiteX23" fmla="*/ 10720408 w 12192000"/>
              <a:gd name="connsiteY23" fmla="*/ 1344999 h 3482342"/>
              <a:gd name="connsiteX24" fmla="*/ 10635456 w 12192000"/>
              <a:gd name="connsiteY24" fmla="*/ 1337688 h 3482342"/>
              <a:gd name="connsiteX25" fmla="*/ 10629954 w 12192000"/>
              <a:gd name="connsiteY25" fmla="*/ 1330628 h 3482342"/>
              <a:gd name="connsiteX26" fmla="*/ 10623883 w 12192000"/>
              <a:gd name="connsiteY26" fmla="*/ 1332776 h 3482342"/>
              <a:gd name="connsiteX27" fmla="*/ 10622090 w 12192000"/>
              <a:gd name="connsiteY27" fmla="*/ 1341385 h 3482342"/>
              <a:gd name="connsiteX28" fmla="*/ 10573203 w 12192000"/>
              <a:gd name="connsiteY28" fmla="*/ 1351996 h 3482342"/>
              <a:gd name="connsiteX29" fmla="*/ 10513263 w 12192000"/>
              <a:gd name="connsiteY29" fmla="*/ 1350756 h 3482342"/>
              <a:gd name="connsiteX30" fmla="*/ 10464012 w 12192000"/>
              <a:gd name="connsiteY30" fmla="*/ 1391778 h 3482342"/>
              <a:gd name="connsiteX31" fmla="*/ 10405409 w 12192000"/>
              <a:gd name="connsiteY31" fmla="*/ 1422789 h 3482342"/>
              <a:gd name="connsiteX32" fmla="*/ 10370530 w 12192000"/>
              <a:gd name="connsiteY32" fmla="*/ 1441596 h 3482342"/>
              <a:gd name="connsiteX33" fmla="*/ 10264922 w 12192000"/>
              <a:gd name="connsiteY33" fmla="*/ 1472107 h 3482342"/>
              <a:gd name="connsiteX34" fmla="*/ 10058690 w 12192000"/>
              <a:gd name="connsiteY34" fmla="*/ 1474888 h 3482342"/>
              <a:gd name="connsiteX35" fmla="*/ 10004424 w 12192000"/>
              <a:gd name="connsiteY35" fmla="*/ 1489801 h 3482342"/>
              <a:gd name="connsiteX36" fmla="*/ 9999951 w 12192000"/>
              <a:gd name="connsiteY36" fmla="*/ 1499127 h 3482342"/>
              <a:gd name="connsiteX37" fmla="*/ 9845462 w 12192000"/>
              <a:gd name="connsiteY37" fmla="*/ 1548192 h 3482342"/>
              <a:gd name="connsiteX38" fmla="*/ 9736156 w 12192000"/>
              <a:gd name="connsiteY38" fmla="*/ 1581928 h 3482342"/>
              <a:gd name="connsiteX39" fmla="*/ 9693355 w 12192000"/>
              <a:gd name="connsiteY39" fmla="*/ 1602632 h 3482342"/>
              <a:gd name="connsiteX40" fmla="*/ 9664242 w 12192000"/>
              <a:gd name="connsiteY40" fmla="*/ 1622075 h 3482342"/>
              <a:gd name="connsiteX41" fmla="*/ 9579195 w 12192000"/>
              <a:gd name="connsiteY41" fmla="*/ 1648017 h 3482342"/>
              <a:gd name="connsiteX42" fmla="*/ 9433652 w 12192000"/>
              <a:gd name="connsiteY42" fmla="*/ 1681174 h 3482342"/>
              <a:gd name="connsiteX43" fmla="*/ 9403775 w 12192000"/>
              <a:gd name="connsiteY43" fmla="*/ 1690403 h 3482342"/>
              <a:gd name="connsiteX44" fmla="*/ 9382503 w 12192000"/>
              <a:gd name="connsiteY44" fmla="*/ 1706957 h 3482342"/>
              <a:gd name="connsiteX45" fmla="*/ 9381410 w 12192000"/>
              <a:gd name="connsiteY45" fmla="*/ 1718312 h 3482342"/>
              <a:gd name="connsiteX46" fmla="*/ 9365685 w 12192000"/>
              <a:gd name="connsiteY46" fmla="*/ 1724772 h 3482342"/>
              <a:gd name="connsiteX47" fmla="*/ 9278020 w 12192000"/>
              <a:gd name="connsiteY47" fmla="*/ 1741161 h 3482342"/>
              <a:gd name="connsiteX48" fmla="*/ 9217145 w 12192000"/>
              <a:gd name="connsiteY48" fmla="*/ 1771195 h 3482342"/>
              <a:gd name="connsiteX49" fmla="*/ 8955875 w 12192000"/>
              <a:gd name="connsiteY49" fmla="*/ 1796806 h 3482342"/>
              <a:gd name="connsiteX50" fmla="*/ 8648415 w 12192000"/>
              <a:gd name="connsiteY50" fmla="*/ 1878623 h 3482342"/>
              <a:gd name="connsiteX51" fmla="*/ 8524524 w 12192000"/>
              <a:gd name="connsiteY51" fmla="*/ 1902425 h 3482342"/>
              <a:gd name="connsiteX52" fmla="*/ 8436742 w 12192000"/>
              <a:gd name="connsiteY52" fmla="*/ 1923967 h 3482342"/>
              <a:gd name="connsiteX53" fmla="*/ 8345228 w 12192000"/>
              <a:gd name="connsiteY53" fmla="*/ 1939822 h 3482342"/>
              <a:gd name="connsiteX54" fmla="*/ 8236214 w 12192000"/>
              <a:gd name="connsiteY54" fmla="*/ 1909725 h 3482342"/>
              <a:gd name="connsiteX55" fmla="*/ 8132104 w 12192000"/>
              <a:gd name="connsiteY55" fmla="*/ 1895727 h 3482342"/>
              <a:gd name="connsiteX56" fmla="*/ 7918078 w 12192000"/>
              <a:gd name="connsiteY56" fmla="*/ 1862668 h 3482342"/>
              <a:gd name="connsiteX57" fmla="*/ 7817899 w 12192000"/>
              <a:gd name="connsiteY57" fmla="*/ 1862176 h 3482342"/>
              <a:gd name="connsiteX58" fmla="*/ 7768994 w 12192000"/>
              <a:gd name="connsiteY58" fmla="*/ 1855721 h 3482342"/>
              <a:gd name="connsiteX59" fmla="*/ 7618027 w 12192000"/>
              <a:gd name="connsiteY59" fmla="*/ 1830959 h 3482342"/>
              <a:gd name="connsiteX60" fmla="*/ 7449425 w 12192000"/>
              <a:gd name="connsiteY60" fmla="*/ 1810910 h 3482342"/>
              <a:gd name="connsiteX61" fmla="*/ 7342915 w 12192000"/>
              <a:gd name="connsiteY61" fmla="*/ 1819827 h 3482342"/>
              <a:gd name="connsiteX62" fmla="*/ 7255191 w 12192000"/>
              <a:gd name="connsiteY62" fmla="*/ 1834354 h 3482342"/>
              <a:gd name="connsiteX63" fmla="*/ 7131205 w 12192000"/>
              <a:gd name="connsiteY63" fmla="*/ 1845557 h 3482342"/>
              <a:gd name="connsiteX64" fmla="*/ 6917124 w 12192000"/>
              <a:gd name="connsiteY64" fmla="*/ 1837109 h 3482342"/>
              <a:gd name="connsiteX65" fmla="*/ 6837145 w 12192000"/>
              <a:gd name="connsiteY65" fmla="*/ 1870724 h 3482342"/>
              <a:gd name="connsiteX66" fmla="*/ 6753991 w 12192000"/>
              <a:gd name="connsiteY66" fmla="*/ 1860969 h 3482342"/>
              <a:gd name="connsiteX67" fmla="*/ 6727754 w 12192000"/>
              <a:gd name="connsiteY67" fmla="*/ 1882372 h 3482342"/>
              <a:gd name="connsiteX68" fmla="*/ 6723371 w 12192000"/>
              <a:gd name="connsiteY68" fmla="*/ 1886494 h 3482342"/>
              <a:gd name="connsiteX69" fmla="*/ 6702779 w 12192000"/>
              <a:gd name="connsiteY69" fmla="*/ 1893601 h 3482342"/>
              <a:gd name="connsiteX70" fmla="*/ 6700779 w 12192000"/>
              <a:gd name="connsiteY70" fmla="*/ 1907344 h 3482342"/>
              <a:gd name="connsiteX71" fmla="*/ 6672513 w 12192000"/>
              <a:gd name="connsiteY71" fmla="*/ 1926452 h 3482342"/>
              <a:gd name="connsiteX72" fmla="*/ 6633549 w 12192000"/>
              <a:gd name="connsiteY72" fmla="*/ 1936255 h 3482342"/>
              <a:gd name="connsiteX73" fmla="*/ 6444344 w 12192000"/>
              <a:gd name="connsiteY73" fmla="*/ 1969663 h 3482342"/>
              <a:gd name="connsiteX74" fmla="*/ 6333446 w 12192000"/>
              <a:gd name="connsiteY74" fmla="*/ 1997163 h 3482342"/>
              <a:gd name="connsiteX75" fmla="*/ 6294933 w 12192000"/>
              <a:gd name="connsiteY75" fmla="*/ 2019412 h 3482342"/>
              <a:gd name="connsiteX76" fmla="*/ 6238719 w 12192000"/>
              <a:gd name="connsiteY76" fmla="*/ 2042547 h 3482342"/>
              <a:gd name="connsiteX77" fmla="*/ 6142310 w 12192000"/>
              <a:gd name="connsiteY77" fmla="*/ 2092510 h 3482342"/>
              <a:gd name="connsiteX78" fmla="*/ 6007916 w 12192000"/>
              <a:gd name="connsiteY78" fmla="*/ 2143752 h 3482342"/>
              <a:gd name="connsiteX79" fmla="*/ 5894610 w 12192000"/>
              <a:gd name="connsiteY79" fmla="*/ 2130684 h 3482342"/>
              <a:gd name="connsiteX80" fmla="*/ 5817682 w 12192000"/>
              <a:gd name="connsiteY80" fmla="*/ 2157358 h 3482342"/>
              <a:gd name="connsiteX81" fmla="*/ 5591469 w 12192000"/>
              <a:gd name="connsiteY81" fmla="*/ 2178389 h 3482342"/>
              <a:gd name="connsiteX82" fmla="*/ 5414282 w 12192000"/>
              <a:gd name="connsiteY82" fmla="*/ 2183070 h 3482342"/>
              <a:gd name="connsiteX83" fmla="*/ 5368369 w 12192000"/>
              <a:gd name="connsiteY83" fmla="*/ 2204272 h 3482342"/>
              <a:gd name="connsiteX84" fmla="*/ 5291263 w 12192000"/>
              <a:gd name="connsiteY84" fmla="*/ 2239182 h 3482342"/>
              <a:gd name="connsiteX85" fmla="*/ 5240857 w 12192000"/>
              <a:gd name="connsiteY85" fmla="*/ 2289444 h 3482342"/>
              <a:gd name="connsiteX86" fmla="*/ 5173523 w 12192000"/>
              <a:gd name="connsiteY86" fmla="*/ 2309057 h 3482342"/>
              <a:gd name="connsiteX87" fmla="*/ 5148543 w 12192000"/>
              <a:gd name="connsiteY87" fmla="*/ 2282356 h 3482342"/>
              <a:gd name="connsiteX88" fmla="*/ 5079548 w 12192000"/>
              <a:gd name="connsiteY88" fmla="*/ 2313485 h 3482342"/>
              <a:gd name="connsiteX89" fmla="*/ 4975908 w 12192000"/>
              <a:gd name="connsiteY89" fmla="*/ 2364128 h 3482342"/>
              <a:gd name="connsiteX90" fmla="*/ 4913723 w 12192000"/>
              <a:gd name="connsiteY90" fmla="*/ 2385265 h 3482342"/>
              <a:gd name="connsiteX91" fmla="*/ 4746485 w 12192000"/>
              <a:gd name="connsiteY91" fmla="*/ 2451769 h 3482342"/>
              <a:gd name="connsiteX92" fmla="*/ 4681588 w 12192000"/>
              <a:gd name="connsiteY92" fmla="*/ 2467494 h 3482342"/>
              <a:gd name="connsiteX93" fmla="*/ 1783655 w 12192000"/>
              <a:gd name="connsiteY93" fmla="*/ 3163860 h 3482342"/>
              <a:gd name="connsiteX94" fmla="*/ 1325955 w 12192000"/>
              <a:gd name="connsiteY94" fmla="*/ 3176692 h 3482342"/>
              <a:gd name="connsiteX95" fmla="*/ 1190384 w 12192000"/>
              <a:gd name="connsiteY95" fmla="*/ 3203504 h 3482342"/>
              <a:gd name="connsiteX96" fmla="*/ 1094537 w 12192000"/>
              <a:gd name="connsiteY96" fmla="*/ 3229469 h 3482342"/>
              <a:gd name="connsiteX97" fmla="*/ 779276 w 12192000"/>
              <a:gd name="connsiteY97" fmla="*/ 3327290 h 3482342"/>
              <a:gd name="connsiteX98" fmla="*/ 600378 w 12192000"/>
              <a:gd name="connsiteY98" fmla="*/ 3335250 h 3482342"/>
              <a:gd name="connsiteX99" fmla="*/ 493457 w 12192000"/>
              <a:gd name="connsiteY99" fmla="*/ 3365044 h 3482342"/>
              <a:gd name="connsiteX100" fmla="*/ 349402 w 12192000"/>
              <a:gd name="connsiteY100" fmla="*/ 3380897 h 3482342"/>
              <a:gd name="connsiteX101" fmla="*/ 192183 w 12192000"/>
              <a:gd name="connsiteY101" fmla="*/ 3460075 h 3482342"/>
              <a:gd name="connsiteX102" fmla="*/ 46713 w 12192000"/>
              <a:gd name="connsiteY102" fmla="*/ 3462986 h 3482342"/>
              <a:gd name="connsiteX103" fmla="*/ 2765 w 12192000"/>
              <a:gd name="connsiteY103" fmla="*/ 3480770 h 3482342"/>
              <a:gd name="connsiteX104" fmla="*/ 0 w 12192000"/>
              <a:gd name="connsiteY104" fmla="*/ 3482342 h 3482342"/>
              <a:gd name="connsiteX105" fmla="*/ 0 w 12192000"/>
              <a:gd name="connsiteY105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39869 w 12192000"/>
              <a:gd name="connsiteY19" fmla="*/ 1126133 h 3482342"/>
              <a:gd name="connsiteX20" fmla="*/ 11003287 w 12192000"/>
              <a:gd name="connsiteY20" fmla="*/ 1243468 h 3482342"/>
              <a:gd name="connsiteX21" fmla="*/ 10930447 w 12192000"/>
              <a:gd name="connsiteY21" fmla="*/ 1287088 h 3482342"/>
              <a:gd name="connsiteX22" fmla="*/ 10832727 w 12192000"/>
              <a:gd name="connsiteY22" fmla="*/ 1341335 h 3482342"/>
              <a:gd name="connsiteX23" fmla="*/ 10720408 w 12192000"/>
              <a:gd name="connsiteY23" fmla="*/ 1344999 h 3482342"/>
              <a:gd name="connsiteX24" fmla="*/ 10635456 w 12192000"/>
              <a:gd name="connsiteY24" fmla="*/ 1337688 h 3482342"/>
              <a:gd name="connsiteX25" fmla="*/ 10629954 w 12192000"/>
              <a:gd name="connsiteY25" fmla="*/ 1330628 h 3482342"/>
              <a:gd name="connsiteX26" fmla="*/ 10623883 w 12192000"/>
              <a:gd name="connsiteY26" fmla="*/ 1332776 h 3482342"/>
              <a:gd name="connsiteX27" fmla="*/ 10622090 w 12192000"/>
              <a:gd name="connsiteY27" fmla="*/ 1341385 h 3482342"/>
              <a:gd name="connsiteX28" fmla="*/ 10573203 w 12192000"/>
              <a:gd name="connsiteY28" fmla="*/ 1351996 h 3482342"/>
              <a:gd name="connsiteX29" fmla="*/ 10513263 w 12192000"/>
              <a:gd name="connsiteY29" fmla="*/ 1350756 h 3482342"/>
              <a:gd name="connsiteX30" fmla="*/ 10464012 w 12192000"/>
              <a:gd name="connsiteY30" fmla="*/ 1391778 h 3482342"/>
              <a:gd name="connsiteX31" fmla="*/ 10405409 w 12192000"/>
              <a:gd name="connsiteY31" fmla="*/ 1422789 h 3482342"/>
              <a:gd name="connsiteX32" fmla="*/ 10370530 w 12192000"/>
              <a:gd name="connsiteY32" fmla="*/ 1441596 h 3482342"/>
              <a:gd name="connsiteX33" fmla="*/ 10264922 w 12192000"/>
              <a:gd name="connsiteY33" fmla="*/ 1472107 h 3482342"/>
              <a:gd name="connsiteX34" fmla="*/ 10058690 w 12192000"/>
              <a:gd name="connsiteY34" fmla="*/ 1474888 h 3482342"/>
              <a:gd name="connsiteX35" fmla="*/ 10004424 w 12192000"/>
              <a:gd name="connsiteY35" fmla="*/ 1489801 h 3482342"/>
              <a:gd name="connsiteX36" fmla="*/ 9999951 w 12192000"/>
              <a:gd name="connsiteY36" fmla="*/ 1499127 h 3482342"/>
              <a:gd name="connsiteX37" fmla="*/ 9845462 w 12192000"/>
              <a:gd name="connsiteY37" fmla="*/ 1548192 h 3482342"/>
              <a:gd name="connsiteX38" fmla="*/ 9736156 w 12192000"/>
              <a:gd name="connsiteY38" fmla="*/ 1581928 h 3482342"/>
              <a:gd name="connsiteX39" fmla="*/ 9693355 w 12192000"/>
              <a:gd name="connsiteY39" fmla="*/ 1602632 h 3482342"/>
              <a:gd name="connsiteX40" fmla="*/ 9664242 w 12192000"/>
              <a:gd name="connsiteY40" fmla="*/ 1622075 h 3482342"/>
              <a:gd name="connsiteX41" fmla="*/ 9579195 w 12192000"/>
              <a:gd name="connsiteY41" fmla="*/ 1648017 h 3482342"/>
              <a:gd name="connsiteX42" fmla="*/ 9433652 w 12192000"/>
              <a:gd name="connsiteY42" fmla="*/ 1681174 h 3482342"/>
              <a:gd name="connsiteX43" fmla="*/ 9403775 w 12192000"/>
              <a:gd name="connsiteY43" fmla="*/ 1690403 h 3482342"/>
              <a:gd name="connsiteX44" fmla="*/ 9382503 w 12192000"/>
              <a:gd name="connsiteY44" fmla="*/ 1706957 h 3482342"/>
              <a:gd name="connsiteX45" fmla="*/ 9381410 w 12192000"/>
              <a:gd name="connsiteY45" fmla="*/ 1718312 h 3482342"/>
              <a:gd name="connsiteX46" fmla="*/ 9365685 w 12192000"/>
              <a:gd name="connsiteY46" fmla="*/ 1724772 h 3482342"/>
              <a:gd name="connsiteX47" fmla="*/ 9278020 w 12192000"/>
              <a:gd name="connsiteY47" fmla="*/ 1741161 h 3482342"/>
              <a:gd name="connsiteX48" fmla="*/ 9217145 w 12192000"/>
              <a:gd name="connsiteY48" fmla="*/ 1771195 h 3482342"/>
              <a:gd name="connsiteX49" fmla="*/ 8955875 w 12192000"/>
              <a:gd name="connsiteY49" fmla="*/ 1796806 h 3482342"/>
              <a:gd name="connsiteX50" fmla="*/ 8648415 w 12192000"/>
              <a:gd name="connsiteY50" fmla="*/ 1878623 h 3482342"/>
              <a:gd name="connsiteX51" fmla="*/ 8524524 w 12192000"/>
              <a:gd name="connsiteY51" fmla="*/ 1902425 h 3482342"/>
              <a:gd name="connsiteX52" fmla="*/ 8436742 w 12192000"/>
              <a:gd name="connsiteY52" fmla="*/ 1923967 h 3482342"/>
              <a:gd name="connsiteX53" fmla="*/ 8345228 w 12192000"/>
              <a:gd name="connsiteY53" fmla="*/ 1939822 h 3482342"/>
              <a:gd name="connsiteX54" fmla="*/ 8236214 w 12192000"/>
              <a:gd name="connsiteY54" fmla="*/ 1909725 h 3482342"/>
              <a:gd name="connsiteX55" fmla="*/ 8132104 w 12192000"/>
              <a:gd name="connsiteY55" fmla="*/ 1895727 h 3482342"/>
              <a:gd name="connsiteX56" fmla="*/ 7918078 w 12192000"/>
              <a:gd name="connsiteY56" fmla="*/ 1862668 h 3482342"/>
              <a:gd name="connsiteX57" fmla="*/ 7817899 w 12192000"/>
              <a:gd name="connsiteY57" fmla="*/ 1862176 h 3482342"/>
              <a:gd name="connsiteX58" fmla="*/ 7768994 w 12192000"/>
              <a:gd name="connsiteY58" fmla="*/ 1855721 h 3482342"/>
              <a:gd name="connsiteX59" fmla="*/ 7618027 w 12192000"/>
              <a:gd name="connsiteY59" fmla="*/ 1830959 h 3482342"/>
              <a:gd name="connsiteX60" fmla="*/ 7449425 w 12192000"/>
              <a:gd name="connsiteY60" fmla="*/ 1810910 h 3482342"/>
              <a:gd name="connsiteX61" fmla="*/ 7342915 w 12192000"/>
              <a:gd name="connsiteY61" fmla="*/ 1819827 h 3482342"/>
              <a:gd name="connsiteX62" fmla="*/ 7255191 w 12192000"/>
              <a:gd name="connsiteY62" fmla="*/ 1834354 h 3482342"/>
              <a:gd name="connsiteX63" fmla="*/ 7131205 w 12192000"/>
              <a:gd name="connsiteY63" fmla="*/ 1845557 h 3482342"/>
              <a:gd name="connsiteX64" fmla="*/ 6917124 w 12192000"/>
              <a:gd name="connsiteY64" fmla="*/ 1837109 h 3482342"/>
              <a:gd name="connsiteX65" fmla="*/ 6837145 w 12192000"/>
              <a:gd name="connsiteY65" fmla="*/ 1870724 h 3482342"/>
              <a:gd name="connsiteX66" fmla="*/ 6753991 w 12192000"/>
              <a:gd name="connsiteY66" fmla="*/ 1860969 h 3482342"/>
              <a:gd name="connsiteX67" fmla="*/ 6727754 w 12192000"/>
              <a:gd name="connsiteY67" fmla="*/ 1882372 h 3482342"/>
              <a:gd name="connsiteX68" fmla="*/ 6723371 w 12192000"/>
              <a:gd name="connsiteY68" fmla="*/ 1886494 h 3482342"/>
              <a:gd name="connsiteX69" fmla="*/ 6702779 w 12192000"/>
              <a:gd name="connsiteY69" fmla="*/ 1893601 h 3482342"/>
              <a:gd name="connsiteX70" fmla="*/ 6700779 w 12192000"/>
              <a:gd name="connsiteY70" fmla="*/ 1907344 h 3482342"/>
              <a:gd name="connsiteX71" fmla="*/ 6672513 w 12192000"/>
              <a:gd name="connsiteY71" fmla="*/ 1926452 h 3482342"/>
              <a:gd name="connsiteX72" fmla="*/ 6633549 w 12192000"/>
              <a:gd name="connsiteY72" fmla="*/ 1936255 h 3482342"/>
              <a:gd name="connsiteX73" fmla="*/ 6444344 w 12192000"/>
              <a:gd name="connsiteY73" fmla="*/ 1969663 h 3482342"/>
              <a:gd name="connsiteX74" fmla="*/ 6333446 w 12192000"/>
              <a:gd name="connsiteY74" fmla="*/ 1997163 h 3482342"/>
              <a:gd name="connsiteX75" fmla="*/ 6294933 w 12192000"/>
              <a:gd name="connsiteY75" fmla="*/ 2019412 h 3482342"/>
              <a:gd name="connsiteX76" fmla="*/ 6238719 w 12192000"/>
              <a:gd name="connsiteY76" fmla="*/ 2042547 h 3482342"/>
              <a:gd name="connsiteX77" fmla="*/ 6142310 w 12192000"/>
              <a:gd name="connsiteY77" fmla="*/ 2092510 h 3482342"/>
              <a:gd name="connsiteX78" fmla="*/ 6007916 w 12192000"/>
              <a:gd name="connsiteY78" fmla="*/ 2143752 h 3482342"/>
              <a:gd name="connsiteX79" fmla="*/ 5894610 w 12192000"/>
              <a:gd name="connsiteY79" fmla="*/ 2130684 h 3482342"/>
              <a:gd name="connsiteX80" fmla="*/ 5817682 w 12192000"/>
              <a:gd name="connsiteY80" fmla="*/ 2157358 h 3482342"/>
              <a:gd name="connsiteX81" fmla="*/ 5591469 w 12192000"/>
              <a:gd name="connsiteY81" fmla="*/ 2178389 h 3482342"/>
              <a:gd name="connsiteX82" fmla="*/ 5414282 w 12192000"/>
              <a:gd name="connsiteY82" fmla="*/ 2183070 h 3482342"/>
              <a:gd name="connsiteX83" fmla="*/ 5368369 w 12192000"/>
              <a:gd name="connsiteY83" fmla="*/ 2204272 h 3482342"/>
              <a:gd name="connsiteX84" fmla="*/ 5291263 w 12192000"/>
              <a:gd name="connsiteY84" fmla="*/ 2239182 h 3482342"/>
              <a:gd name="connsiteX85" fmla="*/ 5240857 w 12192000"/>
              <a:gd name="connsiteY85" fmla="*/ 2289444 h 3482342"/>
              <a:gd name="connsiteX86" fmla="*/ 5173523 w 12192000"/>
              <a:gd name="connsiteY86" fmla="*/ 2309057 h 3482342"/>
              <a:gd name="connsiteX87" fmla="*/ 5148543 w 12192000"/>
              <a:gd name="connsiteY87" fmla="*/ 2282356 h 3482342"/>
              <a:gd name="connsiteX88" fmla="*/ 5079548 w 12192000"/>
              <a:gd name="connsiteY88" fmla="*/ 2313485 h 3482342"/>
              <a:gd name="connsiteX89" fmla="*/ 4975908 w 12192000"/>
              <a:gd name="connsiteY89" fmla="*/ 2364128 h 3482342"/>
              <a:gd name="connsiteX90" fmla="*/ 4913723 w 12192000"/>
              <a:gd name="connsiteY90" fmla="*/ 2385265 h 3482342"/>
              <a:gd name="connsiteX91" fmla="*/ 4746485 w 12192000"/>
              <a:gd name="connsiteY91" fmla="*/ 2451769 h 3482342"/>
              <a:gd name="connsiteX92" fmla="*/ 4681588 w 12192000"/>
              <a:gd name="connsiteY92" fmla="*/ 2467494 h 3482342"/>
              <a:gd name="connsiteX93" fmla="*/ 1783655 w 12192000"/>
              <a:gd name="connsiteY93" fmla="*/ 3163860 h 3482342"/>
              <a:gd name="connsiteX94" fmla="*/ 1325955 w 12192000"/>
              <a:gd name="connsiteY94" fmla="*/ 3176692 h 3482342"/>
              <a:gd name="connsiteX95" fmla="*/ 1190384 w 12192000"/>
              <a:gd name="connsiteY95" fmla="*/ 3203504 h 3482342"/>
              <a:gd name="connsiteX96" fmla="*/ 1094537 w 12192000"/>
              <a:gd name="connsiteY96" fmla="*/ 3229469 h 3482342"/>
              <a:gd name="connsiteX97" fmla="*/ 779276 w 12192000"/>
              <a:gd name="connsiteY97" fmla="*/ 3327290 h 3482342"/>
              <a:gd name="connsiteX98" fmla="*/ 600378 w 12192000"/>
              <a:gd name="connsiteY98" fmla="*/ 3335250 h 3482342"/>
              <a:gd name="connsiteX99" fmla="*/ 493457 w 12192000"/>
              <a:gd name="connsiteY99" fmla="*/ 3365044 h 3482342"/>
              <a:gd name="connsiteX100" fmla="*/ 349402 w 12192000"/>
              <a:gd name="connsiteY100" fmla="*/ 3380897 h 3482342"/>
              <a:gd name="connsiteX101" fmla="*/ 192183 w 12192000"/>
              <a:gd name="connsiteY101" fmla="*/ 3460075 h 3482342"/>
              <a:gd name="connsiteX102" fmla="*/ 46713 w 12192000"/>
              <a:gd name="connsiteY102" fmla="*/ 3462986 h 3482342"/>
              <a:gd name="connsiteX103" fmla="*/ 2765 w 12192000"/>
              <a:gd name="connsiteY103" fmla="*/ 3480770 h 3482342"/>
              <a:gd name="connsiteX104" fmla="*/ 0 w 12192000"/>
              <a:gd name="connsiteY104" fmla="*/ 3482342 h 3482342"/>
              <a:gd name="connsiteX105" fmla="*/ 0 w 12192000"/>
              <a:gd name="connsiteY105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39869 w 12192000"/>
              <a:gd name="connsiteY19" fmla="*/ 1126133 h 3482342"/>
              <a:gd name="connsiteX20" fmla="*/ 11003287 w 12192000"/>
              <a:gd name="connsiteY20" fmla="*/ 1243468 h 3482342"/>
              <a:gd name="connsiteX21" fmla="*/ 10832727 w 12192000"/>
              <a:gd name="connsiteY21" fmla="*/ 1341335 h 3482342"/>
              <a:gd name="connsiteX22" fmla="*/ 10720408 w 12192000"/>
              <a:gd name="connsiteY22" fmla="*/ 1344999 h 3482342"/>
              <a:gd name="connsiteX23" fmla="*/ 10635456 w 12192000"/>
              <a:gd name="connsiteY23" fmla="*/ 1337688 h 3482342"/>
              <a:gd name="connsiteX24" fmla="*/ 10629954 w 12192000"/>
              <a:gd name="connsiteY24" fmla="*/ 1330628 h 3482342"/>
              <a:gd name="connsiteX25" fmla="*/ 10623883 w 12192000"/>
              <a:gd name="connsiteY25" fmla="*/ 1332776 h 3482342"/>
              <a:gd name="connsiteX26" fmla="*/ 10622090 w 12192000"/>
              <a:gd name="connsiteY26" fmla="*/ 1341385 h 3482342"/>
              <a:gd name="connsiteX27" fmla="*/ 10573203 w 12192000"/>
              <a:gd name="connsiteY27" fmla="*/ 1351996 h 3482342"/>
              <a:gd name="connsiteX28" fmla="*/ 10513263 w 12192000"/>
              <a:gd name="connsiteY28" fmla="*/ 1350756 h 3482342"/>
              <a:gd name="connsiteX29" fmla="*/ 10464012 w 12192000"/>
              <a:gd name="connsiteY29" fmla="*/ 1391778 h 3482342"/>
              <a:gd name="connsiteX30" fmla="*/ 10405409 w 12192000"/>
              <a:gd name="connsiteY30" fmla="*/ 1422789 h 3482342"/>
              <a:gd name="connsiteX31" fmla="*/ 10370530 w 12192000"/>
              <a:gd name="connsiteY31" fmla="*/ 1441596 h 3482342"/>
              <a:gd name="connsiteX32" fmla="*/ 10264922 w 12192000"/>
              <a:gd name="connsiteY32" fmla="*/ 1472107 h 3482342"/>
              <a:gd name="connsiteX33" fmla="*/ 10058690 w 12192000"/>
              <a:gd name="connsiteY33" fmla="*/ 1474888 h 3482342"/>
              <a:gd name="connsiteX34" fmla="*/ 10004424 w 12192000"/>
              <a:gd name="connsiteY34" fmla="*/ 1489801 h 3482342"/>
              <a:gd name="connsiteX35" fmla="*/ 9999951 w 12192000"/>
              <a:gd name="connsiteY35" fmla="*/ 1499127 h 3482342"/>
              <a:gd name="connsiteX36" fmla="*/ 9845462 w 12192000"/>
              <a:gd name="connsiteY36" fmla="*/ 1548192 h 3482342"/>
              <a:gd name="connsiteX37" fmla="*/ 9736156 w 12192000"/>
              <a:gd name="connsiteY37" fmla="*/ 1581928 h 3482342"/>
              <a:gd name="connsiteX38" fmla="*/ 9693355 w 12192000"/>
              <a:gd name="connsiteY38" fmla="*/ 1602632 h 3482342"/>
              <a:gd name="connsiteX39" fmla="*/ 9664242 w 12192000"/>
              <a:gd name="connsiteY39" fmla="*/ 1622075 h 3482342"/>
              <a:gd name="connsiteX40" fmla="*/ 9579195 w 12192000"/>
              <a:gd name="connsiteY40" fmla="*/ 1648017 h 3482342"/>
              <a:gd name="connsiteX41" fmla="*/ 9433652 w 12192000"/>
              <a:gd name="connsiteY41" fmla="*/ 1681174 h 3482342"/>
              <a:gd name="connsiteX42" fmla="*/ 9403775 w 12192000"/>
              <a:gd name="connsiteY42" fmla="*/ 1690403 h 3482342"/>
              <a:gd name="connsiteX43" fmla="*/ 9382503 w 12192000"/>
              <a:gd name="connsiteY43" fmla="*/ 1706957 h 3482342"/>
              <a:gd name="connsiteX44" fmla="*/ 9381410 w 12192000"/>
              <a:gd name="connsiteY44" fmla="*/ 1718312 h 3482342"/>
              <a:gd name="connsiteX45" fmla="*/ 9365685 w 12192000"/>
              <a:gd name="connsiteY45" fmla="*/ 1724772 h 3482342"/>
              <a:gd name="connsiteX46" fmla="*/ 9278020 w 12192000"/>
              <a:gd name="connsiteY46" fmla="*/ 1741161 h 3482342"/>
              <a:gd name="connsiteX47" fmla="*/ 9217145 w 12192000"/>
              <a:gd name="connsiteY47" fmla="*/ 1771195 h 3482342"/>
              <a:gd name="connsiteX48" fmla="*/ 8955875 w 12192000"/>
              <a:gd name="connsiteY48" fmla="*/ 1796806 h 3482342"/>
              <a:gd name="connsiteX49" fmla="*/ 8648415 w 12192000"/>
              <a:gd name="connsiteY49" fmla="*/ 1878623 h 3482342"/>
              <a:gd name="connsiteX50" fmla="*/ 8524524 w 12192000"/>
              <a:gd name="connsiteY50" fmla="*/ 1902425 h 3482342"/>
              <a:gd name="connsiteX51" fmla="*/ 8436742 w 12192000"/>
              <a:gd name="connsiteY51" fmla="*/ 1923967 h 3482342"/>
              <a:gd name="connsiteX52" fmla="*/ 8345228 w 12192000"/>
              <a:gd name="connsiteY52" fmla="*/ 1939822 h 3482342"/>
              <a:gd name="connsiteX53" fmla="*/ 8236214 w 12192000"/>
              <a:gd name="connsiteY53" fmla="*/ 1909725 h 3482342"/>
              <a:gd name="connsiteX54" fmla="*/ 8132104 w 12192000"/>
              <a:gd name="connsiteY54" fmla="*/ 1895727 h 3482342"/>
              <a:gd name="connsiteX55" fmla="*/ 7918078 w 12192000"/>
              <a:gd name="connsiteY55" fmla="*/ 1862668 h 3482342"/>
              <a:gd name="connsiteX56" fmla="*/ 7817899 w 12192000"/>
              <a:gd name="connsiteY56" fmla="*/ 1862176 h 3482342"/>
              <a:gd name="connsiteX57" fmla="*/ 7768994 w 12192000"/>
              <a:gd name="connsiteY57" fmla="*/ 1855721 h 3482342"/>
              <a:gd name="connsiteX58" fmla="*/ 7618027 w 12192000"/>
              <a:gd name="connsiteY58" fmla="*/ 1830959 h 3482342"/>
              <a:gd name="connsiteX59" fmla="*/ 7449425 w 12192000"/>
              <a:gd name="connsiteY59" fmla="*/ 1810910 h 3482342"/>
              <a:gd name="connsiteX60" fmla="*/ 7342915 w 12192000"/>
              <a:gd name="connsiteY60" fmla="*/ 1819827 h 3482342"/>
              <a:gd name="connsiteX61" fmla="*/ 7255191 w 12192000"/>
              <a:gd name="connsiteY61" fmla="*/ 1834354 h 3482342"/>
              <a:gd name="connsiteX62" fmla="*/ 7131205 w 12192000"/>
              <a:gd name="connsiteY62" fmla="*/ 1845557 h 3482342"/>
              <a:gd name="connsiteX63" fmla="*/ 6917124 w 12192000"/>
              <a:gd name="connsiteY63" fmla="*/ 1837109 h 3482342"/>
              <a:gd name="connsiteX64" fmla="*/ 6837145 w 12192000"/>
              <a:gd name="connsiteY64" fmla="*/ 1870724 h 3482342"/>
              <a:gd name="connsiteX65" fmla="*/ 6753991 w 12192000"/>
              <a:gd name="connsiteY65" fmla="*/ 1860969 h 3482342"/>
              <a:gd name="connsiteX66" fmla="*/ 6727754 w 12192000"/>
              <a:gd name="connsiteY66" fmla="*/ 1882372 h 3482342"/>
              <a:gd name="connsiteX67" fmla="*/ 6723371 w 12192000"/>
              <a:gd name="connsiteY67" fmla="*/ 1886494 h 3482342"/>
              <a:gd name="connsiteX68" fmla="*/ 6702779 w 12192000"/>
              <a:gd name="connsiteY68" fmla="*/ 1893601 h 3482342"/>
              <a:gd name="connsiteX69" fmla="*/ 6700779 w 12192000"/>
              <a:gd name="connsiteY69" fmla="*/ 1907344 h 3482342"/>
              <a:gd name="connsiteX70" fmla="*/ 6672513 w 12192000"/>
              <a:gd name="connsiteY70" fmla="*/ 1926452 h 3482342"/>
              <a:gd name="connsiteX71" fmla="*/ 6633549 w 12192000"/>
              <a:gd name="connsiteY71" fmla="*/ 1936255 h 3482342"/>
              <a:gd name="connsiteX72" fmla="*/ 6444344 w 12192000"/>
              <a:gd name="connsiteY72" fmla="*/ 1969663 h 3482342"/>
              <a:gd name="connsiteX73" fmla="*/ 6333446 w 12192000"/>
              <a:gd name="connsiteY73" fmla="*/ 1997163 h 3482342"/>
              <a:gd name="connsiteX74" fmla="*/ 6294933 w 12192000"/>
              <a:gd name="connsiteY74" fmla="*/ 2019412 h 3482342"/>
              <a:gd name="connsiteX75" fmla="*/ 6238719 w 12192000"/>
              <a:gd name="connsiteY75" fmla="*/ 2042547 h 3482342"/>
              <a:gd name="connsiteX76" fmla="*/ 6142310 w 12192000"/>
              <a:gd name="connsiteY76" fmla="*/ 2092510 h 3482342"/>
              <a:gd name="connsiteX77" fmla="*/ 6007916 w 12192000"/>
              <a:gd name="connsiteY77" fmla="*/ 2143752 h 3482342"/>
              <a:gd name="connsiteX78" fmla="*/ 5894610 w 12192000"/>
              <a:gd name="connsiteY78" fmla="*/ 2130684 h 3482342"/>
              <a:gd name="connsiteX79" fmla="*/ 5817682 w 12192000"/>
              <a:gd name="connsiteY79" fmla="*/ 2157358 h 3482342"/>
              <a:gd name="connsiteX80" fmla="*/ 5591469 w 12192000"/>
              <a:gd name="connsiteY80" fmla="*/ 2178389 h 3482342"/>
              <a:gd name="connsiteX81" fmla="*/ 5414282 w 12192000"/>
              <a:gd name="connsiteY81" fmla="*/ 2183070 h 3482342"/>
              <a:gd name="connsiteX82" fmla="*/ 5368369 w 12192000"/>
              <a:gd name="connsiteY82" fmla="*/ 2204272 h 3482342"/>
              <a:gd name="connsiteX83" fmla="*/ 5291263 w 12192000"/>
              <a:gd name="connsiteY83" fmla="*/ 2239182 h 3482342"/>
              <a:gd name="connsiteX84" fmla="*/ 5240857 w 12192000"/>
              <a:gd name="connsiteY84" fmla="*/ 2289444 h 3482342"/>
              <a:gd name="connsiteX85" fmla="*/ 5173523 w 12192000"/>
              <a:gd name="connsiteY85" fmla="*/ 2309057 h 3482342"/>
              <a:gd name="connsiteX86" fmla="*/ 5148543 w 12192000"/>
              <a:gd name="connsiteY86" fmla="*/ 2282356 h 3482342"/>
              <a:gd name="connsiteX87" fmla="*/ 5079548 w 12192000"/>
              <a:gd name="connsiteY87" fmla="*/ 2313485 h 3482342"/>
              <a:gd name="connsiteX88" fmla="*/ 4975908 w 12192000"/>
              <a:gd name="connsiteY88" fmla="*/ 2364128 h 3482342"/>
              <a:gd name="connsiteX89" fmla="*/ 4913723 w 12192000"/>
              <a:gd name="connsiteY89" fmla="*/ 2385265 h 3482342"/>
              <a:gd name="connsiteX90" fmla="*/ 4746485 w 12192000"/>
              <a:gd name="connsiteY90" fmla="*/ 2451769 h 3482342"/>
              <a:gd name="connsiteX91" fmla="*/ 4681588 w 12192000"/>
              <a:gd name="connsiteY91" fmla="*/ 2467494 h 3482342"/>
              <a:gd name="connsiteX92" fmla="*/ 1783655 w 12192000"/>
              <a:gd name="connsiteY92" fmla="*/ 3163860 h 3482342"/>
              <a:gd name="connsiteX93" fmla="*/ 1325955 w 12192000"/>
              <a:gd name="connsiteY93" fmla="*/ 3176692 h 3482342"/>
              <a:gd name="connsiteX94" fmla="*/ 1190384 w 12192000"/>
              <a:gd name="connsiteY94" fmla="*/ 3203504 h 3482342"/>
              <a:gd name="connsiteX95" fmla="*/ 1094537 w 12192000"/>
              <a:gd name="connsiteY95" fmla="*/ 3229469 h 3482342"/>
              <a:gd name="connsiteX96" fmla="*/ 779276 w 12192000"/>
              <a:gd name="connsiteY96" fmla="*/ 3327290 h 3482342"/>
              <a:gd name="connsiteX97" fmla="*/ 600378 w 12192000"/>
              <a:gd name="connsiteY97" fmla="*/ 3335250 h 3482342"/>
              <a:gd name="connsiteX98" fmla="*/ 493457 w 12192000"/>
              <a:gd name="connsiteY98" fmla="*/ 3365044 h 3482342"/>
              <a:gd name="connsiteX99" fmla="*/ 349402 w 12192000"/>
              <a:gd name="connsiteY99" fmla="*/ 3380897 h 3482342"/>
              <a:gd name="connsiteX100" fmla="*/ 192183 w 12192000"/>
              <a:gd name="connsiteY100" fmla="*/ 3460075 h 3482342"/>
              <a:gd name="connsiteX101" fmla="*/ 46713 w 12192000"/>
              <a:gd name="connsiteY101" fmla="*/ 3462986 h 3482342"/>
              <a:gd name="connsiteX102" fmla="*/ 2765 w 12192000"/>
              <a:gd name="connsiteY102" fmla="*/ 3480770 h 3482342"/>
              <a:gd name="connsiteX103" fmla="*/ 0 w 12192000"/>
              <a:gd name="connsiteY103" fmla="*/ 3482342 h 3482342"/>
              <a:gd name="connsiteX104" fmla="*/ 0 w 12192000"/>
              <a:gd name="connsiteY104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39869 w 12192000"/>
              <a:gd name="connsiteY19" fmla="*/ 1126133 h 3482342"/>
              <a:gd name="connsiteX20" fmla="*/ 11003287 w 12192000"/>
              <a:gd name="connsiteY20" fmla="*/ 1243468 h 3482342"/>
              <a:gd name="connsiteX21" fmla="*/ 10720408 w 12192000"/>
              <a:gd name="connsiteY21" fmla="*/ 1344999 h 3482342"/>
              <a:gd name="connsiteX22" fmla="*/ 10635456 w 12192000"/>
              <a:gd name="connsiteY22" fmla="*/ 1337688 h 3482342"/>
              <a:gd name="connsiteX23" fmla="*/ 10629954 w 12192000"/>
              <a:gd name="connsiteY23" fmla="*/ 1330628 h 3482342"/>
              <a:gd name="connsiteX24" fmla="*/ 10623883 w 12192000"/>
              <a:gd name="connsiteY24" fmla="*/ 1332776 h 3482342"/>
              <a:gd name="connsiteX25" fmla="*/ 10622090 w 12192000"/>
              <a:gd name="connsiteY25" fmla="*/ 1341385 h 3482342"/>
              <a:gd name="connsiteX26" fmla="*/ 10573203 w 12192000"/>
              <a:gd name="connsiteY26" fmla="*/ 1351996 h 3482342"/>
              <a:gd name="connsiteX27" fmla="*/ 10513263 w 12192000"/>
              <a:gd name="connsiteY27" fmla="*/ 1350756 h 3482342"/>
              <a:gd name="connsiteX28" fmla="*/ 10464012 w 12192000"/>
              <a:gd name="connsiteY28" fmla="*/ 1391778 h 3482342"/>
              <a:gd name="connsiteX29" fmla="*/ 10405409 w 12192000"/>
              <a:gd name="connsiteY29" fmla="*/ 1422789 h 3482342"/>
              <a:gd name="connsiteX30" fmla="*/ 10370530 w 12192000"/>
              <a:gd name="connsiteY30" fmla="*/ 1441596 h 3482342"/>
              <a:gd name="connsiteX31" fmla="*/ 10264922 w 12192000"/>
              <a:gd name="connsiteY31" fmla="*/ 1472107 h 3482342"/>
              <a:gd name="connsiteX32" fmla="*/ 10058690 w 12192000"/>
              <a:gd name="connsiteY32" fmla="*/ 1474888 h 3482342"/>
              <a:gd name="connsiteX33" fmla="*/ 10004424 w 12192000"/>
              <a:gd name="connsiteY33" fmla="*/ 1489801 h 3482342"/>
              <a:gd name="connsiteX34" fmla="*/ 9999951 w 12192000"/>
              <a:gd name="connsiteY34" fmla="*/ 1499127 h 3482342"/>
              <a:gd name="connsiteX35" fmla="*/ 9845462 w 12192000"/>
              <a:gd name="connsiteY35" fmla="*/ 1548192 h 3482342"/>
              <a:gd name="connsiteX36" fmla="*/ 9736156 w 12192000"/>
              <a:gd name="connsiteY36" fmla="*/ 1581928 h 3482342"/>
              <a:gd name="connsiteX37" fmla="*/ 9693355 w 12192000"/>
              <a:gd name="connsiteY37" fmla="*/ 1602632 h 3482342"/>
              <a:gd name="connsiteX38" fmla="*/ 9664242 w 12192000"/>
              <a:gd name="connsiteY38" fmla="*/ 1622075 h 3482342"/>
              <a:gd name="connsiteX39" fmla="*/ 9579195 w 12192000"/>
              <a:gd name="connsiteY39" fmla="*/ 1648017 h 3482342"/>
              <a:gd name="connsiteX40" fmla="*/ 9433652 w 12192000"/>
              <a:gd name="connsiteY40" fmla="*/ 1681174 h 3482342"/>
              <a:gd name="connsiteX41" fmla="*/ 9403775 w 12192000"/>
              <a:gd name="connsiteY41" fmla="*/ 1690403 h 3482342"/>
              <a:gd name="connsiteX42" fmla="*/ 9382503 w 12192000"/>
              <a:gd name="connsiteY42" fmla="*/ 1706957 h 3482342"/>
              <a:gd name="connsiteX43" fmla="*/ 9381410 w 12192000"/>
              <a:gd name="connsiteY43" fmla="*/ 1718312 h 3482342"/>
              <a:gd name="connsiteX44" fmla="*/ 9365685 w 12192000"/>
              <a:gd name="connsiteY44" fmla="*/ 1724772 h 3482342"/>
              <a:gd name="connsiteX45" fmla="*/ 9278020 w 12192000"/>
              <a:gd name="connsiteY45" fmla="*/ 1741161 h 3482342"/>
              <a:gd name="connsiteX46" fmla="*/ 9217145 w 12192000"/>
              <a:gd name="connsiteY46" fmla="*/ 1771195 h 3482342"/>
              <a:gd name="connsiteX47" fmla="*/ 8955875 w 12192000"/>
              <a:gd name="connsiteY47" fmla="*/ 1796806 h 3482342"/>
              <a:gd name="connsiteX48" fmla="*/ 8648415 w 12192000"/>
              <a:gd name="connsiteY48" fmla="*/ 1878623 h 3482342"/>
              <a:gd name="connsiteX49" fmla="*/ 8524524 w 12192000"/>
              <a:gd name="connsiteY49" fmla="*/ 1902425 h 3482342"/>
              <a:gd name="connsiteX50" fmla="*/ 8436742 w 12192000"/>
              <a:gd name="connsiteY50" fmla="*/ 1923967 h 3482342"/>
              <a:gd name="connsiteX51" fmla="*/ 8345228 w 12192000"/>
              <a:gd name="connsiteY51" fmla="*/ 1939822 h 3482342"/>
              <a:gd name="connsiteX52" fmla="*/ 8236214 w 12192000"/>
              <a:gd name="connsiteY52" fmla="*/ 1909725 h 3482342"/>
              <a:gd name="connsiteX53" fmla="*/ 8132104 w 12192000"/>
              <a:gd name="connsiteY53" fmla="*/ 1895727 h 3482342"/>
              <a:gd name="connsiteX54" fmla="*/ 7918078 w 12192000"/>
              <a:gd name="connsiteY54" fmla="*/ 1862668 h 3482342"/>
              <a:gd name="connsiteX55" fmla="*/ 7817899 w 12192000"/>
              <a:gd name="connsiteY55" fmla="*/ 1862176 h 3482342"/>
              <a:gd name="connsiteX56" fmla="*/ 7768994 w 12192000"/>
              <a:gd name="connsiteY56" fmla="*/ 1855721 h 3482342"/>
              <a:gd name="connsiteX57" fmla="*/ 7618027 w 12192000"/>
              <a:gd name="connsiteY57" fmla="*/ 1830959 h 3482342"/>
              <a:gd name="connsiteX58" fmla="*/ 7449425 w 12192000"/>
              <a:gd name="connsiteY58" fmla="*/ 1810910 h 3482342"/>
              <a:gd name="connsiteX59" fmla="*/ 7342915 w 12192000"/>
              <a:gd name="connsiteY59" fmla="*/ 1819827 h 3482342"/>
              <a:gd name="connsiteX60" fmla="*/ 7255191 w 12192000"/>
              <a:gd name="connsiteY60" fmla="*/ 1834354 h 3482342"/>
              <a:gd name="connsiteX61" fmla="*/ 7131205 w 12192000"/>
              <a:gd name="connsiteY61" fmla="*/ 1845557 h 3482342"/>
              <a:gd name="connsiteX62" fmla="*/ 6917124 w 12192000"/>
              <a:gd name="connsiteY62" fmla="*/ 1837109 h 3482342"/>
              <a:gd name="connsiteX63" fmla="*/ 6837145 w 12192000"/>
              <a:gd name="connsiteY63" fmla="*/ 1870724 h 3482342"/>
              <a:gd name="connsiteX64" fmla="*/ 6753991 w 12192000"/>
              <a:gd name="connsiteY64" fmla="*/ 1860969 h 3482342"/>
              <a:gd name="connsiteX65" fmla="*/ 6727754 w 12192000"/>
              <a:gd name="connsiteY65" fmla="*/ 1882372 h 3482342"/>
              <a:gd name="connsiteX66" fmla="*/ 6723371 w 12192000"/>
              <a:gd name="connsiteY66" fmla="*/ 1886494 h 3482342"/>
              <a:gd name="connsiteX67" fmla="*/ 6702779 w 12192000"/>
              <a:gd name="connsiteY67" fmla="*/ 1893601 h 3482342"/>
              <a:gd name="connsiteX68" fmla="*/ 6700779 w 12192000"/>
              <a:gd name="connsiteY68" fmla="*/ 1907344 h 3482342"/>
              <a:gd name="connsiteX69" fmla="*/ 6672513 w 12192000"/>
              <a:gd name="connsiteY69" fmla="*/ 1926452 h 3482342"/>
              <a:gd name="connsiteX70" fmla="*/ 6633549 w 12192000"/>
              <a:gd name="connsiteY70" fmla="*/ 1936255 h 3482342"/>
              <a:gd name="connsiteX71" fmla="*/ 6444344 w 12192000"/>
              <a:gd name="connsiteY71" fmla="*/ 1969663 h 3482342"/>
              <a:gd name="connsiteX72" fmla="*/ 6333446 w 12192000"/>
              <a:gd name="connsiteY72" fmla="*/ 1997163 h 3482342"/>
              <a:gd name="connsiteX73" fmla="*/ 6294933 w 12192000"/>
              <a:gd name="connsiteY73" fmla="*/ 2019412 h 3482342"/>
              <a:gd name="connsiteX74" fmla="*/ 6238719 w 12192000"/>
              <a:gd name="connsiteY74" fmla="*/ 2042547 h 3482342"/>
              <a:gd name="connsiteX75" fmla="*/ 6142310 w 12192000"/>
              <a:gd name="connsiteY75" fmla="*/ 2092510 h 3482342"/>
              <a:gd name="connsiteX76" fmla="*/ 6007916 w 12192000"/>
              <a:gd name="connsiteY76" fmla="*/ 2143752 h 3482342"/>
              <a:gd name="connsiteX77" fmla="*/ 5894610 w 12192000"/>
              <a:gd name="connsiteY77" fmla="*/ 2130684 h 3482342"/>
              <a:gd name="connsiteX78" fmla="*/ 5817682 w 12192000"/>
              <a:gd name="connsiteY78" fmla="*/ 2157358 h 3482342"/>
              <a:gd name="connsiteX79" fmla="*/ 5591469 w 12192000"/>
              <a:gd name="connsiteY79" fmla="*/ 2178389 h 3482342"/>
              <a:gd name="connsiteX80" fmla="*/ 5414282 w 12192000"/>
              <a:gd name="connsiteY80" fmla="*/ 2183070 h 3482342"/>
              <a:gd name="connsiteX81" fmla="*/ 5368369 w 12192000"/>
              <a:gd name="connsiteY81" fmla="*/ 2204272 h 3482342"/>
              <a:gd name="connsiteX82" fmla="*/ 5291263 w 12192000"/>
              <a:gd name="connsiteY82" fmla="*/ 2239182 h 3482342"/>
              <a:gd name="connsiteX83" fmla="*/ 5240857 w 12192000"/>
              <a:gd name="connsiteY83" fmla="*/ 2289444 h 3482342"/>
              <a:gd name="connsiteX84" fmla="*/ 5173523 w 12192000"/>
              <a:gd name="connsiteY84" fmla="*/ 2309057 h 3482342"/>
              <a:gd name="connsiteX85" fmla="*/ 5148543 w 12192000"/>
              <a:gd name="connsiteY85" fmla="*/ 2282356 h 3482342"/>
              <a:gd name="connsiteX86" fmla="*/ 5079548 w 12192000"/>
              <a:gd name="connsiteY86" fmla="*/ 2313485 h 3482342"/>
              <a:gd name="connsiteX87" fmla="*/ 4975908 w 12192000"/>
              <a:gd name="connsiteY87" fmla="*/ 2364128 h 3482342"/>
              <a:gd name="connsiteX88" fmla="*/ 4913723 w 12192000"/>
              <a:gd name="connsiteY88" fmla="*/ 2385265 h 3482342"/>
              <a:gd name="connsiteX89" fmla="*/ 4746485 w 12192000"/>
              <a:gd name="connsiteY89" fmla="*/ 2451769 h 3482342"/>
              <a:gd name="connsiteX90" fmla="*/ 4681588 w 12192000"/>
              <a:gd name="connsiteY90" fmla="*/ 2467494 h 3482342"/>
              <a:gd name="connsiteX91" fmla="*/ 1783655 w 12192000"/>
              <a:gd name="connsiteY91" fmla="*/ 3163860 h 3482342"/>
              <a:gd name="connsiteX92" fmla="*/ 1325955 w 12192000"/>
              <a:gd name="connsiteY92" fmla="*/ 3176692 h 3482342"/>
              <a:gd name="connsiteX93" fmla="*/ 1190384 w 12192000"/>
              <a:gd name="connsiteY93" fmla="*/ 3203504 h 3482342"/>
              <a:gd name="connsiteX94" fmla="*/ 1094537 w 12192000"/>
              <a:gd name="connsiteY94" fmla="*/ 3229469 h 3482342"/>
              <a:gd name="connsiteX95" fmla="*/ 779276 w 12192000"/>
              <a:gd name="connsiteY95" fmla="*/ 3327290 h 3482342"/>
              <a:gd name="connsiteX96" fmla="*/ 600378 w 12192000"/>
              <a:gd name="connsiteY96" fmla="*/ 3335250 h 3482342"/>
              <a:gd name="connsiteX97" fmla="*/ 493457 w 12192000"/>
              <a:gd name="connsiteY97" fmla="*/ 3365044 h 3482342"/>
              <a:gd name="connsiteX98" fmla="*/ 349402 w 12192000"/>
              <a:gd name="connsiteY98" fmla="*/ 3380897 h 3482342"/>
              <a:gd name="connsiteX99" fmla="*/ 192183 w 12192000"/>
              <a:gd name="connsiteY99" fmla="*/ 3460075 h 3482342"/>
              <a:gd name="connsiteX100" fmla="*/ 46713 w 12192000"/>
              <a:gd name="connsiteY100" fmla="*/ 3462986 h 3482342"/>
              <a:gd name="connsiteX101" fmla="*/ 2765 w 12192000"/>
              <a:gd name="connsiteY101" fmla="*/ 3480770 h 3482342"/>
              <a:gd name="connsiteX102" fmla="*/ 0 w 12192000"/>
              <a:gd name="connsiteY102" fmla="*/ 3482342 h 3482342"/>
              <a:gd name="connsiteX103" fmla="*/ 0 w 12192000"/>
              <a:gd name="connsiteY10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39869 w 12192000"/>
              <a:gd name="connsiteY19" fmla="*/ 1126133 h 3482342"/>
              <a:gd name="connsiteX20" fmla="*/ 11003287 w 12192000"/>
              <a:gd name="connsiteY20" fmla="*/ 1243468 h 3482342"/>
              <a:gd name="connsiteX21" fmla="*/ 10815658 w 12192000"/>
              <a:gd name="connsiteY21" fmla="*/ 1287849 h 3482342"/>
              <a:gd name="connsiteX22" fmla="*/ 10635456 w 12192000"/>
              <a:gd name="connsiteY22" fmla="*/ 1337688 h 3482342"/>
              <a:gd name="connsiteX23" fmla="*/ 10629954 w 12192000"/>
              <a:gd name="connsiteY23" fmla="*/ 1330628 h 3482342"/>
              <a:gd name="connsiteX24" fmla="*/ 10623883 w 12192000"/>
              <a:gd name="connsiteY24" fmla="*/ 1332776 h 3482342"/>
              <a:gd name="connsiteX25" fmla="*/ 10622090 w 12192000"/>
              <a:gd name="connsiteY25" fmla="*/ 1341385 h 3482342"/>
              <a:gd name="connsiteX26" fmla="*/ 10573203 w 12192000"/>
              <a:gd name="connsiteY26" fmla="*/ 1351996 h 3482342"/>
              <a:gd name="connsiteX27" fmla="*/ 10513263 w 12192000"/>
              <a:gd name="connsiteY27" fmla="*/ 1350756 h 3482342"/>
              <a:gd name="connsiteX28" fmla="*/ 10464012 w 12192000"/>
              <a:gd name="connsiteY28" fmla="*/ 1391778 h 3482342"/>
              <a:gd name="connsiteX29" fmla="*/ 10405409 w 12192000"/>
              <a:gd name="connsiteY29" fmla="*/ 1422789 h 3482342"/>
              <a:gd name="connsiteX30" fmla="*/ 10370530 w 12192000"/>
              <a:gd name="connsiteY30" fmla="*/ 1441596 h 3482342"/>
              <a:gd name="connsiteX31" fmla="*/ 10264922 w 12192000"/>
              <a:gd name="connsiteY31" fmla="*/ 1472107 h 3482342"/>
              <a:gd name="connsiteX32" fmla="*/ 10058690 w 12192000"/>
              <a:gd name="connsiteY32" fmla="*/ 1474888 h 3482342"/>
              <a:gd name="connsiteX33" fmla="*/ 10004424 w 12192000"/>
              <a:gd name="connsiteY33" fmla="*/ 1489801 h 3482342"/>
              <a:gd name="connsiteX34" fmla="*/ 9999951 w 12192000"/>
              <a:gd name="connsiteY34" fmla="*/ 1499127 h 3482342"/>
              <a:gd name="connsiteX35" fmla="*/ 9845462 w 12192000"/>
              <a:gd name="connsiteY35" fmla="*/ 1548192 h 3482342"/>
              <a:gd name="connsiteX36" fmla="*/ 9736156 w 12192000"/>
              <a:gd name="connsiteY36" fmla="*/ 1581928 h 3482342"/>
              <a:gd name="connsiteX37" fmla="*/ 9693355 w 12192000"/>
              <a:gd name="connsiteY37" fmla="*/ 1602632 h 3482342"/>
              <a:gd name="connsiteX38" fmla="*/ 9664242 w 12192000"/>
              <a:gd name="connsiteY38" fmla="*/ 1622075 h 3482342"/>
              <a:gd name="connsiteX39" fmla="*/ 9579195 w 12192000"/>
              <a:gd name="connsiteY39" fmla="*/ 1648017 h 3482342"/>
              <a:gd name="connsiteX40" fmla="*/ 9433652 w 12192000"/>
              <a:gd name="connsiteY40" fmla="*/ 1681174 h 3482342"/>
              <a:gd name="connsiteX41" fmla="*/ 9403775 w 12192000"/>
              <a:gd name="connsiteY41" fmla="*/ 1690403 h 3482342"/>
              <a:gd name="connsiteX42" fmla="*/ 9382503 w 12192000"/>
              <a:gd name="connsiteY42" fmla="*/ 1706957 h 3482342"/>
              <a:gd name="connsiteX43" fmla="*/ 9381410 w 12192000"/>
              <a:gd name="connsiteY43" fmla="*/ 1718312 h 3482342"/>
              <a:gd name="connsiteX44" fmla="*/ 9365685 w 12192000"/>
              <a:gd name="connsiteY44" fmla="*/ 1724772 h 3482342"/>
              <a:gd name="connsiteX45" fmla="*/ 9278020 w 12192000"/>
              <a:gd name="connsiteY45" fmla="*/ 1741161 h 3482342"/>
              <a:gd name="connsiteX46" fmla="*/ 9217145 w 12192000"/>
              <a:gd name="connsiteY46" fmla="*/ 1771195 h 3482342"/>
              <a:gd name="connsiteX47" fmla="*/ 8955875 w 12192000"/>
              <a:gd name="connsiteY47" fmla="*/ 1796806 h 3482342"/>
              <a:gd name="connsiteX48" fmla="*/ 8648415 w 12192000"/>
              <a:gd name="connsiteY48" fmla="*/ 1878623 h 3482342"/>
              <a:gd name="connsiteX49" fmla="*/ 8524524 w 12192000"/>
              <a:gd name="connsiteY49" fmla="*/ 1902425 h 3482342"/>
              <a:gd name="connsiteX50" fmla="*/ 8436742 w 12192000"/>
              <a:gd name="connsiteY50" fmla="*/ 1923967 h 3482342"/>
              <a:gd name="connsiteX51" fmla="*/ 8345228 w 12192000"/>
              <a:gd name="connsiteY51" fmla="*/ 1939822 h 3482342"/>
              <a:gd name="connsiteX52" fmla="*/ 8236214 w 12192000"/>
              <a:gd name="connsiteY52" fmla="*/ 1909725 h 3482342"/>
              <a:gd name="connsiteX53" fmla="*/ 8132104 w 12192000"/>
              <a:gd name="connsiteY53" fmla="*/ 1895727 h 3482342"/>
              <a:gd name="connsiteX54" fmla="*/ 7918078 w 12192000"/>
              <a:gd name="connsiteY54" fmla="*/ 1862668 h 3482342"/>
              <a:gd name="connsiteX55" fmla="*/ 7817899 w 12192000"/>
              <a:gd name="connsiteY55" fmla="*/ 1862176 h 3482342"/>
              <a:gd name="connsiteX56" fmla="*/ 7768994 w 12192000"/>
              <a:gd name="connsiteY56" fmla="*/ 1855721 h 3482342"/>
              <a:gd name="connsiteX57" fmla="*/ 7618027 w 12192000"/>
              <a:gd name="connsiteY57" fmla="*/ 1830959 h 3482342"/>
              <a:gd name="connsiteX58" fmla="*/ 7449425 w 12192000"/>
              <a:gd name="connsiteY58" fmla="*/ 1810910 h 3482342"/>
              <a:gd name="connsiteX59" fmla="*/ 7342915 w 12192000"/>
              <a:gd name="connsiteY59" fmla="*/ 1819827 h 3482342"/>
              <a:gd name="connsiteX60" fmla="*/ 7255191 w 12192000"/>
              <a:gd name="connsiteY60" fmla="*/ 1834354 h 3482342"/>
              <a:gd name="connsiteX61" fmla="*/ 7131205 w 12192000"/>
              <a:gd name="connsiteY61" fmla="*/ 1845557 h 3482342"/>
              <a:gd name="connsiteX62" fmla="*/ 6917124 w 12192000"/>
              <a:gd name="connsiteY62" fmla="*/ 1837109 h 3482342"/>
              <a:gd name="connsiteX63" fmla="*/ 6837145 w 12192000"/>
              <a:gd name="connsiteY63" fmla="*/ 1870724 h 3482342"/>
              <a:gd name="connsiteX64" fmla="*/ 6753991 w 12192000"/>
              <a:gd name="connsiteY64" fmla="*/ 1860969 h 3482342"/>
              <a:gd name="connsiteX65" fmla="*/ 6727754 w 12192000"/>
              <a:gd name="connsiteY65" fmla="*/ 1882372 h 3482342"/>
              <a:gd name="connsiteX66" fmla="*/ 6723371 w 12192000"/>
              <a:gd name="connsiteY66" fmla="*/ 1886494 h 3482342"/>
              <a:gd name="connsiteX67" fmla="*/ 6702779 w 12192000"/>
              <a:gd name="connsiteY67" fmla="*/ 1893601 h 3482342"/>
              <a:gd name="connsiteX68" fmla="*/ 6700779 w 12192000"/>
              <a:gd name="connsiteY68" fmla="*/ 1907344 h 3482342"/>
              <a:gd name="connsiteX69" fmla="*/ 6672513 w 12192000"/>
              <a:gd name="connsiteY69" fmla="*/ 1926452 h 3482342"/>
              <a:gd name="connsiteX70" fmla="*/ 6633549 w 12192000"/>
              <a:gd name="connsiteY70" fmla="*/ 1936255 h 3482342"/>
              <a:gd name="connsiteX71" fmla="*/ 6444344 w 12192000"/>
              <a:gd name="connsiteY71" fmla="*/ 1969663 h 3482342"/>
              <a:gd name="connsiteX72" fmla="*/ 6333446 w 12192000"/>
              <a:gd name="connsiteY72" fmla="*/ 1997163 h 3482342"/>
              <a:gd name="connsiteX73" fmla="*/ 6294933 w 12192000"/>
              <a:gd name="connsiteY73" fmla="*/ 2019412 h 3482342"/>
              <a:gd name="connsiteX74" fmla="*/ 6238719 w 12192000"/>
              <a:gd name="connsiteY74" fmla="*/ 2042547 h 3482342"/>
              <a:gd name="connsiteX75" fmla="*/ 6142310 w 12192000"/>
              <a:gd name="connsiteY75" fmla="*/ 2092510 h 3482342"/>
              <a:gd name="connsiteX76" fmla="*/ 6007916 w 12192000"/>
              <a:gd name="connsiteY76" fmla="*/ 2143752 h 3482342"/>
              <a:gd name="connsiteX77" fmla="*/ 5894610 w 12192000"/>
              <a:gd name="connsiteY77" fmla="*/ 2130684 h 3482342"/>
              <a:gd name="connsiteX78" fmla="*/ 5817682 w 12192000"/>
              <a:gd name="connsiteY78" fmla="*/ 2157358 h 3482342"/>
              <a:gd name="connsiteX79" fmla="*/ 5591469 w 12192000"/>
              <a:gd name="connsiteY79" fmla="*/ 2178389 h 3482342"/>
              <a:gd name="connsiteX80" fmla="*/ 5414282 w 12192000"/>
              <a:gd name="connsiteY80" fmla="*/ 2183070 h 3482342"/>
              <a:gd name="connsiteX81" fmla="*/ 5368369 w 12192000"/>
              <a:gd name="connsiteY81" fmla="*/ 2204272 h 3482342"/>
              <a:gd name="connsiteX82" fmla="*/ 5291263 w 12192000"/>
              <a:gd name="connsiteY82" fmla="*/ 2239182 h 3482342"/>
              <a:gd name="connsiteX83" fmla="*/ 5240857 w 12192000"/>
              <a:gd name="connsiteY83" fmla="*/ 2289444 h 3482342"/>
              <a:gd name="connsiteX84" fmla="*/ 5173523 w 12192000"/>
              <a:gd name="connsiteY84" fmla="*/ 2309057 h 3482342"/>
              <a:gd name="connsiteX85" fmla="*/ 5148543 w 12192000"/>
              <a:gd name="connsiteY85" fmla="*/ 2282356 h 3482342"/>
              <a:gd name="connsiteX86" fmla="*/ 5079548 w 12192000"/>
              <a:gd name="connsiteY86" fmla="*/ 2313485 h 3482342"/>
              <a:gd name="connsiteX87" fmla="*/ 4975908 w 12192000"/>
              <a:gd name="connsiteY87" fmla="*/ 2364128 h 3482342"/>
              <a:gd name="connsiteX88" fmla="*/ 4913723 w 12192000"/>
              <a:gd name="connsiteY88" fmla="*/ 2385265 h 3482342"/>
              <a:gd name="connsiteX89" fmla="*/ 4746485 w 12192000"/>
              <a:gd name="connsiteY89" fmla="*/ 2451769 h 3482342"/>
              <a:gd name="connsiteX90" fmla="*/ 4681588 w 12192000"/>
              <a:gd name="connsiteY90" fmla="*/ 2467494 h 3482342"/>
              <a:gd name="connsiteX91" fmla="*/ 1783655 w 12192000"/>
              <a:gd name="connsiteY91" fmla="*/ 3163860 h 3482342"/>
              <a:gd name="connsiteX92" fmla="*/ 1325955 w 12192000"/>
              <a:gd name="connsiteY92" fmla="*/ 3176692 h 3482342"/>
              <a:gd name="connsiteX93" fmla="*/ 1190384 w 12192000"/>
              <a:gd name="connsiteY93" fmla="*/ 3203504 h 3482342"/>
              <a:gd name="connsiteX94" fmla="*/ 1094537 w 12192000"/>
              <a:gd name="connsiteY94" fmla="*/ 3229469 h 3482342"/>
              <a:gd name="connsiteX95" fmla="*/ 779276 w 12192000"/>
              <a:gd name="connsiteY95" fmla="*/ 3327290 h 3482342"/>
              <a:gd name="connsiteX96" fmla="*/ 600378 w 12192000"/>
              <a:gd name="connsiteY96" fmla="*/ 3335250 h 3482342"/>
              <a:gd name="connsiteX97" fmla="*/ 493457 w 12192000"/>
              <a:gd name="connsiteY97" fmla="*/ 3365044 h 3482342"/>
              <a:gd name="connsiteX98" fmla="*/ 349402 w 12192000"/>
              <a:gd name="connsiteY98" fmla="*/ 3380897 h 3482342"/>
              <a:gd name="connsiteX99" fmla="*/ 192183 w 12192000"/>
              <a:gd name="connsiteY99" fmla="*/ 3460075 h 3482342"/>
              <a:gd name="connsiteX100" fmla="*/ 46713 w 12192000"/>
              <a:gd name="connsiteY100" fmla="*/ 3462986 h 3482342"/>
              <a:gd name="connsiteX101" fmla="*/ 2765 w 12192000"/>
              <a:gd name="connsiteY101" fmla="*/ 3480770 h 3482342"/>
              <a:gd name="connsiteX102" fmla="*/ 0 w 12192000"/>
              <a:gd name="connsiteY102" fmla="*/ 3482342 h 3482342"/>
              <a:gd name="connsiteX103" fmla="*/ 0 w 12192000"/>
              <a:gd name="connsiteY10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3986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35456 w 12192000"/>
              <a:gd name="connsiteY22" fmla="*/ 1337688 h 3482342"/>
              <a:gd name="connsiteX23" fmla="*/ 10629954 w 12192000"/>
              <a:gd name="connsiteY23" fmla="*/ 1330628 h 3482342"/>
              <a:gd name="connsiteX24" fmla="*/ 10623883 w 12192000"/>
              <a:gd name="connsiteY24" fmla="*/ 1332776 h 3482342"/>
              <a:gd name="connsiteX25" fmla="*/ 10622090 w 12192000"/>
              <a:gd name="connsiteY25" fmla="*/ 1341385 h 3482342"/>
              <a:gd name="connsiteX26" fmla="*/ 10573203 w 12192000"/>
              <a:gd name="connsiteY26" fmla="*/ 1351996 h 3482342"/>
              <a:gd name="connsiteX27" fmla="*/ 10513263 w 12192000"/>
              <a:gd name="connsiteY27" fmla="*/ 1350756 h 3482342"/>
              <a:gd name="connsiteX28" fmla="*/ 10464012 w 12192000"/>
              <a:gd name="connsiteY28" fmla="*/ 1391778 h 3482342"/>
              <a:gd name="connsiteX29" fmla="*/ 10405409 w 12192000"/>
              <a:gd name="connsiteY29" fmla="*/ 1422789 h 3482342"/>
              <a:gd name="connsiteX30" fmla="*/ 10370530 w 12192000"/>
              <a:gd name="connsiteY30" fmla="*/ 1441596 h 3482342"/>
              <a:gd name="connsiteX31" fmla="*/ 10264922 w 12192000"/>
              <a:gd name="connsiteY31" fmla="*/ 1472107 h 3482342"/>
              <a:gd name="connsiteX32" fmla="*/ 10058690 w 12192000"/>
              <a:gd name="connsiteY32" fmla="*/ 1474888 h 3482342"/>
              <a:gd name="connsiteX33" fmla="*/ 10004424 w 12192000"/>
              <a:gd name="connsiteY33" fmla="*/ 1489801 h 3482342"/>
              <a:gd name="connsiteX34" fmla="*/ 9999951 w 12192000"/>
              <a:gd name="connsiteY34" fmla="*/ 1499127 h 3482342"/>
              <a:gd name="connsiteX35" fmla="*/ 9845462 w 12192000"/>
              <a:gd name="connsiteY35" fmla="*/ 1548192 h 3482342"/>
              <a:gd name="connsiteX36" fmla="*/ 9736156 w 12192000"/>
              <a:gd name="connsiteY36" fmla="*/ 1581928 h 3482342"/>
              <a:gd name="connsiteX37" fmla="*/ 9693355 w 12192000"/>
              <a:gd name="connsiteY37" fmla="*/ 1602632 h 3482342"/>
              <a:gd name="connsiteX38" fmla="*/ 9664242 w 12192000"/>
              <a:gd name="connsiteY38" fmla="*/ 1622075 h 3482342"/>
              <a:gd name="connsiteX39" fmla="*/ 9579195 w 12192000"/>
              <a:gd name="connsiteY39" fmla="*/ 1648017 h 3482342"/>
              <a:gd name="connsiteX40" fmla="*/ 9433652 w 12192000"/>
              <a:gd name="connsiteY40" fmla="*/ 1681174 h 3482342"/>
              <a:gd name="connsiteX41" fmla="*/ 9403775 w 12192000"/>
              <a:gd name="connsiteY41" fmla="*/ 1690403 h 3482342"/>
              <a:gd name="connsiteX42" fmla="*/ 9382503 w 12192000"/>
              <a:gd name="connsiteY42" fmla="*/ 1706957 h 3482342"/>
              <a:gd name="connsiteX43" fmla="*/ 9381410 w 12192000"/>
              <a:gd name="connsiteY43" fmla="*/ 1718312 h 3482342"/>
              <a:gd name="connsiteX44" fmla="*/ 9365685 w 12192000"/>
              <a:gd name="connsiteY44" fmla="*/ 1724772 h 3482342"/>
              <a:gd name="connsiteX45" fmla="*/ 9278020 w 12192000"/>
              <a:gd name="connsiteY45" fmla="*/ 1741161 h 3482342"/>
              <a:gd name="connsiteX46" fmla="*/ 9217145 w 12192000"/>
              <a:gd name="connsiteY46" fmla="*/ 1771195 h 3482342"/>
              <a:gd name="connsiteX47" fmla="*/ 8955875 w 12192000"/>
              <a:gd name="connsiteY47" fmla="*/ 1796806 h 3482342"/>
              <a:gd name="connsiteX48" fmla="*/ 8648415 w 12192000"/>
              <a:gd name="connsiteY48" fmla="*/ 1878623 h 3482342"/>
              <a:gd name="connsiteX49" fmla="*/ 8524524 w 12192000"/>
              <a:gd name="connsiteY49" fmla="*/ 1902425 h 3482342"/>
              <a:gd name="connsiteX50" fmla="*/ 8436742 w 12192000"/>
              <a:gd name="connsiteY50" fmla="*/ 1923967 h 3482342"/>
              <a:gd name="connsiteX51" fmla="*/ 8345228 w 12192000"/>
              <a:gd name="connsiteY51" fmla="*/ 1939822 h 3482342"/>
              <a:gd name="connsiteX52" fmla="*/ 8236214 w 12192000"/>
              <a:gd name="connsiteY52" fmla="*/ 1909725 h 3482342"/>
              <a:gd name="connsiteX53" fmla="*/ 8132104 w 12192000"/>
              <a:gd name="connsiteY53" fmla="*/ 1895727 h 3482342"/>
              <a:gd name="connsiteX54" fmla="*/ 7918078 w 12192000"/>
              <a:gd name="connsiteY54" fmla="*/ 1862668 h 3482342"/>
              <a:gd name="connsiteX55" fmla="*/ 7817899 w 12192000"/>
              <a:gd name="connsiteY55" fmla="*/ 1862176 h 3482342"/>
              <a:gd name="connsiteX56" fmla="*/ 7768994 w 12192000"/>
              <a:gd name="connsiteY56" fmla="*/ 1855721 h 3482342"/>
              <a:gd name="connsiteX57" fmla="*/ 7618027 w 12192000"/>
              <a:gd name="connsiteY57" fmla="*/ 1830959 h 3482342"/>
              <a:gd name="connsiteX58" fmla="*/ 7449425 w 12192000"/>
              <a:gd name="connsiteY58" fmla="*/ 1810910 h 3482342"/>
              <a:gd name="connsiteX59" fmla="*/ 7342915 w 12192000"/>
              <a:gd name="connsiteY59" fmla="*/ 1819827 h 3482342"/>
              <a:gd name="connsiteX60" fmla="*/ 7255191 w 12192000"/>
              <a:gd name="connsiteY60" fmla="*/ 1834354 h 3482342"/>
              <a:gd name="connsiteX61" fmla="*/ 7131205 w 12192000"/>
              <a:gd name="connsiteY61" fmla="*/ 1845557 h 3482342"/>
              <a:gd name="connsiteX62" fmla="*/ 6917124 w 12192000"/>
              <a:gd name="connsiteY62" fmla="*/ 1837109 h 3482342"/>
              <a:gd name="connsiteX63" fmla="*/ 6837145 w 12192000"/>
              <a:gd name="connsiteY63" fmla="*/ 1870724 h 3482342"/>
              <a:gd name="connsiteX64" fmla="*/ 6753991 w 12192000"/>
              <a:gd name="connsiteY64" fmla="*/ 1860969 h 3482342"/>
              <a:gd name="connsiteX65" fmla="*/ 6727754 w 12192000"/>
              <a:gd name="connsiteY65" fmla="*/ 1882372 h 3482342"/>
              <a:gd name="connsiteX66" fmla="*/ 6723371 w 12192000"/>
              <a:gd name="connsiteY66" fmla="*/ 1886494 h 3482342"/>
              <a:gd name="connsiteX67" fmla="*/ 6702779 w 12192000"/>
              <a:gd name="connsiteY67" fmla="*/ 1893601 h 3482342"/>
              <a:gd name="connsiteX68" fmla="*/ 6700779 w 12192000"/>
              <a:gd name="connsiteY68" fmla="*/ 1907344 h 3482342"/>
              <a:gd name="connsiteX69" fmla="*/ 6672513 w 12192000"/>
              <a:gd name="connsiteY69" fmla="*/ 1926452 h 3482342"/>
              <a:gd name="connsiteX70" fmla="*/ 6633549 w 12192000"/>
              <a:gd name="connsiteY70" fmla="*/ 1936255 h 3482342"/>
              <a:gd name="connsiteX71" fmla="*/ 6444344 w 12192000"/>
              <a:gd name="connsiteY71" fmla="*/ 1969663 h 3482342"/>
              <a:gd name="connsiteX72" fmla="*/ 6333446 w 12192000"/>
              <a:gd name="connsiteY72" fmla="*/ 1997163 h 3482342"/>
              <a:gd name="connsiteX73" fmla="*/ 6294933 w 12192000"/>
              <a:gd name="connsiteY73" fmla="*/ 2019412 h 3482342"/>
              <a:gd name="connsiteX74" fmla="*/ 6238719 w 12192000"/>
              <a:gd name="connsiteY74" fmla="*/ 2042547 h 3482342"/>
              <a:gd name="connsiteX75" fmla="*/ 6142310 w 12192000"/>
              <a:gd name="connsiteY75" fmla="*/ 2092510 h 3482342"/>
              <a:gd name="connsiteX76" fmla="*/ 6007916 w 12192000"/>
              <a:gd name="connsiteY76" fmla="*/ 2143752 h 3482342"/>
              <a:gd name="connsiteX77" fmla="*/ 5894610 w 12192000"/>
              <a:gd name="connsiteY77" fmla="*/ 2130684 h 3482342"/>
              <a:gd name="connsiteX78" fmla="*/ 5817682 w 12192000"/>
              <a:gd name="connsiteY78" fmla="*/ 2157358 h 3482342"/>
              <a:gd name="connsiteX79" fmla="*/ 5591469 w 12192000"/>
              <a:gd name="connsiteY79" fmla="*/ 2178389 h 3482342"/>
              <a:gd name="connsiteX80" fmla="*/ 5414282 w 12192000"/>
              <a:gd name="connsiteY80" fmla="*/ 2183070 h 3482342"/>
              <a:gd name="connsiteX81" fmla="*/ 5368369 w 12192000"/>
              <a:gd name="connsiteY81" fmla="*/ 2204272 h 3482342"/>
              <a:gd name="connsiteX82" fmla="*/ 5291263 w 12192000"/>
              <a:gd name="connsiteY82" fmla="*/ 2239182 h 3482342"/>
              <a:gd name="connsiteX83" fmla="*/ 5240857 w 12192000"/>
              <a:gd name="connsiteY83" fmla="*/ 2289444 h 3482342"/>
              <a:gd name="connsiteX84" fmla="*/ 5173523 w 12192000"/>
              <a:gd name="connsiteY84" fmla="*/ 2309057 h 3482342"/>
              <a:gd name="connsiteX85" fmla="*/ 5148543 w 12192000"/>
              <a:gd name="connsiteY85" fmla="*/ 2282356 h 3482342"/>
              <a:gd name="connsiteX86" fmla="*/ 5079548 w 12192000"/>
              <a:gd name="connsiteY86" fmla="*/ 2313485 h 3482342"/>
              <a:gd name="connsiteX87" fmla="*/ 4975908 w 12192000"/>
              <a:gd name="connsiteY87" fmla="*/ 2364128 h 3482342"/>
              <a:gd name="connsiteX88" fmla="*/ 4913723 w 12192000"/>
              <a:gd name="connsiteY88" fmla="*/ 2385265 h 3482342"/>
              <a:gd name="connsiteX89" fmla="*/ 4746485 w 12192000"/>
              <a:gd name="connsiteY89" fmla="*/ 2451769 h 3482342"/>
              <a:gd name="connsiteX90" fmla="*/ 4681588 w 12192000"/>
              <a:gd name="connsiteY90" fmla="*/ 2467494 h 3482342"/>
              <a:gd name="connsiteX91" fmla="*/ 1783655 w 12192000"/>
              <a:gd name="connsiteY91" fmla="*/ 3163860 h 3482342"/>
              <a:gd name="connsiteX92" fmla="*/ 1325955 w 12192000"/>
              <a:gd name="connsiteY92" fmla="*/ 3176692 h 3482342"/>
              <a:gd name="connsiteX93" fmla="*/ 1190384 w 12192000"/>
              <a:gd name="connsiteY93" fmla="*/ 3203504 h 3482342"/>
              <a:gd name="connsiteX94" fmla="*/ 1094537 w 12192000"/>
              <a:gd name="connsiteY94" fmla="*/ 3229469 h 3482342"/>
              <a:gd name="connsiteX95" fmla="*/ 779276 w 12192000"/>
              <a:gd name="connsiteY95" fmla="*/ 3327290 h 3482342"/>
              <a:gd name="connsiteX96" fmla="*/ 600378 w 12192000"/>
              <a:gd name="connsiteY96" fmla="*/ 3335250 h 3482342"/>
              <a:gd name="connsiteX97" fmla="*/ 493457 w 12192000"/>
              <a:gd name="connsiteY97" fmla="*/ 3365044 h 3482342"/>
              <a:gd name="connsiteX98" fmla="*/ 349402 w 12192000"/>
              <a:gd name="connsiteY98" fmla="*/ 3380897 h 3482342"/>
              <a:gd name="connsiteX99" fmla="*/ 192183 w 12192000"/>
              <a:gd name="connsiteY99" fmla="*/ 3460075 h 3482342"/>
              <a:gd name="connsiteX100" fmla="*/ 46713 w 12192000"/>
              <a:gd name="connsiteY100" fmla="*/ 3462986 h 3482342"/>
              <a:gd name="connsiteX101" fmla="*/ 2765 w 12192000"/>
              <a:gd name="connsiteY101" fmla="*/ 3480770 h 3482342"/>
              <a:gd name="connsiteX102" fmla="*/ 0 w 12192000"/>
              <a:gd name="connsiteY102" fmla="*/ 3482342 h 3482342"/>
              <a:gd name="connsiteX103" fmla="*/ 0 w 12192000"/>
              <a:gd name="connsiteY10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35456 w 12192000"/>
              <a:gd name="connsiteY22" fmla="*/ 1337688 h 3482342"/>
              <a:gd name="connsiteX23" fmla="*/ 10629954 w 12192000"/>
              <a:gd name="connsiteY23" fmla="*/ 1330628 h 3482342"/>
              <a:gd name="connsiteX24" fmla="*/ 10623883 w 12192000"/>
              <a:gd name="connsiteY24" fmla="*/ 1332776 h 3482342"/>
              <a:gd name="connsiteX25" fmla="*/ 10622090 w 12192000"/>
              <a:gd name="connsiteY25" fmla="*/ 1341385 h 3482342"/>
              <a:gd name="connsiteX26" fmla="*/ 10573203 w 12192000"/>
              <a:gd name="connsiteY26" fmla="*/ 1351996 h 3482342"/>
              <a:gd name="connsiteX27" fmla="*/ 10513263 w 12192000"/>
              <a:gd name="connsiteY27" fmla="*/ 1350756 h 3482342"/>
              <a:gd name="connsiteX28" fmla="*/ 10464012 w 12192000"/>
              <a:gd name="connsiteY28" fmla="*/ 1391778 h 3482342"/>
              <a:gd name="connsiteX29" fmla="*/ 10405409 w 12192000"/>
              <a:gd name="connsiteY29" fmla="*/ 1422789 h 3482342"/>
              <a:gd name="connsiteX30" fmla="*/ 10370530 w 12192000"/>
              <a:gd name="connsiteY30" fmla="*/ 1441596 h 3482342"/>
              <a:gd name="connsiteX31" fmla="*/ 10264922 w 12192000"/>
              <a:gd name="connsiteY31" fmla="*/ 1472107 h 3482342"/>
              <a:gd name="connsiteX32" fmla="*/ 10058690 w 12192000"/>
              <a:gd name="connsiteY32" fmla="*/ 1474888 h 3482342"/>
              <a:gd name="connsiteX33" fmla="*/ 10004424 w 12192000"/>
              <a:gd name="connsiteY33" fmla="*/ 1489801 h 3482342"/>
              <a:gd name="connsiteX34" fmla="*/ 9999951 w 12192000"/>
              <a:gd name="connsiteY34" fmla="*/ 1499127 h 3482342"/>
              <a:gd name="connsiteX35" fmla="*/ 9845462 w 12192000"/>
              <a:gd name="connsiteY35" fmla="*/ 1548192 h 3482342"/>
              <a:gd name="connsiteX36" fmla="*/ 9736156 w 12192000"/>
              <a:gd name="connsiteY36" fmla="*/ 1581928 h 3482342"/>
              <a:gd name="connsiteX37" fmla="*/ 9693355 w 12192000"/>
              <a:gd name="connsiteY37" fmla="*/ 1602632 h 3482342"/>
              <a:gd name="connsiteX38" fmla="*/ 9664242 w 12192000"/>
              <a:gd name="connsiteY38" fmla="*/ 1622075 h 3482342"/>
              <a:gd name="connsiteX39" fmla="*/ 9579195 w 12192000"/>
              <a:gd name="connsiteY39" fmla="*/ 1648017 h 3482342"/>
              <a:gd name="connsiteX40" fmla="*/ 9433652 w 12192000"/>
              <a:gd name="connsiteY40" fmla="*/ 1681174 h 3482342"/>
              <a:gd name="connsiteX41" fmla="*/ 9403775 w 12192000"/>
              <a:gd name="connsiteY41" fmla="*/ 1690403 h 3482342"/>
              <a:gd name="connsiteX42" fmla="*/ 9382503 w 12192000"/>
              <a:gd name="connsiteY42" fmla="*/ 1706957 h 3482342"/>
              <a:gd name="connsiteX43" fmla="*/ 9381410 w 12192000"/>
              <a:gd name="connsiteY43" fmla="*/ 1718312 h 3482342"/>
              <a:gd name="connsiteX44" fmla="*/ 9365685 w 12192000"/>
              <a:gd name="connsiteY44" fmla="*/ 1724772 h 3482342"/>
              <a:gd name="connsiteX45" fmla="*/ 9278020 w 12192000"/>
              <a:gd name="connsiteY45" fmla="*/ 1741161 h 3482342"/>
              <a:gd name="connsiteX46" fmla="*/ 9217145 w 12192000"/>
              <a:gd name="connsiteY46" fmla="*/ 1771195 h 3482342"/>
              <a:gd name="connsiteX47" fmla="*/ 8955875 w 12192000"/>
              <a:gd name="connsiteY47" fmla="*/ 1796806 h 3482342"/>
              <a:gd name="connsiteX48" fmla="*/ 8648415 w 12192000"/>
              <a:gd name="connsiteY48" fmla="*/ 1878623 h 3482342"/>
              <a:gd name="connsiteX49" fmla="*/ 8524524 w 12192000"/>
              <a:gd name="connsiteY49" fmla="*/ 1902425 h 3482342"/>
              <a:gd name="connsiteX50" fmla="*/ 8436742 w 12192000"/>
              <a:gd name="connsiteY50" fmla="*/ 1923967 h 3482342"/>
              <a:gd name="connsiteX51" fmla="*/ 8345228 w 12192000"/>
              <a:gd name="connsiteY51" fmla="*/ 1939822 h 3482342"/>
              <a:gd name="connsiteX52" fmla="*/ 8236214 w 12192000"/>
              <a:gd name="connsiteY52" fmla="*/ 1909725 h 3482342"/>
              <a:gd name="connsiteX53" fmla="*/ 8132104 w 12192000"/>
              <a:gd name="connsiteY53" fmla="*/ 1895727 h 3482342"/>
              <a:gd name="connsiteX54" fmla="*/ 7918078 w 12192000"/>
              <a:gd name="connsiteY54" fmla="*/ 1862668 h 3482342"/>
              <a:gd name="connsiteX55" fmla="*/ 7817899 w 12192000"/>
              <a:gd name="connsiteY55" fmla="*/ 1862176 h 3482342"/>
              <a:gd name="connsiteX56" fmla="*/ 7768994 w 12192000"/>
              <a:gd name="connsiteY56" fmla="*/ 1855721 h 3482342"/>
              <a:gd name="connsiteX57" fmla="*/ 7618027 w 12192000"/>
              <a:gd name="connsiteY57" fmla="*/ 1830959 h 3482342"/>
              <a:gd name="connsiteX58" fmla="*/ 7449425 w 12192000"/>
              <a:gd name="connsiteY58" fmla="*/ 1810910 h 3482342"/>
              <a:gd name="connsiteX59" fmla="*/ 7342915 w 12192000"/>
              <a:gd name="connsiteY59" fmla="*/ 1819827 h 3482342"/>
              <a:gd name="connsiteX60" fmla="*/ 7255191 w 12192000"/>
              <a:gd name="connsiteY60" fmla="*/ 1834354 h 3482342"/>
              <a:gd name="connsiteX61" fmla="*/ 7131205 w 12192000"/>
              <a:gd name="connsiteY61" fmla="*/ 1845557 h 3482342"/>
              <a:gd name="connsiteX62" fmla="*/ 6917124 w 12192000"/>
              <a:gd name="connsiteY62" fmla="*/ 1837109 h 3482342"/>
              <a:gd name="connsiteX63" fmla="*/ 6837145 w 12192000"/>
              <a:gd name="connsiteY63" fmla="*/ 1870724 h 3482342"/>
              <a:gd name="connsiteX64" fmla="*/ 6753991 w 12192000"/>
              <a:gd name="connsiteY64" fmla="*/ 1860969 h 3482342"/>
              <a:gd name="connsiteX65" fmla="*/ 6727754 w 12192000"/>
              <a:gd name="connsiteY65" fmla="*/ 1882372 h 3482342"/>
              <a:gd name="connsiteX66" fmla="*/ 6723371 w 12192000"/>
              <a:gd name="connsiteY66" fmla="*/ 1886494 h 3482342"/>
              <a:gd name="connsiteX67" fmla="*/ 6702779 w 12192000"/>
              <a:gd name="connsiteY67" fmla="*/ 1893601 h 3482342"/>
              <a:gd name="connsiteX68" fmla="*/ 6700779 w 12192000"/>
              <a:gd name="connsiteY68" fmla="*/ 1907344 h 3482342"/>
              <a:gd name="connsiteX69" fmla="*/ 6672513 w 12192000"/>
              <a:gd name="connsiteY69" fmla="*/ 1926452 h 3482342"/>
              <a:gd name="connsiteX70" fmla="*/ 6633549 w 12192000"/>
              <a:gd name="connsiteY70" fmla="*/ 1936255 h 3482342"/>
              <a:gd name="connsiteX71" fmla="*/ 6444344 w 12192000"/>
              <a:gd name="connsiteY71" fmla="*/ 1969663 h 3482342"/>
              <a:gd name="connsiteX72" fmla="*/ 6333446 w 12192000"/>
              <a:gd name="connsiteY72" fmla="*/ 1997163 h 3482342"/>
              <a:gd name="connsiteX73" fmla="*/ 6294933 w 12192000"/>
              <a:gd name="connsiteY73" fmla="*/ 2019412 h 3482342"/>
              <a:gd name="connsiteX74" fmla="*/ 6238719 w 12192000"/>
              <a:gd name="connsiteY74" fmla="*/ 2042547 h 3482342"/>
              <a:gd name="connsiteX75" fmla="*/ 6142310 w 12192000"/>
              <a:gd name="connsiteY75" fmla="*/ 2092510 h 3482342"/>
              <a:gd name="connsiteX76" fmla="*/ 6007916 w 12192000"/>
              <a:gd name="connsiteY76" fmla="*/ 2143752 h 3482342"/>
              <a:gd name="connsiteX77" fmla="*/ 5894610 w 12192000"/>
              <a:gd name="connsiteY77" fmla="*/ 2130684 h 3482342"/>
              <a:gd name="connsiteX78" fmla="*/ 5817682 w 12192000"/>
              <a:gd name="connsiteY78" fmla="*/ 2157358 h 3482342"/>
              <a:gd name="connsiteX79" fmla="*/ 5591469 w 12192000"/>
              <a:gd name="connsiteY79" fmla="*/ 2178389 h 3482342"/>
              <a:gd name="connsiteX80" fmla="*/ 5414282 w 12192000"/>
              <a:gd name="connsiteY80" fmla="*/ 2183070 h 3482342"/>
              <a:gd name="connsiteX81" fmla="*/ 5368369 w 12192000"/>
              <a:gd name="connsiteY81" fmla="*/ 2204272 h 3482342"/>
              <a:gd name="connsiteX82" fmla="*/ 5291263 w 12192000"/>
              <a:gd name="connsiteY82" fmla="*/ 2239182 h 3482342"/>
              <a:gd name="connsiteX83" fmla="*/ 5240857 w 12192000"/>
              <a:gd name="connsiteY83" fmla="*/ 2289444 h 3482342"/>
              <a:gd name="connsiteX84" fmla="*/ 5173523 w 12192000"/>
              <a:gd name="connsiteY84" fmla="*/ 2309057 h 3482342"/>
              <a:gd name="connsiteX85" fmla="*/ 5148543 w 12192000"/>
              <a:gd name="connsiteY85" fmla="*/ 2282356 h 3482342"/>
              <a:gd name="connsiteX86" fmla="*/ 5079548 w 12192000"/>
              <a:gd name="connsiteY86" fmla="*/ 2313485 h 3482342"/>
              <a:gd name="connsiteX87" fmla="*/ 4975908 w 12192000"/>
              <a:gd name="connsiteY87" fmla="*/ 2364128 h 3482342"/>
              <a:gd name="connsiteX88" fmla="*/ 4913723 w 12192000"/>
              <a:gd name="connsiteY88" fmla="*/ 2385265 h 3482342"/>
              <a:gd name="connsiteX89" fmla="*/ 4746485 w 12192000"/>
              <a:gd name="connsiteY89" fmla="*/ 2451769 h 3482342"/>
              <a:gd name="connsiteX90" fmla="*/ 4681588 w 12192000"/>
              <a:gd name="connsiteY90" fmla="*/ 2467494 h 3482342"/>
              <a:gd name="connsiteX91" fmla="*/ 1783655 w 12192000"/>
              <a:gd name="connsiteY91" fmla="*/ 3163860 h 3482342"/>
              <a:gd name="connsiteX92" fmla="*/ 1325955 w 12192000"/>
              <a:gd name="connsiteY92" fmla="*/ 3176692 h 3482342"/>
              <a:gd name="connsiteX93" fmla="*/ 1190384 w 12192000"/>
              <a:gd name="connsiteY93" fmla="*/ 3203504 h 3482342"/>
              <a:gd name="connsiteX94" fmla="*/ 1094537 w 12192000"/>
              <a:gd name="connsiteY94" fmla="*/ 3229469 h 3482342"/>
              <a:gd name="connsiteX95" fmla="*/ 779276 w 12192000"/>
              <a:gd name="connsiteY95" fmla="*/ 3327290 h 3482342"/>
              <a:gd name="connsiteX96" fmla="*/ 600378 w 12192000"/>
              <a:gd name="connsiteY96" fmla="*/ 3335250 h 3482342"/>
              <a:gd name="connsiteX97" fmla="*/ 493457 w 12192000"/>
              <a:gd name="connsiteY97" fmla="*/ 3365044 h 3482342"/>
              <a:gd name="connsiteX98" fmla="*/ 349402 w 12192000"/>
              <a:gd name="connsiteY98" fmla="*/ 3380897 h 3482342"/>
              <a:gd name="connsiteX99" fmla="*/ 192183 w 12192000"/>
              <a:gd name="connsiteY99" fmla="*/ 3460075 h 3482342"/>
              <a:gd name="connsiteX100" fmla="*/ 46713 w 12192000"/>
              <a:gd name="connsiteY100" fmla="*/ 3462986 h 3482342"/>
              <a:gd name="connsiteX101" fmla="*/ 2765 w 12192000"/>
              <a:gd name="connsiteY101" fmla="*/ 3480770 h 3482342"/>
              <a:gd name="connsiteX102" fmla="*/ 0 w 12192000"/>
              <a:gd name="connsiteY102" fmla="*/ 3482342 h 3482342"/>
              <a:gd name="connsiteX103" fmla="*/ 0 w 12192000"/>
              <a:gd name="connsiteY10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35456 w 12192000"/>
              <a:gd name="connsiteY22" fmla="*/ 1337688 h 3482342"/>
              <a:gd name="connsiteX23" fmla="*/ 10629954 w 12192000"/>
              <a:gd name="connsiteY23" fmla="*/ 1330628 h 3482342"/>
              <a:gd name="connsiteX24" fmla="*/ 10623883 w 12192000"/>
              <a:gd name="connsiteY24" fmla="*/ 1332776 h 3482342"/>
              <a:gd name="connsiteX25" fmla="*/ 10573203 w 12192000"/>
              <a:gd name="connsiteY25" fmla="*/ 1351996 h 3482342"/>
              <a:gd name="connsiteX26" fmla="*/ 10513263 w 12192000"/>
              <a:gd name="connsiteY26" fmla="*/ 1350756 h 3482342"/>
              <a:gd name="connsiteX27" fmla="*/ 10464012 w 12192000"/>
              <a:gd name="connsiteY27" fmla="*/ 1391778 h 3482342"/>
              <a:gd name="connsiteX28" fmla="*/ 10405409 w 12192000"/>
              <a:gd name="connsiteY28" fmla="*/ 1422789 h 3482342"/>
              <a:gd name="connsiteX29" fmla="*/ 10370530 w 12192000"/>
              <a:gd name="connsiteY29" fmla="*/ 1441596 h 3482342"/>
              <a:gd name="connsiteX30" fmla="*/ 10264922 w 12192000"/>
              <a:gd name="connsiteY30" fmla="*/ 1472107 h 3482342"/>
              <a:gd name="connsiteX31" fmla="*/ 10058690 w 12192000"/>
              <a:gd name="connsiteY31" fmla="*/ 1474888 h 3482342"/>
              <a:gd name="connsiteX32" fmla="*/ 10004424 w 12192000"/>
              <a:gd name="connsiteY32" fmla="*/ 1489801 h 3482342"/>
              <a:gd name="connsiteX33" fmla="*/ 9999951 w 12192000"/>
              <a:gd name="connsiteY33" fmla="*/ 1499127 h 3482342"/>
              <a:gd name="connsiteX34" fmla="*/ 9845462 w 12192000"/>
              <a:gd name="connsiteY34" fmla="*/ 1548192 h 3482342"/>
              <a:gd name="connsiteX35" fmla="*/ 9736156 w 12192000"/>
              <a:gd name="connsiteY35" fmla="*/ 1581928 h 3482342"/>
              <a:gd name="connsiteX36" fmla="*/ 9693355 w 12192000"/>
              <a:gd name="connsiteY36" fmla="*/ 1602632 h 3482342"/>
              <a:gd name="connsiteX37" fmla="*/ 9664242 w 12192000"/>
              <a:gd name="connsiteY37" fmla="*/ 1622075 h 3482342"/>
              <a:gd name="connsiteX38" fmla="*/ 9579195 w 12192000"/>
              <a:gd name="connsiteY38" fmla="*/ 1648017 h 3482342"/>
              <a:gd name="connsiteX39" fmla="*/ 9433652 w 12192000"/>
              <a:gd name="connsiteY39" fmla="*/ 1681174 h 3482342"/>
              <a:gd name="connsiteX40" fmla="*/ 9403775 w 12192000"/>
              <a:gd name="connsiteY40" fmla="*/ 1690403 h 3482342"/>
              <a:gd name="connsiteX41" fmla="*/ 9382503 w 12192000"/>
              <a:gd name="connsiteY41" fmla="*/ 1706957 h 3482342"/>
              <a:gd name="connsiteX42" fmla="*/ 9381410 w 12192000"/>
              <a:gd name="connsiteY42" fmla="*/ 1718312 h 3482342"/>
              <a:gd name="connsiteX43" fmla="*/ 9365685 w 12192000"/>
              <a:gd name="connsiteY43" fmla="*/ 1724772 h 3482342"/>
              <a:gd name="connsiteX44" fmla="*/ 9278020 w 12192000"/>
              <a:gd name="connsiteY44" fmla="*/ 1741161 h 3482342"/>
              <a:gd name="connsiteX45" fmla="*/ 9217145 w 12192000"/>
              <a:gd name="connsiteY45" fmla="*/ 1771195 h 3482342"/>
              <a:gd name="connsiteX46" fmla="*/ 8955875 w 12192000"/>
              <a:gd name="connsiteY46" fmla="*/ 1796806 h 3482342"/>
              <a:gd name="connsiteX47" fmla="*/ 8648415 w 12192000"/>
              <a:gd name="connsiteY47" fmla="*/ 1878623 h 3482342"/>
              <a:gd name="connsiteX48" fmla="*/ 8524524 w 12192000"/>
              <a:gd name="connsiteY48" fmla="*/ 1902425 h 3482342"/>
              <a:gd name="connsiteX49" fmla="*/ 8436742 w 12192000"/>
              <a:gd name="connsiteY49" fmla="*/ 1923967 h 3482342"/>
              <a:gd name="connsiteX50" fmla="*/ 8345228 w 12192000"/>
              <a:gd name="connsiteY50" fmla="*/ 1939822 h 3482342"/>
              <a:gd name="connsiteX51" fmla="*/ 8236214 w 12192000"/>
              <a:gd name="connsiteY51" fmla="*/ 1909725 h 3482342"/>
              <a:gd name="connsiteX52" fmla="*/ 8132104 w 12192000"/>
              <a:gd name="connsiteY52" fmla="*/ 1895727 h 3482342"/>
              <a:gd name="connsiteX53" fmla="*/ 7918078 w 12192000"/>
              <a:gd name="connsiteY53" fmla="*/ 1862668 h 3482342"/>
              <a:gd name="connsiteX54" fmla="*/ 7817899 w 12192000"/>
              <a:gd name="connsiteY54" fmla="*/ 1862176 h 3482342"/>
              <a:gd name="connsiteX55" fmla="*/ 7768994 w 12192000"/>
              <a:gd name="connsiteY55" fmla="*/ 1855721 h 3482342"/>
              <a:gd name="connsiteX56" fmla="*/ 7618027 w 12192000"/>
              <a:gd name="connsiteY56" fmla="*/ 1830959 h 3482342"/>
              <a:gd name="connsiteX57" fmla="*/ 7449425 w 12192000"/>
              <a:gd name="connsiteY57" fmla="*/ 1810910 h 3482342"/>
              <a:gd name="connsiteX58" fmla="*/ 7342915 w 12192000"/>
              <a:gd name="connsiteY58" fmla="*/ 1819827 h 3482342"/>
              <a:gd name="connsiteX59" fmla="*/ 7255191 w 12192000"/>
              <a:gd name="connsiteY59" fmla="*/ 1834354 h 3482342"/>
              <a:gd name="connsiteX60" fmla="*/ 7131205 w 12192000"/>
              <a:gd name="connsiteY60" fmla="*/ 1845557 h 3482342"/>
              <a:gd name="connsiteX61" fmla="*/ 6917124 w 12192000"/>
              <a:gd name="connsiteY61" fmla="*/ 1837109 h 3482342"/>
              <a:gd name="connsiteX62" fmla="*/ 6837145 w 12192000"/>
              <a:gd name="connsiteY62" fmla="*/ 1870724 h 3482342"/>
              <a:gd name="connsiteX63" fmla="*/ 6753991 w 12192000"/>
              <a:gd name="connsiteY63" fmla="*/ 1860969 h 3482342"/>
              <a:gd name="connsiteX64" fmla="*/ 6727754 w 12192000"/>
              <a:gd name="connsiteY64" fmla="*/ 1882372 h 3482342"/>
              <a:gd name="connsiteX65" fmla="*/ 6723371 w 12192000"/>
              <a:gd name="connsiteY65" fmla="*/ 1886494 h 3482342"/>
              <a:gd name="connsiteX66" fmla="*/ 6702779 w 12192000"/>
              <a:gd name="connsiteY66" fmla="*/ 1893601 h 3482342"/>
              <a:gd name="connsiteX67" fmla="*/ 6700779 w 12192000"/>
              <a:gd name="connsiteY67" fmla="*/ 1907344 h 3482342"/>
              <a:gd name="connsiteX68" fmla="*/ 6672513 w 12192000"/>
              <a:gd name="connsiteY68" fmla="*/ 1926452 h 3482342"/>
              <a:gd name="connsiteX69" fmla="*/ 6633549 w 12192000"/>
              <a:gd name="connsiteY69" fmla="*/ 1936255 h 3482342"/>
              <a:gd name="connsiteX70" fmla="*/ 6444344 w 12192000"/>
              <a:gd name="connsiteY70" fmla="*/ 1969663 h 3482342"/>
              <a:gd name="connsiteX71" fmla="*/ 6333446 w 12192000"/>
              <a:gd name="connsiteY71" fmla="*/ 1997163 h 3482342"/>
              <a:gd name="connsiteX72" fmla="*/ 6294933 w 12192000"/>
              <a:gd name="connsiteY72" fmla="*/ 2019412 h 3482342"/>
              <a:gd name="connsiteX73" fmla="*/ 6238719 w 12192000"/>
              <a:gd name="connsiteY73" fmla="*/ 2042547 h 3482342"/>
              <a:gd name="connsiteX74" fmla="*/ 6142310 w 12192000"/>
              <a:gd name="connsiteY74" fmla="*/ 2092510 h 3482342"/>
              <a:gd name="connsiteX75" fmla="*/ 6007916 w 12192000"/>
              <a:gd name="connsiteY75" fmla="*/ 2143752 h 3482342"/>
              <a:gd name="connsiteX76" fmla="*/ 5894610 w 12192000"/>
              <a:gd name="connsiteY76" fmla="*/ 2130684 h 3482342"/>
              <a:gd name="connsiteX77" fmla="*/ 5817682 w 12192000"/>
              <a:gd name="connsiteY77" fmla="*/ 2157358 h 3482342"/>
              <a:gd name="connsiteX78" fmla="*/ 5591469 w 12192000"/>
              <a:gd name="connsiteY78" fmla="*/ 2178389 h 3482342"/>
              <a:gd name="connsiteX79" fmla="*/ 5414282 w 12192000"/>
              <a:gd name="connsiteY79" fmla="*/ 2183070 h 3482342"/>
              <a:gd name="connsiteX80" fmla="*/ 5368369 w 12192000"/>
              <a:gd name="connsiteY80" fmla="*/ 2204272 h 3482342"/>
              <a:gd name="connsiteX81" fmla="*/ 5291263 w 12192000"/>
              <a:gd name="connsiteY81" fmla="*/ 2239182 h 3482342"/>
              <a:gd name="connsiteX82" fmla="*/ 5240857 w 12192000"/>
              <a:gd name="connsiteY82" fmla="*/ 2289444 h 3482342"/>
              <a:gd name="connsiteX83" fmla="*/ 5173523 w 12192000"/>
              <a:gd name="connsiteY83" fmla="*/ 2309057 h 3482342"/>
              <a:gd name="connsiteX84" fmla="*/ 5148543 w 12192000"/>
              <a:gd name="connsiteY84" fmla="*/ 2282356 h 3482342"/>
              <a:gd name="connsiteX85" fmla="*/ 5079548 w 12192000"/>
              <a:gd name="connsiteY85" fmla="*/ 2313485 h 3482342"/>
              <a:gd name="connsiteX86" fmla="*/ 4975908 w 12192000"/>
              <a:gd name="connsiteY86" fmla="*/ 2364128 h 3482342"/>
              <a:gd name="connsiteX87" fmla="*/ 4913723 w 12192000"/>
              <a:gd name="connsiteY87" fmla="*/ 2385265 h 3482342"/>
              <a:gd name="connsiteX88" fmla="*/ 4746485 w 12192000"/>
              <a:gd name="connsiteY88" fmla="*/ 2451769 h 3482342"/>
              <a:gd name="connsiteX89" fmla="*/ 4681588 w 12192000"/>
              <a:gd name="connsiteY89" fmla="*/ 2467494 h 3482342"/>
              <a:gd name="connsiteX90" fmla="*/ 1783655 w 12192000"/>
              <a:gd name="connsiteY90" fmla="*/ 3163860 h 3482342"/>
              <a:gd name="connsiteX91" fmla="*/ 1325955 w 12192000"/>
              <a:gd name="connsiteY91" fmla="*/ 3176692 h 3482342"/>
              <a:gd name="connsiteX92" fmla="*/ 1190384 w 12192000"/>
              <a:gd name="connsiteY92" fmla="*/ 3203504 h 3482342"/>
              <a:gd name="connsiteX93" fmla="*/ 1094537 w 12192000"/>
              <a:gd name="connsiteY93" fmla="*/ 3229469 h 3482342"/>
              <a:gd name="connsiteX94" fmla="*/ 779276 w 12192000"/>
              <a:gd name="connsiteY94" fmla="*/ 3327290 h 3482342"/>
              <a:gd name="connsiteX95" fmla="*/ 600378 w 12192000"/>
              <a:gd name="connsiteY95" fmla="*/ 3335250 h 3482342"/>
              <a:gd name="connsiteX96" fmla="*/ 493457 w 12192000"/>
              <a:gd name="connsiteY96" fmla="*/ 3365044 h 3482342"/>
              <a:gd name="connsiteX97" fmla="*/ 349402 w 12192000"/>
              <a:gd name="connsiteY97" fmla="*/ 3380897 h 3482342"/>
              <a:gd name="connsiteX98" fmla="*/ 192183 w 12192000"/>
              <a:gd name="connsiteY98" fmla="*/ 3460075 h 3482342"/>
              <a:gd name="connsiteX99" fmla="*/ 46713 w 12192000"/>
              <a:gd name="connsiteY99" fmla="*/ 3462986 h 3482342"/>
              <a:gd name="connsiteX100" fmla="*/ 2765 w 12192000"/>
              <a:gd name="connsiteY100" fmla="*/ 3480770 h 3482342"/>
              <a:gd name="connsiteX101" fmla="*/ 0 w 12192000"/>
              <a:gd name="connsiteY101" fmla="*/ 3482342 h 3482342"/>
              <a:gd name="connsiteX102" fmla="*/ 0 w 12192000"/>
              <a:gd name="connsiteY102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35456 w 12192000"/>
              <a:gd name="connsiteY22" fmla="*/ 1337688 h 3482342"/>
              <a:gd name="connsiteX23" fmla="*/ 10629954 w 12192000"/>
              <a:gd name="connsiteY23" fmla="*/ 13306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524524 w 12192000"/>
              <a:gd name="connsiteY47" fmla="*/ 1902425 h 3482342"/>
              <a:gd name="connsiteX48" fmla="*/ 8436742 w 12192000"/>
              <a:gd name="connsiteY48" fmla="*/ 1923967 h 3482342"/>
              <a:gd name="connsiteX49" fmla="*/ 8345228 w 12192000"/>
              <a:gd name="connsiteY49" fmla="*/ 1939822 h 3482342"/>
              <a:gd name="connsiteX50" fmla="*/ 8236214 w 12192000"/>
              <a:gd name="connsiteY50" fmla="*/ 1909725 h 3482342"/>
              <a:gd name="connsiteX51" fmla="*/ 8132104 w 12192000"/>
              <a:gd name="connsiteY51" fmla="*/ 1895727 h 3482342"/>
              <a:gd name="connsiteX52" fmla="*/ 7918078 w 12192000"/>
              <a:gd name="connsiteY52" fmla="*/ 1862668 h 3482342"/>
              <a:gd name="connsiteX53" fmla="*/ 7817899 w 12192000"/>
              <a:gd name="connsiteY53" fmla="*/ 1862176 h 3482342"/>
              <a:gd name="connsiteX54" fmla="*/ 7768994 w 12192000"/>
              <a:gd name="connsiteY54" fmla="*/ 1855721 h 3482342"/>
              <a:gd name="connsiteX55" fmla="*/ 7618027 w 12192000"/>
              <a:gd name="connsiteY55" fmla="*/ 1830959 h 3482342"/>
              <a:gd name="connsiteX56" fmla="*/ 7449425 w 12192000"/>
              <a:gd name="connsiteY56" fmla="*/ 1810910 h 3482342"/>
              <a:gd name="connsiteX57" fmla="*/ 7342915 w 12192000"/>
              <a:gd name="connsiteY57" fmla="*/ 1819827 h 3482342"/>
              <a:gd name="connsiteX58" fmla="*/ 7255191 w 12192000"/>
              <a:gd name="connsiteY58" fmla="*/ 1834354 h 3482342"/>
              <a:gd name="connsiteX59" fmla="*/ 7131205 w 12192000"/>
              <a:gd name="connsiteY59" fmla="*/ 1845557 h 3482342"/>
              <a:gd name="connsiteX60" fmla="*/ 6917124 w 12192000"/>
              <a:gd name="connsiteY60" fmla="*/ 1837109 h 3482342"/>
              <a:gd name="connsiteX61" fmla="*/ 6837145 w 12192000"/>
              <a:gd name="connsiteY61" fmla="*/ 1870724 h 3482342"/>
              <a:gd name="connsiteX62" fmla="*/ 6753991 w 12192000"/>
              <a:gd name="connsiteY62" fmla="*/ 1860969 h 3482342"/>
              <a:gd name="connsiteX63" fmla="*/ 6727754 w 12192000"/>
              <a:gd name="connsiteY63" fmla="*/ 1882372 h 3482342"/>
              <a:gd name="connsiteX64" fmla="*/ 6723371 w 12192000"/>
              <a:gd name="connsiteY64" fmla="*/ 1886494 h 3482342"/>
              <a:gd name="connsiteX65" fmla="*/ 6702779 w 12192000"/>
              <a:gd name="connsiteY65" fmla="*/ 1893601 h 3482342"/>
              <a:gd name="connsiteX66" fmla="*/ 6700779 w 12192000"/>
              <a:gd name="connsiteY66" fmla="*/ 1907344 h 3482342"/>
              <a:gd name="connsiteX67" fmla="*/ 6672513 w 12192000"/>
              <a:gd name="connsiteY67" fmla="*/ 1926452 h 3482342"/>
              <a:gd name="connsiteX68" fmla="*/ 6633549 w 12192000"/>
              <a:gd name="connsiteY68" fmla="*/ 1936255 h 3482342"/>
              <a:gd name="connsiteX69" fmla="*/ 6444344 w 12192000"/>
              <a:gd name="connsiteY69" fmla="*/ 1969663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42310 w 12192000"/>
              <a:gd name="connsiteY73" fmla="*/ 2092510 h 3482342"/>
              <a:gd name="connsiteX74" fmla="*/ 6007916 w 12192000"/>
              <a:gd name="connsiteY74" fmla="*/ 2143752 h 3482342"/>
              <a:gd name="connsiteX75" fmla="*/ 5894610 w 12192000"/>
              <a:gd name="connsiteY75" fmla="*/ 2130684 h 3482342"/>
              <a:gd name="connsiteX76" fmla="*/ 5817682 w 12192000"/>
              <a:gd name="connsiteY76" fmla="*/ 2157358 h 3482342"/>
              <a:gd name="connsiteX77" fmla="*/ 5591469 w 12192000"/>
              <a:gd name="connsiteY77" fmla="*/ 2178389 h 3482342"/>
              <a:gd name="connsiteX78" fmla="*/ 5414282 w 12192000"/>
              <a:gd name="connsiteY78" fmla="*/ 2183070 h 3482342"/>
              <a:gd name="connsiteX79" fmla="*/ 5368369 w 12192000"/>
              <a:gd name="connsiteY79" fmla="*/ 2204272 h 3482342"/>
              <a:gd name="connsiteX80" fmla="*/ 5291263 w 12192000"/>
              <a:gd name="connsiteY80" fmla="*/ 2239182 h 3482342"/>
              <a:gd name="connsiteX81" fmla="*/ 5240857 w 12192000"/>
              <a:gd name="connsiteY81" fmla="*/ 2289444 h 3482342"/>
              <a:gd name="connsiteX82" fmla="*/ 5173523 w 12192000"/>
              <a:gd name="connsiteY82" fmla="*/ 2309057 h 3482342"/>
              <a:gd name="connsiteX83" fmla="*/ 5148543 w 12192000"/>
              <a:gd name="connsiteY83" fmla="*/ 2282356 h 3482342"/>
              <a:gd name="connsiteX84" fmla="*/ 5079548 w 12192000"/>
              <a:gd name="connsiteY84" fmla="*/ 2313485 h 3482342"/>
              <a:gd name="connsiteX85" fmla="*/ 4975908 w 12192000"/>
              <a:gd name="connsiteY85" fmla="*/ 2364128 h 3482342"/>
              <a:gd name="connsiteX86" fmla="*/ 4913723 w 12192000"/>
              <a:gd name="connsiteY86" fmla="*/ 2385265 h 3482342"/>
              <a:gd name="connsiteX87" fmla="*/ 4746485 w 12192000"/>
              <a:gd name="connsiteY87" fmla="*/ 2451769 h 3482342"/>
              <a:gd name="connsiteX88" fmla="*/ 4681588 w 12192000"/>
              <a:gd name="connsiteY88" fmla="*/ 2467494 h 3482342"/>
              <a:gd name="connsiteX89" fmla="*/ 1783655 w 12192000"/>
              <a:gd name="connsiteY89" fmla="*/ 3163860 h 3482342"/>
              <a:gd name="connsiteX90" fmla="*/ 1325955 w 12192000"/>
              <a:gd name="connsiteY90" fmla="*/ 3176692 h 3482342"/>
              <a:gd name="connsiteX91" fmla="*/ 1190384 w 12192000"/>
              <a:gd name="connsiteY91" fmla="*/ 3203504 h 3482342"/>
              <a:gd name="connsiteX92" fmla="*/ 1094537 w 12192000"/>
              <a:gd name="connsiteY92" fmla="*/ 3229469 h 3482342"/>
              <a:gd name="connsiteX93" fmla="*/ 779276 w 12192000"/>
              <a:gd name="connsiteY93" fmla="*/ 3327290 h 3482342"/>
              <a:gd name="connsiteX94" fmla="*/ 600378 w 12192000"/>
              <a:gd name="connsiteY94" fmla="*/ 3335250 h 3482342"/>
              <a:gd name="connsiteX95" fmla="*/ 493457 w 12192000"/>
              <a:gd name="connsiteY95" fmla="*/ 3365044 h 3482342"/>
              <a:gd name="connsiteX96" fmla="*/ 349402 w 12192000"/>
              <a:gd name="connsiteY96" fmla="*/ 3380897 h 3482342"/>
              <a:gd name="connsiteX97" fmla="*/ 192183 w 12192000"/>
              <a:gd name="connsiteY97" fmla="*/ 3460075 h 3482342"/>
              <a:gd name="connsiteX98" fmla="*/ 46713 w 12192000"/>
              <a:gd name="connsiteY98" fmla="*/ 3462986 h 3482342"/>
              <a:gd name="connsiteX99" fmla="*/ 2765 w 12192000"/>
              <a:gd name="connsiteY99" fmla="*/ 3480770 h 3482342"/>
              <a:gd name="connsiteX100" fmla="*/ 0 w 12192000"/>
              <a:gd name="connsiteY100" fmla="*/ 3482342 h 3482342"/>
              <a:gd name="connsiteX101" fmla="*/ 0 w 12192000"/>
              <a:gd name="connsiteY10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35456 w 12192000"/>
              <a:gd name="connsiteY22" fmla="*/ 1337688 h 3482342"/>
              <a:gd name="connsiteX23" fmla="*/ 10668054 w 12192000"/>
              <a:gd name="connsiteY23" fmla="*/ 14195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524524 w 12192000"/>
              <a:gd name="connsiteY47" fmla="*/ 1902425 h 3482342"/>
              <a:gd name="connsiteX48" fmla="*/ 8436742 w 12192000"/>
              <a:gd name="connsiteY48" fmla="*/ 1923967 h 3482342"/>
              <a:gd name="connsiteX49" fmla="*/ 8345228 w 12192000"/>
              <a:gd name="connsiteY49" fmla="*/ 1939822 h 3482342"/>
              <a:gd name="connsiteX50" fmla="*/ 8236214 w 12192000"/>
              <a:gd name="connsiteY50" fmla="*/ 1909725 h 3482342"/>
              <a:gd name="connsiteX51" fmla="*/ 8132104 w 12192000"/>
              <a:gd name="connsiteY51" fmla="*/ 1895727 h 3482342"/>
              <a:gd name="connsiteX52" fmla="*/ 7918078 w 12192000"/>
              <a:gd name="connsiteY52" fmla="*/ 1862668 h 3482342"/>
              <a:gd name="connsiteX53" fmla="*/ 7817899 w 12192000"/>
              <a:gd name="connsiteY53" fmla="*/ 1862176 h 3482342"/>
              <a:gd name="connsiteX54" fmla="*/ 7768994 w 12192000"/>
              <a:gd name="connsiteY54" fmla="*/ 1855721 h 3482342"/>
              <a:gd name="connsiteX55" fmla="*/ 7618027 w 12192000"/>
              <a:gd name="connsiteY55" fmla="*/ 1830959 h 3482342"/>
              <a:gd name="connsiteX56" fmla="*/ 7449425 w 12192000"/>
              <a:gd name="connsiteY56" fmla="*/ 1810910 h 3482342"/>
              <a:gd name="connsiteX57" fmla="*/ 7342915 w 12192000"/>
              <a:gd name="connsiteY57" fmla="*/ 1819827 h 3482342"/>
              <a:gd name="connsiteX58" fmla="*/ 7255191 w 12192000"/>
              <a:gd name="connsiteY58" fmla="*/ 1834354 h 3482342"/>
              <a:gd name="connsiteX59" fmla="*/ 7131205 w 12192000"/>
              <a:gd name="connsiteY59" fmla="*/ 1845557 h 3482342"/>
              <a:gd name="connsiteX60" fmla="*/ 6917124 w 12192000"/>
              <a:gd name="connsiteY60" fmla="*/ 1837109 h 3482342"/>
              <a:gd name="connsiteX61" fmla="*/ 6837145 w 12192000"/>
              <a:gd name="connsiteY61" fmla="*/ 1870724 h 3482342"/>
              <a:gd name="connsiteX62" fmla="*/ 6753991 w 12192000"/>
              <a:gd name="connsiteY62" fmla="*/ 1860969 h 3482342"/>
              <a:gd name="connsiteX63" fmla="*/ 6727754 w 12192000"/>
              <a:gd name="connsiteY63" fmla="*/ 1882372 h 3482342"/>
              <a:gd name="connsiteX64" fmla="*/ 6723371 w 12192000"/>
              <a:gd name="connsiteY64" fmla="*/ 1886494 h 3482342"/>
              <a:gd name="connsiteX65" fmla="*/ 6702779 w 12192000"/>
              <a:gd name="connsiteY65" fmla="*/ 1893601 h 3482342"/>
              <a:gd name="connsiteX66" fmla="*/ 6700779 w 12192000"/>
              <a:gd name="connsiteY66" fmla="*/ 1907344 h 3482342"/>
              <a:gd name="connsiteX67" fmla="*/ 6672513 w 12192000"/>
              <a:gd name="connsiteY67" fmla="*/ 1926452 h 3482342"/>
              <a:gd name="connsiteX68" fmla="*/ 6633549 w 12192000"/>
              <a:gd name="connsiteY68" fmla="*/ 1936255 h 3482342"/>
              <a:gd name="connsiteX69" fmla="*/ 6444344 w 12192000"/>
              <a:gd name="connsiteY69" fmla="*/ 1969663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42310 w 12192000"/>
              <a:gd name="connsiteY73" fmla="*/ 2092510 h 3482342"/>
              <a:gd name="connsiteX74" fmla="*/ 6007916 w 12192000"/>
              <a:gd name="connsiteY74" fmla="*/ 2143752 h 3482342"/>
              <a:gd name="connsiteX75" fmla="*/ 5894610 w 12192000"/>
              <a:gd name="connsiteY75" fmla="*/ 2130684 h 3482342"/>
              <a:gd name="connsiteX76" fmla="*/ 5817682 w 12192000"/>
              <a:gd name="connsiteY76" fmla="*/ 2157358 h 3482342"/>
              <a:gd name="connsiteX77" fmla="*/ 5591469 w 12192000"/>
              <a:gd name="connsiteY77" fmla="*/ 2178389 h 3482342"/>
              <a:gd name="connsiteX78" fmla="*/ 5414282 w 12192000"/>
              <a:gd name="connsiteY78" fmla="*/ 2183070 h 3482342"/>
              <a:gd name="connsiteX79" fmla="*/ 5368369 w 12192000"/>
              <a:gd name="connsiteY79" fmla="*/ 2204272 h 3482342"/>
              <a:gd name="connsiteX80" fmla="*/ 5291263 w 12192000"/>
              <a:gd name="connsiteY80" fmla="*/ 2239182 h 3482342"/>
              <a:gd name="connsiteX81" fmla="*/ 5240857 w 12192000"/>
              <a:gd name="connsiteY81" fmla="*/ 2289444 h 3482342"/>
              <a:gd name="connsiteX82" fmla="*/ 5173523 w 12192000"/>
              <a:gd name="connsiteY82" fmla="*/ 2309057 h 3482342"/>
              <a:gd name="connsiteX83" fmla="*/ 5148543 w 12192000"/>
              <a:gd name="connsiteY83" fmla="*/ 2282356 h 3482342"/>
              <a:gd name="connsiteX84" fmla="*/ 5079548 w 12192000"/>
              <a:gd name="connsiteY84" fmla="*/ 2313485 h 3482342"/>
              <a:gd name="connsiteX85" fmla="*/ 4975908 w 12192000"/>
              <a:gd name="connsiteY85" fmla="*/ 2364128 h 3482342"/>
              <a:gd name="connsiteX86" fmla="*/ 4913723 w 12192000"/>
              <a:gd name="connsiteY86" fmla="*/ 2385265 h 3482342"/>
              <a:gd name="connsiteX87" fmla="*/ 4746485 w 12192000"/>
              <a:gd name="connsiteY87" fmla="*/ 2451769 h 3482342"/>
              <a:gd name="connsiteX88" fmla="*/ 4681588 w 12192000"/>
              <a:gd name="connsiteY88" fmla="*/ 2467494 h 3482342"/>
              <a:gd name="connsiteX89" fmla="*/ 1783655 w 12192000"/>
              <a:gd name="connsiteY89" fmla="*/ 3163860 h 3482342"/>
              <a:gd name="connsiteX90" fmla="*/ 1325955 w 12192000"/>
              <a:gd name="connsiteY90" fmla="*/ 3176692 h 3482342"/>
              <a:gd name="connsiteX91" fmla="*/ 1190384 w 12192000"/>
              <a:gd name="connsiteY91" fmla="*/ 3203504 h 3482342"/>
              <a:gd name="connsiteX92" fmla="*/ 1094537 w 12192000"/>
              <a:gd name="connsiteY92" fmla="*/ 3229469 h 3482342"/>
              <a:gd name="connsiteX93" fmla="*/ 779276 w 12192000"/>
              <a:gd name="connsiteY93" fmla="*/ 3327290 h 3482342"/>
              <a:gd name="connsiteX94" fmla="*/ 600378 w 12192000"/>
              <a:gd name="connsiteY94" fmla="*/ 3335250 h 3482342"/>
              <a:gd name="connsiteX95" fmla="*/ 493457 w 12192000"/>
              <a:gd name="connsiteY95" fmla="*/ 3365044 h 3482342"/>
              <a:gd name="connsiteX96" fmla="*/ 349402 w 12192000"/>
              <a:gd name="connsiteY96" fmla="*/ 3380897 h 3482342"/>
              <a:gd name="connsiteX97" fmla="*/ 192183 w 12192000"/>
              <a:gd name="connsiteY97" fmla="*/ 3460075 h 3482342"/>
              <a:gd name="connsiteX98" fmla="*/ 46713 w 12192000"/>
              <a:gd name="connsiteY98" fmla="*/ 3462986 h 3482342"/>
              <a:gd name="connsiteX99" fmla="*/ 2765 w 12192000"/>
              <a:gd name="connsiteY99" fmla="*/ 3480770 h 3482342"/>
              <a:gd name="connsiteX100" fmla="*/ 0 w 12192000"/>
              <a:gd name="connsiteY100" fmla="*/ 3482342 h 3482342"/>
              <a:gd name="connsiteX101" fmla="*/ 0 w 12192000"/>
              <a:gd name="connsiteY10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68054 w 12192000"/>
              <a:gd name="connsiteY23" fmla="*/ 14195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524524 w 12192000"/>
              <a:gd name="connsiteY47" fmla="*/ 1902425 h 3482342"/>
              <a:gd name="connsiteX48" fmla="*/ 8436742 w 12192000"/>
              <a:gd name="connsiteY48" fmla="*/ 1923967 h 3482342"/>
              <a:gd name="connsiteX49" fmla="*/ 8345228 w 12192000"/>
              <a:gd name="connsiteY49" fmla="*/ 1939822 h 3482342"/>
              <a:gd name="connsiteX50" fmla="*/ 8236214 w 12192000"/>
              <a:gd name="connsiteY50" fmla="*/ 1909725 h 3482342"/>
              <a:gd name="connsiteX51" fmla="*/ 8132104 w 12192000"/>
              <a:gd name="connsiteY51" fmla="*/ 1895727 h 3482342"/>
              <a:gd name="connsiteX52" fmla="*/ 7918078 w 12192000"/>
              <a:gd name="connsiteY52" fmla="*/ 1862668 h 3482342"/>
              <a:gd name="connsiteX53" fmla="*/ 7817899 w 12192000"/>
              <a:gd name="connsiteY53" fmla="*/ 1862176 h 3482342"/>
              <a:gd name="connsiteX54" fmla="*/ 7768994 w 12192000"/>
              <a:gd name="connsiteY54" fmla="*/ 1855721 h 3482342"/>
              <a:gd name="connsiteX55" fmla="*/ 7618027 w 12192000"/>
              <a:gd name="connsiteY55" fmla="*/ 1830959 h 3482342"/>
              <a:gd name="connsiteX56" fmla="*/ 7449425 w 12192000"/>
              <a:gd name="connsiteY56" fmla="*/ 1810910 h 3482342"/>
              <a:gd name="connsiteX57" fmla="*/ 7342915 w 12192000"/>
              <a:gd name="connsiteY57" fmla="*/ 1819827 h 3482342"/>
              <a:gd name="connsiteX58" fmla="*/ 7255191 w 12192000"/>
              <a:gd name="connsiteY58" fmla="*/ 1834354 h 3482342"/>
              <a:gd name="connsiteX59" fmla="*/ 7131205 w 12192000"/>
              <a:gd name="connsiteY59" fmla="*/ 1845557 h 3482342"/>
              <a:gd name="connsiteX60" fmla="*/ 6917124 w 12192000"/>
              <a:gd name="connsiteY60" fmla="*/ 1837109 h 3482342"/>
              <a:gd name="connsiteX61" fmla="*/ 6837145 w 12192000"/>
              <a:gd name="connsiteY61" fmla="*/ 1870724 h 3482342"/>
              <a:gd name="connsiteX62" fmla="*/ 6753991 w 12192000"/>
              <a:gd name="connsiteY62" fmla="*/ 1860969 h 3482342"/>
              <a:gd name="connsiteX63" fmla="*/ 6727754 w 12192000"/>
              <a:gd name="connsiteY63" fmla="*/ 1882372 h 3482342"/>
              <a:gd name="connsiteX64" fmla="*/ 6723371 w 12192000"/>
              <a:gd name="connsiteY64" fmla="*/ 1886494 h 3482342"/>
              <a:gd name="connsiteX65" fmla="*/ 6702779 w 12192000"/>
              <a:gd name="connsiteY65" fmla="*/ 1893601 h 3482342"/>
              <a:gd name="connsiteX66" fmla="*/ 6700779 w 12192000"/>
              <a:gd name="connsiteY66" fmla="*/ 1907344 h 3482342"/>
              <a:gd name="connsiteX67" fmla="*/ 6672513 w 12192000"/>
              <a:gd name="connsiteY67" fmla="*/ 1926452 h 3482342"/>
              <a:gd name="connsiteX68" fmla="*/ 6633549 w 12192000"/>
              <a:gd name="connsiteY68" fmla="*/ 1936255 h 3482342"/>
              <a:gd name="connsiteX69" fmla="*/ 6444344 w 12192000"/>
              <a:gd name="connsiteY69" fmla="*/ 1969663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42310 w 12192000"/>
              <a:gd name="connsiteY73" fmla="*/ 2092510 h 3482342"/>
              <a:gd name="connsiteX74" fmla="*/ 6007916 w 12192000"/>
              <a:gd name="connsiteY74" fmla="*/ 2143752 h 3482342"/>
              <a:gd name="connsiteX75" fmla="*/ 5894610 w 12192000"/>
              <a:gd name="connsiteY75" fmla="*/ 2130684 h 3482342"/>
              <a:gd name="connsiteX76" fmla="*/ 5817682 w 12192000"/>
              <a:gd name="connsiteY76" fmla="*/ 2157358 h 3482342"/>
              <a:gd name="connsiteX77" fmla="*/ 5591469 w 12192000"/>
              <a:gd name="connsiteY77" fmla="*/ 2178389 h 3482342"/>
              <a:gd name="connsiteX78" fmla="*/ 5414282 w 12192000"/>
              <a:gd name="connsiteY78" fmla="*/ 2183070 h 3482342"/>
              <a:gd name="connsiteX79" fmla="*/ 5368369 w 12192000"/>
              <a:gd name="connsiteY79" fmla="*/ 2204272 h 3482342"/>
              <a:gd name="connsiteX80" fmla="*/ 5291263 w 12192000"/>
              <a:gd name="connsiteY80" fmla="*/ 2239182 h 3482342"/>
              <a:gd name="connsiteX81" fmla="*/ 5240857 w 12192000"/>
              <a:gd name="connsiteY81" fmla="*/ 2289444 h 3482342"/>
              <a:gd name="connsiteX82" fmla="*/ 5173523 w 12192000"/>
              <a:gd name="connsiteY82" fmla="*/ 2309057 h 3482342"/>
              <a:gd name="connsiteX83" fmla="*/ 5148543 w 12192000"/>
              <a:gd name="connsiteY83" fmla="*/ 2282356 h 3482342"/>
              <a:gd name="connsiteX84" fmla="*/ 5079548 w 12192000"/>
              <a:gd name="connsiteY84" fmla="*/ 2313485 h 3482342"/>
              <a:gd name="connsiteX85" fmla="*/ 4975908 w 12192000"/>
              <a:gd name="connsiteY85" fmla="*/ 2364128 h 3482342"/>
              <a:gd name="connsiteX86" fmla="*/ 4913723 w 12192000"/>
              <a:gd name="connsiteY86" fmla="*/ 2385265 h 3482342"/>
              <a:gd name="connsiteX87" fmla="*/ 4746485 w 12192000"/>
              <a:gd name="connsiteY87" fmla="*/ 2451769 h 3482342"/>
              <a:gd name="connsiteX88" fmla="*/ 4681588 w 12192000"/>
              <a:gd name="connsiteY88" fmla="*/ 2467494 h 3482342"/>
              <a:gd name="connsiteX89" fmla="*/ 1783655 w 12192000"/>
              <a:gd name="connsiteY89" fmla="*/ 3163860 h 3482342"/>
              <a:gd name="connsiteX90" fmla="*/ 1325955 w 12192000"/>
              <a:gd name="connsiteY90" fmla="*/ 3176692 h 3482342"/>
              <a:gd name="connsiteX91" fmla="*/ 1190384 w 12192000"/>
              <a:gd name="connsiteY91" fmla="*/ 3203504 h 3482342"/>
              <a:gd name="connsiteX92" fmla="*/ 1094537 w 12192000"/>
              <a:gd name="connsiteY92" fmla="*/ 3229469 h 3482342"/>
              <a:gd name="connsiteX93" fmla="*/ 779276 w 12192000"/>
              <a:gd name="connsiteY93" fmla="*/ 3327290 h 3482342"/>
              <a:gd name="connsiteX94" fmla="*/ 600378 w 12192000"/>
              <a:gd name="connsiteY94" fmla="*/ 3335250 h 3482342"/>
              <a:gd name="connsiteX95" fmla="*/ 493457 w 12192000"/>
              <a:gd name="connsiteY95" fmla="*/ 3365044 h 3482342"/>
              <a:gd name="connsiteX96" fmla="*/ 349402 w 12192000"/>
              <a:gd name="connsiteY96" fmla="*/ 3380897 h 3482342"/>
              <a:gd name="connsiteX97" fmla="*/ 192183 w 12192000"/>
              <a:gd name="connsiteY97" fmla="*/ 3460075 h 3482342"/>
              <a:gd name="connsiteX98" fmla="*/ 46713 w 12192000"/>
              <a:gd name="connsiteY98" fmla="*/ 3462986 h 3482342"/>
              <a:gd name="connsiteX99" fmla="*/ 2765 w 12192000"/>
              <a:gd name="connsiteY99" fmla="*/ 3480770 h 3482342"/>
              <a:gd name="connsiteX100" fmla="*/ 0 w 12192000"/>
              <a:gd name="connsiteY100" fmla="*/ 3482342 h 3482342"/>
              <a:gd name="connsiteX101" fmla="*/ 0 w 12192000"/>
              <a:gd name="connsiteY10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524524 w 12192000"/>
              <a:gd name="connsiteY47" fmla="*/ 1902425 h 3482342"/>
              <a:gd name="connsiteX48" fmla="*/ 8436742 w 12192000"/>
              <a:gd name="connsiteY48" fmla="*/ 1923967 h 3482342"/>
              <a:gd name="connsiteX49" fmla="*/ 8345228 w 12192000"/>
              <a:gd name="connsiteY49" fmla="*/ 1939822 h 3482342"/>
              <a:gd name="connsiteX50" fmla="*/ 8236214 w 12192000"/>
              <a:gd name="connsiteY50" fmla="*/ 1909725 h 3482342"/>
              <a:gd name="connsiteX51" fmla="*/ 8132104 w 12192000"/>
              <a:gd name="connsiteY51" fmla="*/ 1895727 h 3482342"/>
              <a:gd name="connsiteX52" fmla="*/ 7918078 w 12192000"/>
              <a:gd name="connsiteY52" fmla="*/ 1862668 h 3482342"/>
              <a:gd name="connsiteX53" fmla="*/ 7817899 w 12192000"/>
              <a:gd name="connsiteY53" fmla="*/ 1862176 h 3482342"/>
              <a:gd name="connsiteX54" fmla="*/ 7768994 w 12192000"/>
              <a:gd name="connsiteY54" fmla="*/ 1855721 h 3482342"/>
              <a:gd name="connsiteX55" fmla="*/ 7618027 w 12192000"/>
              <a:gd name="connsiteY55" fmla="*/ 1830959 h 3482342"/>
              <a:gd name="connsiteX56" fmla="*/ 7449425 w 12192000"/>
              <a:gd name="connsiteY56" fmla="*/ 1810910 h 3482342"/>
              <a:gd name="connsiteX57" fmla="*/ 7342915 w 12192000"/>
              <a:gd name="connsiteY57" fmla="*/ 1819827 h 3482342"/>
              <a:gd name="connsiteX58" fmla="*/ 7255191 w 12192000"/>
              <a:gd name="connsiteY58" fmla="*/ 1834354 h 3482342"/>
              <a:gd name="connsiteX59" fmla="*/ 7131205 w 12192000"/>
              <a:gd name="connsiteY59" fmla="*/ 1845557 h 3482342"/>
              <a:gd name="connsiteX60" fmla="*/ 6917124 w 12192000"/>
              <a:gd name="connsiteY60" fmla="*/ 1837109 h 3482342"/>
              <a:gd name="connsiteX61" fmla="*/ 6837145 w 12192000"/>
              <a:gd name="connsiteY61" fmla="*/ 1870724 h 3482342"/>
              <a:gd name="connsiteX62" fmla="*/ 6753991 w 12192000"/>
              <a:gd name="connsiteY62" fmla="*/ 1860969 h 3482342"/>
              <a:gd name="connsiteX63" fmla="*/ 6727754 w 12192000"/>
              <a:gd name="connsiteY63" fmla="*/ 1882372 h 3482342"/>
              <a:gd name="connsiteX64" fmla="*/ 6723371 w 12192000"/>
              <a:gd name="connsiteY64" fmla="*/ 1886494 h 3482342"/>
              <a:gd name="connsiteX65" fmla="*/ 6702779 w 12192000"/>
              <a:gd name="connsiteY65" fmla="*/ 1893601 h 3482342"/>
              <a:gd name="connsiteX66" fmla="*/ 6700779 w 12192000"/>
              <a:gd name="connsiteY66" fmla="*/ 1907344 h 3482342"/>
              <a:gd name="connsiteX67" fmla="*/ 6672513 w 12192000"/>
              <a:gd name="connsiteY67" fmla="*/ 1926452 h 3482342"/>
              <a:gd name="connsiteX68" fmla="*/ 6633549 w 12192000"/>
              <a:gd name="connsiteY68" fmla="*/ 1936255 h 3482342"/>
              <a:gd name="connsiteX69" fmla="*/ 6444344 w 12192000"/>
              <a:gd name="connsiteY69" fmla="*/ 1969663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42310 w 12192000"/>
              <a:gd name="connsiteY73" fmla="*/ 2092510 h 3482342"/>
              <a:gd name="connsiteX74" fmla="*/ 6007916 w 12192000"/>
              <a:gd name="connsiteY74" fmla="*/ 2143752 h 3482342"/>
              <a:gd name="connsiteX75" fmla="*/ 5894610 w 12192000"/>
              <a:gd name="connsiteY75" fmla="*/ 2130684 h 3482342"/>
              <a:gd name="connsiteX76" fmla="*/ 5817682 w 12192000"/>
              <a:gd name="connsiteY76" fmla="*/ 2157358 h 3482342"/>
              <a:gd name="connsiteX77" fmla="*/ 5591469 w 12192000"/>
              <a:gd name="connsiteY77" fmla="*/ 2178389 h 3482342"/>
              <a:gd name="connsiteX78" fmla="*/ 5414282 w 12192000"/>
              <a:gd name="connsiteY78" fmla="*/ 2183070 h 3482342"/>
              <a:gd name="connsiteX79" fmla="*/ 5368369 w 12192000"/>
              <a:gd name="connsiteY79" fmla="*/ 2204272 h 3482342"/>
              <a:gd name="connsiteX80" fmla="*/ 5291263 w 12192000"/>
              <a:gd name="connsiteY80" fmla="*/ 2239182 h 3482342"/>
              <a:gd name="connsiteX81" fmla="*/ 5240857 w 12192000"/>
              <a:gd name="connsiteY81" fmla="*/ 2289444 h 3482342"/>
              <a:gd name="connsiteX82" fmla="*/ 5173523 w 12192000"/>
              <a:gd name="connsiteY82" fmla="*/ 2309057 h 3482342"/>
              <a:gd name="connsiteX83" fmla="*/ 5148543 w 12192000"/>
              <a:gd name="connsiteY83" fmla="*/ 2282356 h 3482342"/>
              <a:gd name="connsiteX84" fmla="*/ 5079548 w 12192000"/>
              <a:gd name="connsiteY84" fmla="*/ 2313485 h 3482342"/>
              <a:gd name="connsiteX85" fmla="*/ 4975908 w 12192000"/>
              <a:gd name="connsiteY85" fmla="*/ 2364128 h 3482342"/>
              <a:gd name="connsiteX86" fmla="*/ 4913723 w 12192000"/>
              <a:gd name="connsiteY86" fmla="*/ 2385265 h 3482342"/>
              <a:gd name="connsiteX87" fmla="*/ 4746485 w 12192000"/>
              <a:gd name="connsiteY87" fmla="*/ 2451769 h 3482342"/>
              <a:gd name="connsiteX88" fmla="*/ 4681588 w 12192000"/>
              <a:gd name="connsiteY88" fmla="*/ 2467494 h 3482342"/>
              <a:gd name="connsiteX89" fmla="*/ 1783655 w 12192000"/>
              <a:gd name="connsiteY89" fmla="*/ 3163860 h 3482342"/>
              <a:gd name="connsiteX90" fmla="*/ 1325955 w 12192000"/>
              <a:gd name="connsiteY90" fmla="*/ 3176692 h 3482342"/>
              <a:gd name="connsiteX91" fmla="*/ 1190384 w 12192000"/>
              <a:gd name="connsiteY91" fmla="*/ 3203504 h 3482342"/>
              <a:gd name="connsiteX92" fmla="*/ 1094537 w 12192000"/>
              <a:gd name="connsiteY92" fmla="*/ 3229469 h 3482342"/>
              <a:gd name="connsiteX93" fmla="*/ 779276 w 12192000"/>
              <a:gd name="connsiteY93" fmla="*/ 3327290 h 3482342"/>
              <a:gd name="connsiteX94" fmla="*/ 600378 w 12192000"/>
              <a:gd name="connsiteY94" fmla="*/ 3335250 h 3482342"/>
              <a:gd name="connsiteX95" fmla="*/ 493457 w 12192000"/>
              <a:gd name="connsiteY95" fmla="*/ 3365044 h 3482342"/>
              <a:gd name="connsiteX96" fmla="*/ 349402 w 12192000"/>
              <a:gd name="connsiteY96" fmla="*/ 3380897 h 3482342"/>
              <a:gd name="connsiteX97" fmla="*/ 192183 w 12192000"/>
              <a:gd name="connsiteY97" fmla="*/ 3460075 h 3482342"/>
              <a:gd name="connsiteX98" fmla="*/ 46713 w 12192000"/>
              <a:gd name="connsiteY98" fmla="*/ 3462986 h 3482342"/>
              <a:gd name="connsiteX99" fmla="*/ 2765 w 12192000"/>
              <a:gd name="connsiteY99" fmla="*/ 3480770 h 3482342"/>
              <a:gd name="connsiteX100" fmla="*/ 0 w 12192000"/>
              <a:gd name="connsiteY100" fmla="*/ 3482342 h 3482342"/>
              <a:gd name="connsiteX101" fmla="*/ 0 w 12192000"/>
              <a:gd name="connsiteY10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524524 w 12192000"/>
              <a:gd name="connsiteY47" fmla="*/ 1902425 h 3482342"/>
              <a:gd name="connsiteX48" fmla="*/ 8436742 w 12192000"/>
              <a:gd name="connsiteY48" fmla="*/ 1923967 h 3482342"/>
              <a:gd name="connsiteX49" fmla="*/ 8236214 w 12192000"/>
              <a:gd name="connsiteY49" fmla="*/ 1909725 h 3482342"/>
              <a:gd name="connsiteX50" fmla="*/ 8132104 w 12192000"/>
              <a:gd name="connsiteY50" fmla="*/ 1895727 h 3482342"/>
              <a:gd name="connsiteX51" fmla="*/ 7918078 w 12192000"/>
              <a:gd name="connsiteY51" fmla="*/ 1862668 h 3482342"/>
              <a:gd name="connsiteX52" fmla="*/ 7817899 w 12192000"/>
              <a:gd name="connsiteY52" fmla="*/ 1862176 h 3482342"/>
              <a:gd name="connsiteX53" fmla="*/ 7768994 w 12192000"/>
              <a:gd name="connsiteY53" fmla="*/ 1855721 h 3482342"/>
              <a:gd name="connsiteX54" fmla="*/ 7618027 w 12192000"/>
              <a:gd name="connsiteY54" fmla="*/ 1830959 h 3482342"/>
              <a:gd name="connsiteX55" fmla="*/ 7449425 w 12192000"/>
              <a:gd name="connsiteY55" fmla="*/ 1810910 h 3482342"/>
              <a:gd name="connsiteX56" fmla="*/ 7342915 w 12192000"/>
              <a:gd name="connsiteY56" fmla="*/ 1819827 h 3482342"/>
              <a:gd name="connsiteX57" fmla="*/ 7255191 w 12192000"/>
              <a:gd name="connsiteY57" fmla="*/ 1834354 h 3482342"/>
              <a:gd name="connsiteX58" fmla="*/ 7131205 w 12192000"/>
              <a:gd name="connsiteY58" fmla="*/ 1845557 h 3482342"/>
              <a:gd name="connsiteX59" fmla="*/ 6917124 w 12192000"/>
              <a:gd name="connsiteY59" fmla="*/ 1837109 h 3482342"/>
              <a:gd name="connsiteX60" fmla="*/ 6837145 w 12192000"/>
              <a:gd name="connsiteY60" fmla="*/ 1870724 h 3482342"/>
              <a:gd name="connsiteX61" fmla="*/ 6753991 w 12192000"/>
              <a:gd name="connsiteY61" fmla="*/ 1860969 h 3482342"/>
              <a:gd name="connsiteX62" fmla="*/ 6727754 w 12192000"/>
              <a:gd name="connsiteY62" fmla="*/ 1882372 h 3482342"/>
              <a:gd name="connsiteX63" fmla="*/ 6723371 w 12192000"/>
              <a:gd name="connsiteY63" fmla="*/ 1886494 h 3482342"/>
              <a:gd name="connsiteX64" fmla="*/ 6702779 w 12192000"/>
              <a:gd name="connsiteY64" fmla="*/ 1893601 h 3482342"/>
              <a:gd name="connsiteX65" fmla="*/ 6700779 w 12192000"/>
              <a:gd name="connsiteY65" fmla="*/ 1907344 h 3482342"/>
              <a:gd name="connsiteX66" fmla="*/ 6672513 w 12192000"/>
              <a:gd name="connsiteY66" fmla="*/ 1926452 h 3482342"/>
              <a:gd name="connsiteX67" fmla="*/ 6633549 w 12192000"/>
              <a:gd name="connsiteY67" fmla="*/ 1936255 h 3482342"/>
              <a:gd name="connsiteX68" fmla="*/ 6444344 w 12192000"/>
              <a:gd name="connsiteY68" fmla="*/ 1969663 h 3482342"/>
              <a:gd name="connsiteX69" fmla="*/ 6333446 w 12192000"/>
              <a:gd name="connsiteY69" fmla="*/ 1997163 h 3482342"/>
              <a:gd name="connsiteX70" fmla="*/ 6294933 w 12192000"/>
              <a:gd name="connsiteY70" fmla="*/ 2019412 h 3482342"/>
              <a:gd name="connsiteX71" fmla="*/ 6238719 w 12192000"/>
              <a:gd name="connsiteY71" fmla="*/ 2042547 h 3482342"/>
              <a:gd name="connsiteX72" fmla="*/ 6142310 w 12192000"/>
              <a:gd name="connsiteY72" fmla="*/ 2092510 h 3482342"/>
              <a:gd name="connsiteX73" fmla="*/ 6007916 w 12192000"/>
              <a:gd name="connsiteY73" fmla="*/ 2143752 h 3482342"/>
              <a:gd name="connsiteX74" fmla="*/ 5894610 w 12192000"/>
              <a:gd name="connsiteY74" fmla="*/ 2130684 h 3482342"/>
              <a:gd name="connsiteX75" fmla="*/ 5817682 w 12192000"/>
              <a:gd name="connsiteY75" fmla="*/ 2157358 h 3482342"/>
              <a:gd name="connsiteX76" fmla="*/ 5591469 w 12192000"/>
              <a:gd name="connsiteY76" fmla="*/ 2178389 h 3482342"/>
              <a:gd name="connsiteX77" fmla="*/ 5414282 w 12192000"/>
              <a:gd name="connsiteY77" fmla="*/ 2183070 h 3482342"/>
              <a:gd name="connsiteX78" fmla="*/ 5368369 w 12192000"/>
              <a:gd name="connsiteY78" fmla="*/ 2204272 h 3482342"/>
              <a:gd name="connsiteX79" fmla="*/ 5291263 w 12192000"/>
              <a:gd name="connsiteY79" fmla="*/ 2239182 h 3482342"/>
              <a:gd name="connsiteX80" fmla="*/ 5240857 w 12192000"/>
              <a:gd name="connsiteY80" fmla="*/ 2289444 h 3482342"/>
              <a:gd name="connsiteX81" fmla="*/ 5173523 w 12192000"/>
              <a:gd name="connsiteY81" fmla="*/ 2309057 h 3482342"/>
              <a:gd name="connsiteX82" fmla="*/ 5148543 w 12192000"/>
              <a:gd name="connsiteY82" fmla="*/ 2282356 h 3482342"/>
              <a:gd name="connsiteX83" fmla="*/ 5079548 w 12192000"/>
              <a:gd name="connsiteY83" fmla="*/ 2313485 h 3482342"/>
              <a:gd name="connsiteX84" fmla="*/ 4975908 w 12192000"/>
              <a:gd name="connsiteY84" fmla="*/ 2364128 h 3482342"/>
              <a:gd name="connsiteX85" fmla="*/ 4913723 w 12192000"/>
              <a:gd name="connsiteY85" fmla="*/ 2385265 h 3482342"/>
              <a:gd name="connsiteX86" fmla="*/ 4746485 w 12192000"/>
              <a:gd name="connsiteY86" fmla="*/ 2451769 h 3482342"/>
              <a:gd name="connsiteX87" fmla="*/ 4681588 w 12192000"/>
              <a:gd name="connsiteY87" fmla="*/ 2467494 h 3482342"/>
              <a:gd name="connsiteX88" fmla="*/ 1783655 w 12192000"/>
              <a:gd name="connsiteY88" fmla="*/ 3163860 h 3482342"/>
              <a:gd name="connsiteX89" fmla="*/ 1325955 w 12192000"/>
              <a:gd name="connsiteY89" fmla="*/ 3176692 h 3482342"/>
              <a:gd name="connsiteX90" fmla="*/ 1190384 w 12192000"/>
              <a:gd name="connsiteY90" fmla="*/ 3203504 h 3482342"/>
              <a:gd name="connsiteX91" fmla="*/ 1094537 w 12192000"/>
              <a:gd name="connsiteY91" fmla="*/ 3229469 h 3482342"/>
              <a:gd name="connsiteX92" fmla="*/ 779276 w 12192000"/>
              <a:gd name="connsiteY92" fmla="*/ 3327290 h 3482342"/>
              <a:gd name="connsiteX93" fmla="*/ 600378 w 12192000"/>
              <a:gd name="connsiteY93" fmla="*/ 3335250 h 3482342"/>
              <a:gd name="connsiteX94" fmla="*/ 493457 w 12192000"/>
              <a:gd name="connsiteY94" fmla="*/ 3365044 h 3482342"/>
              <a:gd name="connsiteX95" fmla="*/ 349402 w 12192000"/>
              <a:gd name="connsiteY95" fmla="*/ 3380897 h 3482342"/>
              <a:gd name="connsiteX96" fmla="*/ 192183 w 12192000"/>
              <a:gd name="connsiteY96" fmla="*/ 3460075 h 3482342"/>
              <a:gd name="connsiteX97" fmla="*/ 46713 w 12192000"/>
              <a:gd name="connsiteY97" fmla="*/ 3462986 h 3482342"/>
              <a:gd name="connsiteX98" fmla="*/ 2765 w 12192000"/>
              <a:gd name="connsiteY98" fmla="*/ 3480770 h 3482342"/>
              <a:gd name="connsiteX99" fmla="*/ 0 w 12192000"/>
              <a:gd name="connsiteY99" fmla="*/ 3482342 h 3482342"/>
              <a:gd name="connsiteX100" fmla="*/ 0 w 12192000"/>
              <a:gd name="connsiteY100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524524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17124 w 12192000"/>
              <a:gd name="connsiteY58" fmla="*/ 1837109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700779 w 12192000"/>
              <a:gd name="connsiteY64" fmla="*/ 1907344 h 3482342"/>
              <a:gd name="connsiteX65" fmla="*/ 6672513 w 12192000"/>
              <a:gd name="connsiteY65" fmla="*/ 1926452 h 3482342"/>
              <a:gd name="connsiteX66" fmla="*/ 6633549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17124 w 12192000"/>
              <a:gd name="connsiteY58" fmla="*/ 1837109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700779 w 12192000"/>
              <a:gd name="connsiteY64" fmla="*/ 1907344 h 3482342"/>
              <a:gd name="connsiteX65" fmla="*/ 6672513 w 12192000"/>
              <a:gd name="connsiteY65" fmla="*/ 1926452 h 3482342"/>
              <a:gd name="connsiteX66" fmla="*/ 6633549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2192000" h="3482342">
                <a:moveTo>
                  <a:pt x="0" y="0"/>
                </a:moveTo>
                <a:lnTo>
                  <a:pt x="12192000" y="0"/>
                </a:lnTo>
                <a:lnTo>
                  <a:pt x="12192000" y="635369"/>
                </a:lnTo>
                <a:cubicBezTo>
                  <a:pt x="12191930" y="610378"/>
                  <a:pt x="12191859" y="585387"/>
                  <a:pt x="12191789" y="560396"/>
                </a:cubicBezTo>
                <a:cubicBezTo>
                  <a:pt x="12175211" y="562678"/>
                  <a:pt x="11999606" y="644473"/>
                  <a:pt x="11983027" y="646756"/>
                </a:cubicBezTo>
                <a:cubicBezTo>
                  <a:pt x="11962542" y="650765"/>
                  <a:pt x="11942810" y="654842"/>
                  <a:pt x="11923051" y="656045"/>
                </a:cubicBezTo>
                <a:cubicBezTo>
                  <a:pt x="11882449" y="639093"/>
                  <a:pt x="11867184" y="670845"/>
                  <a:pt x="11832939" y="674181"/>
                </a:cubicBezTo>
                <a:cubicBezTo>
                  <a:pt x="11812296" y="669845"/>
                  <a:pt x="11772988" y="668355"/>
                  <a:pt x="11767770" y="683807"/>
                </a:cubicBezTo>
                <a:cubicBezTo>
                  <a:pt x="11757314" y="685936"/>
                  <a:pt x="11743230" y="693101"/>
                  <a:pt x="11728279" y="700816"/>
                </a:cubicBezTo>
                <a:lnTo>
                  <a:pt x="11722533" y="703421"/>
                </a:lnTo>
                <a:lnTo>
                  <a:pt x="11720002" y="710566"/>
                </a:lnTo>
                <a:lnTo>
                  <a:pt x="11707351" y="710310"/>
                </a:lnTo>
                <a:lnTo>
                  <a:pt x="11700369" y="713480"/>
                </a:lnTo>
                <a:lnTo>
                  <a:pt x="11691126" y="726131"/>
                </a:lnTo>
                <a:cubicBezTo>
                  <a:pt x="11683697" y="740068"/>
                  <a:pt x="11675363" y="758566"/>
                  <a:pt x="11656818" y="769062"/>
                </a:cubicBezTo>
                <a:cubicBezTo>
                  <a:pt x="11625284" y="783558"/>
                  <a:pt x="11554969" y="799151"/>
                  <a:pt x="11501920" y="813109"/>
                </a:cubicBezTo>
                <a:cubicBezTo>
                  <a:pt x="11454695" y="835456"/>
                  <a:pt x="11390520" y="825328"/>
                  <a:pt x="11338523" y="852810"/>
                </a:cubicBezTo>
                <a:cubicBezTo>
                  <a:pt x="11359787" y="876196"/>
                  <a:pt x="11199516" y="937717"/>
                  <a:pt x="11228040" y="958953"/>
                </a:cubicBezTo>
                <a:cubicBezTo>
                  <a:pt x="11228306" y="989423"/>
                  <a:pt x="11195223" y="1012070"/>
                  <a:pt x="11193568" y="1039464"/>
                </a:cubicBezTo>
                <a:cubicBezTo>
                  <a:pt x="11162876" y="1085947"/>
                  <a:pt x="11137185" y="1048589"/>
                  <a:pt x="11120819" y="1126133"/>
                </a:cubicBezTo>
                <a:cubicBezTo>
                  <a:pt x="11102484" y="1167191"/>
                  <a:pt x="11052637" y="1154700"/>
                  <a:pt x="11028687" y="1199018"/>
                </a:cubicBezTo>
                <a:lnTo>
                  <a:pt x="10815658" y="1287849"/>
                </a:lnTo>
                <a:cubicBezTo>
                  <a:pt x="10788450" y="1285136"/>
                  <a:pt x="10703766" y="1299362"/>
                  <a:pt x="10679906" y="1324988"/>
                </a:cubicBezTo>
                <a:cubicBezTo>
                  <a:pt x="10679874" y="1319534"/>
                  <a:pt x="10639666" y="1317757"/>
                  <a:pt x="10636304" y="1317928"/>
                </a:cubicBezTo>
                <a:lnTo>
                  <a:pt x="10573203" y="1351996"/>
                </a:lnTo>
                <a:cubicBezTo>
                  <a:pt x="10559779" y="1354649"/>
                  <a:pt x="10512149" y="1357988"/>
                  <a:pt x="10513263" y="1350756"/>
                </a:cubicBezTo>
                <a:lnTo>
                  <a:pt x="10464012" y="1391778"/>
                </a:lnTo>
                <a:cubicBezTo>
                  <a:pt x="10423640" y="1376337"/>
                  <a:pt x="10438452" y="1415603"/>
                  <a:pt x="10405409" y="1422789"/>
                </a:cubicBezTo>
                <a:cubicBezTo>
                  <a:pt x="10385126" y="1419848"/>
                  <a:pt x="10374706" y="1423369"/>
                  <a:pt x="10370530" y="1441596"/>
                </a:cubicBezTo>
                <a:cubicBezTo>
                  <a:pt x="10275106" y="1425375"/>
                  <a:pt x="10333678" y="1459760"/>
                  <a:pt x="10264922" y="1472107"/>
                </a:cubicBezTo>
                <a:cubicBezTo>
                  <a:pt x="10202958" y="1479098"/>
                  <a:pt x="10140026" y="1496808"/>
                  <a:pt x="10058690" y="1474888"/>
                </a:cubicBezTo>
                <a:cubicBezTo>
                  <a:pt x="10040170" y="1466053"/>
                  <a:pt x="10015872" y="1472731"/>
                  <a:pt x="10004424" y="1489801"/>
                </a:cubicBezTo>
                <a:cubicBezTo>
                  <a:pt x="10002452" y="1492741"/>
                  <a:pt x="10000947" y="1495882"/>
                  <a:pt x="9999951" y="1499127"/>
                </a:cubicBezTo>
                <a:cubicBezTo>
                  <a:pt x="9967418" y="1507155"/>
                  <a:pt x="9889427" y="1534394"/>
                  <a:pt x="9845462" y="1548192"/>
                </a:cubicBezTo>
                <a:cubicBezTo>
                  <a:pt x="9822222" y="1562604"/>
                  <a:pt x="9768858" y="1594433"/>
                  <a:pt x="9736156" y="1581928"/>
                </a:cubicBezTo>
                <a:cubicBezTo>
                  <a:pt x="9745637" y="1601571"/>
                  <a:pt x="9699425" y="1582999"/>
                  <a:pt x="9693355" y="1602632"/>
                </a:cubicBezTo>
                <a:cubicBezTo>
                  <a:pt x="9690360" y="1618512"/>
                  <a:pt x="9675642" y="1616579"/>
                  <a:pt x="9664242" y="1622075"/>
                </a:cubicBezTo>
                <a:cubicBezTo>
                  <a:pt x="9655776" y="1638103"/>
                  <a:pt x="9598819" y="1651043"/>
                  <a:pt x="9579195" y="1648017"/>
                </a:cubicBezTo>
                <a:cubicBezTo>
                  <a:pt x="9524163" y="1629881"/>
                  <a:pt x="9477693" y="1693985"/>
                  <a:pt x="9433652" y="1681174"/>
                </a:cubicBezTo>
                <a:cubicBezTo>
                  <a:pt x="9421990" y="1682314"/>
                  <a:pt x="9412258" y="1685676"/>
                  <a:pt x="9403775" y="1690403"/>
                </a:cubicBezTo>
                <a:lnTo>
                  <a:pt x="9382503" y="1706957"/>
                </a:lnTo>
                <a:lnTo>
                  <a:pt x="9381410" y="1718312"/>
                </a:lnTo>
                <a:lnTo>
                  <a:pt x="9365685" y="1724772"/>
                </a:lnTo>
                <a:lnTo>
                  <a:pt x="9278020" y="1741161"/>
                </a:lnTo>
                <a:cubicBezTo>
                  <a:pt x="9235873" y="1762229"/>
                  <a:pt x="9245595" y="1716106"/>
                  <a:pt x="9217145" y="1771195"/>
                </a:cubicBezTo>
                <a:cubicBezTo>
                  <a:pt x="9131538" y="1776872"/>
                  <a:pt x="9039728" y="1814874"/>
                  <a:pt x="8955875" y="1796806"/>
                </a:cubicBezTo>
                <a:cubicBezTo>
                  <a:pt x="8861771" y="1817659"/>
                  <a:pt x="8730077" y="1856614"/>
                  <a:pt x="8648415" y="1878623"/>
                </a:cubicBezTo>
                <a:cubicBezTo>
                  <a:pt x="8582974" y="1903887"/>
                  <a:pt x="8546739" y="1852067"/>
                  <a:pt x="8495949" y="1902425"/>
                </a:cubicBezTo>
                <a:cubicBezTo>
                  <a:pt x="8427249" y="1907609"/>
                  <a:pt x="8301617" y="1910841"/>
                  <a:pt x="8236214" y="1909725"/>
                </a:cubicBezTo>
                <a:cubicBezTo>
                  <a:pt x="8201189" y="1897570"/>
                  <a:pt x="8163827" y="1900921"/>
                  <a:pt x="8132104" y="1895727"/>
                </a:cubicBezTo>
                <a:cubicBezTo>
                  <a:pt x="8021354" y="1869423"/>
                  <a:pt x="7973371" y="1872758"/>
                  <a:pt x="7918078" y="1862668"/>
                </a:cubicBezTo>
                <a:cubicBezTo>
                  <a:pt x="7883942" y="1854133"/>
                  <a:pt x="7834588" y="1870269"/>
                  <a:pt x="7817899" y="1862176"/>
                </a:cubicBezTo>
                <a:cubicBezTo>
                  <a:pt x="7803952" y="1858540"/>
                  <a:pt x="7780423" y="1826275"/>
                  <a:pt x="7768994" y="1855721"/>
                </a:cubicBezTo>
                <a:cubicBezTo>
                  <a:pt x="7693971" y="1816704"/>
                  <a:pt x="7680420" y="1850219"/>
                  <a:pt x="7618027" y="1830959"/>
                </a:cubicBezTo>
                <a:cubicBezTo>
                  <a:pt x="7545936" y="1763820"/>
                  <a:pt x="7491452" y="1888481"/>
                  <a:pt x="7449425" y="1810910"/>
                </a:cubicBezTo>
                <a:lnTo>
                  <a:pt x="7342915" y="1819827"/>
                </a:lnTo>
                <a:lnTo>
                  <a:pt x="7255191" y="1834354"/>
                </a:lnTo>
                <a:cubicBezTo>
                  <a:pt x="7235153" y="1839259"/>
                  <a:pt x="7150315" y="1831629"/>
                  <a:pt x="7131205" y="1845557"/>
                </a:cubicBezTo>
                <a:cubicBezTo>
                  <a:pt x="6968750" y="1838101"/>
                  <a:pt x="7023103" y="1812698"/>
                  <a:pt x="6917124" y="1837109"/>
                </a:cubicBezTo>
                <a:cubicBezTo>
                  <a:pt x="6877603" y="1902702"/>
                  <a:pt x="6892534" y="1847120"/>
                  <a:pt x="6837145" y="1870724"/>
                </a:cubicBezTo>
                <a:cubicBezTo>
                  <a:pt x="6837564" y="1818835"/>
                  <a:pt x="6774797" y="1914502"/>
                  <a:pt x="6753991" y="1860969"/>
                </a:cubicBezTo>
                <a:cubicBezTo>
                  <a:pt x="6744571" y="1866959"/>
                  <a:pt x="6736100" y="1874451"/>
                  <a:pt x="6727754" y="1882372"/>
                </a:cubicBezTo>
                <a:lnTo>
                  <a:pt x="6723371" y="1886494"/>
                </a:lnTo>
                <a:lnTo>
                  <a:pt x="6702779" y="1893601"/>
                </a:lnTo>
                <a:lnTo>
                  <a:pt x="6700779" y="1907344"/>
                </a:lnTo>
                <a:lnTo>
                  <a:pt x="6672513" y="1926452"/>
                </a:lnTo>
                <a:cubicBezTo>
                  <a:pt x="6661340" y="1931795"/>
                  <a:pt x="6648626" y="1935420"/>
                  <a:pt x="6633549" y="1936255"/>
                </a:cubicBezTo>
                <a:cubicBezTo>
                  <a:pt x="6577487" y="1918608"/>
                  <a:pt x="6514284" y="1994298"/>
                  <a:pt x="6444344" y="1969663"/>
                </a:cubicBezTo>
                <a:cubicBezTo>
                  <a:pt x="6419228" y="1965060"/>
                  <a:pt x="6345188" y="1978090"/>
                  <a:pt x="6333446" y="1997163"/>
                </a:cubicBezTo>
                <a:cubicBezTo>
                  <a:pt x="6318475" y="2003304"/>
                  <a:pt x="6299617" y="2000258"/>
                  <a:pt x="6294933" y="2019412"/>
                </a:cubicBezTo>
                <a:cubicBezTo>
                  <a:pt x="6286089" y="2042978"/>
                  <a:pt x="6227534" y="2018229"/>
                  <a:pt x="6238719" y="2042547"/>
                </a:cubicBezTo>
                <a:cubicBezTo>
                  <a:pt x="6197253" y="2025805"/>
                  <a:pt x="6172998" y="2076097"/>
                  <a:pt x="6142310" y="2092510"/>
                </a:cubicBezTo>
                <a:cubicBezTo>
                  <a:pt x="6109012" y="2074635"/>
                  <a:pt x="6077468" y="2126693"/>
                  <a:pt x="6007916" y="2143752"/>
                </a:cubicBezTo>
                <a:cubicBezTo>
                  <a:pt x="5971122" y="2122806"/>
                  <a:pt x="5961132" y="2155600"/>
                  <a:pt x="5894610" y="2130684"/>
                </a:cubicBezTo>
                <a:cubicBezTo>
                  <a:pt x="5862904" y="2132950"/>
                  <a:pt x="5874801" y="2153974"/>
                  <a:pt x="5817682" y="2157358"/>
                </a:cubicBezTo>
                <a:cubicBezTo>
                  <a:pt x="5714062" y="2126880"/>
                  <a:pt x="5671650" y="2172824"/>
                  <a:pt x="5591469" y="2178389"/>
                </a:cubicBezTo>
                <a:cubicBezTo>
                  <a:pt x="5502264" y="2190142"/>
                  <a:pt x="5536340" y="2207288"/>
                  <a:pt x="5414282" y="2183070"/>
                </a:cubicBezTo>
                <a:cubicBezTo>
                  <a:pt x="5407945" y="2205016"/>
                  <a:pt x="5394338" y="2208803"/>
                  <a:pt x="5368369" y="2204272"/>
                </a:cubicBezTo>
                <a:cubicBezTo>
                  <a:pt x="5325431" y="2211442"/>
                  <a:pt x="5342455" y="2259851"/>
                  <a:pt x="5291263" y="2239182"/>
                </a:cubicBezTo>
                <a:cubicBezTo>
                  <a:pt x="5306347" y="2263964"/>
                  <a:pt x="5213539" y="2266092"/>
                  <a:pt x="5240857" y="2289444"/>
                </a:cubicBezTo>
                <a:cubicBezTo>
                  <a:pt x="5219918" y="2319202"/>
                  <a:pt x="5195143" y="2282479"/>
                  <a:pt x="5173523" y="2309057"/>
                </a:cubicBezTo>
                <a:cubicBezTo>
                  <a:pt x="5143898" y="2320355"/>
                  <a:pt x="5183399" y="2277184"/>
                  <a:pt x="5148543" y="2282356"/>
                </a:cubicBezTo>
                <a:cubicBezTo>
                  <a:pt x="5107618" y="2293388"/>
                  <a:pt x="5094122" y="2245019"/>
                  <a:pt x="5079548" y="2313485"/>
                </a:cubicBezTo>
                <a:cubicBezTo>
                  <a:pt x="5031869" y="2307804"/>
                  <a:pt x="5031271" y="2337329"/>
                  <a:pt x="4975908" y="2364128"/>
                </a:cubicBezTo>
                <a:cubicBezTo>
                  <a:pt x="4946700" y="2354134"/>
                  <a:pt x="4928936" y="2366071"/>
                  <a:pt x="4913723" y="2385265"/>
                </a:cubicBezTo>
                <a:cubicBezTo>
                  <a:pt x="4854880" y="2394046"/>
                  <a:pt x="4808730" y="2428302"/>
                  <a:pt x="4746485" y="2451769"/>
                </a:cubicBezTo>
                <a:lnTo>
                  <a:pt x="4681588" y="2467494"/>
                </a:lnTo>
                <a:lnTo>
                  <a:pt x="1783655" y="3163860"/>
                </a:lnTo>
                <a:lnTo>
                  <a:pt x="1325955" y="3176692"/>
                </a:lnTo>
                <a:cubicBezTo>
                  <a:pt x="1278931" y="3186609"/>
                  <a:pt x="1232617" y="3191205"/>
                  <a:pt x="1190384" y="3203504"/>
                </a:cubicBezTo>
                <a:cubicBezTo>
                  <a:pt x="1146740" y="3204301"/>
                  <a:pt x="1142940" y="3250947"/>
                  <a:pt x="1094537" y="3229469"/>
                </a:cubicBezTo>
                <a:cubicBezTo>
                  <a:pt x="1026864" y="3266436"/>
                  <a:pt x="863490" y="3291254"/>
                  <a:pt x="779276" y="3327290"/>
                </a:cubicBezTo>
                <a:cubicBezTo>
                  <a:pt x="712585" y="3298149"/>
                  <a:pt x="672574" y="3378796"/>
                  <a:pt x="600378" y="3335250"/>
                </a:cubicBezTo>
                <a:cubicBezTo>
                  <a:pt x="595066" y="3356366"/>
                  <a:pt x="514059" y="3361176"/>
                  <a:pt x="493457" y="3365044"/>
                </a:cubicBezTo>
                <a:cubicBezTo>
                  <a:pt x="492856" y="3399551"/>
                  <a:pt x="399613" y="3365059"/>
                  <a:pt x="349402" y="3380897"/>
                </a:cubicBezTo>
                <a:cubicBezTo>
                  <a:pt x="299189" y="3396735"/>
                  <a:pt x="242632" y="3446393"/>
                  <a:pt x="192183" y="3460075"/>
                </a:cubicBezTo>
                <a:cubicBezTo>
                  <a:pt x="141735" y="3473757"/>
                  <a:pt x="105425" y="3449353"/>
                  <a:pt x="46713" y="3462986"/>
                </a:cubicBezTo>
                <a:cubicBezTo>
                  <a:pt x="31576" y="3476862"/>
                  <a:pt x="15706" y="3476378"/>
                  <a:pt x="2765" y="3480770"/>
                </a:cubicBezTo>
                <a:lnTo>
                  <a:pt x="0" y="3482342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FD9B9-AB9B-3EA1-B97D-42CA0C343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en-US" dirty="0">
                <a:ea typeface="Batang"/>
              </a:rPr>
              <a:t>AI use by demographic</a:t>
            </a:r>
            <a:endParaRPr lang="en-US" dirty="0"/>
          </a:p>
        </p:txBody>
      </p:sp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EADD960-B2A4-F157-D879-527C14EB1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892" y="1831251"/>
            <a:ext cx="6872770" cy="4253212"/>
          </a:xfrm>
          <a:prstGeom prst="rect">
            <a:avLst/>
          </a:prstGeom>
        </p:spPr>
      </p:pic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FEE33BF3-698A-66E5-92BF-557E15C140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833761"/>
              </p:ext>
            </p:extLst>
          </p:nvPr>
        </p:nvGraphicFramePr>
        <p:xfrm>
          <a:off x="6871920" y="1918915"/>
          <a:ext cx="5131338" cy="4068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4255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DEB2E8C4-C3E7-4048-A43D-9859510C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12490710" y="6342652"/>
              <a:ext cx="360" cy="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4" name="Content Placeholder 3" descr="A graph of different states&#10;&#10;AI-generated content may be incorrect.">
            <a:extLst>
              <a:ext uri="{FF2B5EF4-FFF2-40B4-BE49-F238E27FC236}">
                <a16:creationId xmlns:a16="http://schemas.microsoft.com/office/drawing/2014/main" id="{AA96A976-98EB-B1C5-B5D6-695D70C74E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t="3964" b="4943"/>
          <a:stretch>
            <a:fillRect/>
          </a:stretch>
        </p:blipFill>
        <p:spPr>
          <a:xfrm>
            <a:off x="1320271" y="7199"/>
            <a:ext cx="9552316" cy="4905831"/>
          </a:xfrm>
          <a:prstGeom prst="rect">
            <a:avLst/>
          </a:prstGeom>
        </p:spPr>
      </p:pic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F6EE1C8D-9233-4EBC-9B68-862FDCA26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906504"/>
            <a:ext cx="12192002" cy="1951997"/>
          </a:xfrm>
          <a:custGeom>
            <a:avLst/>
            <a:gdLst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285754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25839 w 12192002"/>
              <a:gd name="connsiteY95" fmla="*/ 111020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25839 w 12192002"/>
              <a:gd name="connsiteY95" fmla="*/ 111020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74735 w 12192002"/>
              <a:gd name="connsiteY94" fmla="*/ 1132363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12382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12192002" h="2122526">
                <a:moveTo>
                  <a:pt x="5626960" y="0"/>
                </a:moveTo>
                <a:lnTo>
                  <a:pt x="5758918" y="1023"/>
                </a:lnTo>
                <a:lnTo>
                  <a:pt x="5957375" y="16715"/>
                </a:lnTo>
                <a:cubicBezTo>
                  <a:pt x="5970127" y="20033"/>
                  <a:pt x="5998679" y="20946"/>
                  <a:pt x="6010090" y="20359"/>
                </a:cubicBezTo>
                <a:lnTo>
                  <a:pt x="6041282" y="15266"/>
                </a:lnTo>
                <a:lnTo>
                  <a:pt x="6048637" y="6917"/>
                </a:lnTo>
                <a:lnTo>
                  <a:pt x="6068529" y="7600"/>
                </a:lnTo>
                <a:lnTo>
                  <a:pt x="6073847" y="6063"/>
                </a:lnTo>
                <a:cubicBezTo>
                  <a:pt x="6090539" y="9219"/>
                  <a:pt x="6128055" y="22767"/>
                  <a:pt x="6168673" y="26525"/>
                </a:cubicBezTo>
                <a:cubicBezTo>
                  <a:pt x="6209291" y="30283"/>
                  <a:pt x="6297550" y="13090"/>
                  <a:pt x="6317559" y="28612"/>
                </a:cubicBezTo>
                <a:cubicBezTo>
                  <a:pt x="6409695" y="55045"/>
                  <a:pt x="6472153" y="31322"/>
                  <a:pt x="6549454" y="75412"/>
                </a:cubicBezTo>
                <a:cubicBezTo>
                  <a:pt x="6628105" y="80632"/>
                  <a:pt x="6649105" y="94733"/>
                  <a:pt x="6708221" y="104188"/>
                </a:cubicBezTo>
                <a:cubicBezTo>
                  <a:pt x="6787988" y="118277"/>
                  <a:pt x="6871921" y="137351"/>
                  <a:pt x="6904145" y="132143"/>
                </a:cubicBezTo>
                <a:cubicBezTo>
                  <a:pt x="6943644" y="126545"/>
                  <a:pt x="6937527" y="150711"/>
                  <a:pt x="7018495" y="161649"/>
                </a:cubicBezTo>
                <a:cubicBezTo>
                  <a:pt x="7050188" y="159320"/>
                  <a:pt x="7061147" y="160297"/>
                  <a:pt x="7096987" y="161275"/>
                </a:cubicBezTo>
                <a:lnTo>
                  <a:pt x="7170807" y="173503"/>
                </a:lnTo>
                <a:cubicBezTo>
                  <a:pt x="7184505" y="172489"/>
                  <a:pt x="7192111" y="174628"/>
                  <a:pt x="7197003" y="178151"/>
                </a:cubicBezTo>
                <a:lnTo>
                  <a:pt x="7201101" y="183509"/>
                </a:lnTo>
                <a:lnTo>
                  <a:pt x="7218559" y="188059"/>
                </a:lnTo>
                <a:lnTo>
                  <a:pt x="7310852" y="213308"/>
                </a:lnTo>
                <a:lnTo>
                  <a:pt x="7312179" y="211866"/>
                </a:lnTo>
                <a:cubicBezTo>
                  <a:pt x="7333989" y="206326"/>
                  <a:pt x="7374788" y="205221"/>
                  <a:pt x="7405390" y="202271"/>
                </a:cubicBezTo>
                <a:cubicBezTo>
                  <a:pt x="7422527" y="207464"/>
                  <a:pt x="7476985" y="190048"/>
                  <a:pt x="7495794" y="194166"/>
                </a:cubicBezTo>
                <a:lnTo>
                  <a:pt x="7507039" y="196118"/>
                </a:lnTo>
                <a:lnTo>
                  <a:pt x="7507411" y="195791"/>
                </a:lnTo>
                <a:cubicBezTo>
                  <a:pt x="7510172" y="195437"/>
                  <a:pt x="7513992" y="195787"/>
                  <a:pt x="7519570" y="197126"/>
                </a:cubicBezTo>
                <a:lnTo>
                  <a:pt x="7527542" y="199679"/>
                </a:lnTo>
                <a:lnTo>
                  <a:pt x="7614346" y="205507"/>
                </a:lnTo>
                <a:lnTo>
                  <a:pt x="7718744" y="202036"/>
                </a:lnTo>
                <a:cubicBezTo>
                  <a:pt x="7780965" y="210608"/>
                  <a:pt x="7835119" y="212839"/>
                  <a:pt x="7905407" y="227751"/>
                </a:cubicBezTo>
                <a:cubicBezTo>
                  <a:pt x="7967070" y="225346"/>
                  <a:pt x="8025467" y="246582"/>
                  <a:pt x="8090271" y="269724"/>
                </a:cubicBezTo>
                <a:cubicBezTo>
                  <a:pt x="8147130" y="284670"/>
                  <a:pt x="8181827" y="318792"/>
                  <a:pt x="8245834" y="315885"/>
                </a:cubicBezTo>
                <a:cubicBezTo>
                  <a:pt x="8246647" y="320745"/>
                  <a:pt x="8248859" y="325027"/>
                  <a:pt x="8252033" y="328877"/>
                </a:cubicBezTo>
                <a:lnTo>
                  <a:pt x="8263376" y="338720"/>
                </a:lnTo>
                <a:lnTo>
                  <a:pt x="8266075" y="338490"/>
                </a:lnTo>
                <a:cubicBezTo>
                  <a:pt x="8276151" y="339772"/>
                  <a:pt x="8280845" y="342420"/>
                  <a:pt x="8283149" y="345665"/>
                </a:cubicBezTo>
                <a:lnTo>
                  <a:pt x="8284276" y="350108"/>
                </a:lnTo>
                <a:lnTo>
                  <a:pt x="8295173" y="355931"/>
                </a:lnTo>
                <a:lnTo>
                  <a:pt x="8314432" y="369826"/>
                </a:lnTo>
                <a:lnTo>
                  <a:pt x="8320104" y="370152"/>
                </a:lnTo>
                <a:lnTo>
                  <a:pt x="8352372" y="387570"/>
                </a:lnTo>
                <a:lnTo>
                  <a:pt x="8353799" y="386730"/>
                </a:lnTo>
                <a:cubicBezTo>
                  <a:pt x="8357733" y="385247"/>
                  <a:pt x="8362024" y="384899"/>
                  <a:pt x="8367182" y="386924"/>
                </a:cubicBezTo>
                <a:lnTo>
                  <a:pt x="8490249" y="400966"/>
                </a:lnTo>
                <a:lnTo>
                  <a:pt x="8497594" y="404016"/>
                </a:lnTo>
                <a:lnTo>
                  <a:pt x="8497968" y="403837"/>
                </a:lnTo>
                <a:cubicBezTo>
                  <a:pt x="8500048" y="403987"/>
                  <a:pt x="8502649" y="404798"/>
                  <a:pt x="8506167" y="406575"/>
                </a:cubicBezTo>
                <a:lnTo>
                  <a:pt x="8510983" y="409576"/>
                </a:lnTo>
                <a:lnTo>
                  <a:pt x="8525230" y="415491"/>
                </a:lnTo>
                <a:lnTo>
                  <a:pt x="8596071" y="400649"/>
                </a:lnTo>
                <a:cubicBezTo>
                  <a:pt x="8639145" y="406126"/>
                  <a:pt x="8671609" y="389686"/>
                  <a:pt x="8707847" y="409221"/>
                </a:cubicBezTo>
                <a:cubicBezTo>
                  <a:pt x="8748197" y="414263"/>
                  <a:pt x="8719822" y="400602"/>
                  <a:pt x="8752444" y="411322"/>
                </a:cubicBezTo>
                <a:cubicBezTo>
                  <a:pt x="8789303" y="414879"/>
                  <a:pt x="8898034" y="429534"/>
                  <a:pt x="8928988" y="430554"/>
                </a:cubicBezTo>
                <a:cubicBezTo>
                  <a:pt x="8955520" y="410467"/>
                  <a:pt x="8954693" y="419415"/>
                  <a:pt x="8963048" y="427366"/>
                </a:cubicBezTo>
                <a:lnTo>
                  <a:pt x="8968011" y="425141"/>
                </a:lnTo>
                <a:lnTo>
                  <a:pt x="8974337" y="424441"/>
                </a:lnTo>
                <a:lnTo>
                  <a:pt x="8990394" y="427667"/>
                </a:lnTo>
                <a:lnTo>
                  <a:pt x="8996232" y="429728"/>
                </a:lnTo>
                <a:cubicBezTo>
                  <a:pt x="9000327" y="430831"/>
                  <a:pt x="9003146" y="431159"/>
                  <a:pt x="9005201" y="430939"/>
                </a:cubicBezTo>
                <a:lnTo>
                  <a:pt x="9005486" y="430699"/>
                </a:lnTo>
                <a:lnTo>
                  <a:pt x="9053453" y="433984"/>
                </a:lnTo>
                <a:cubicBezTo>
                  <a:pt x="9068117" y="420419"/>
                  <a:pt x="9112391" y="454853"/>
                  <a:pt x="9113812" y="425670"/>
                </a:cubicBezTo>
                <a:cubicBezTo>
                  <a:pt x="9130955" y="430499"/>
                  <a:pt x="9138865" y="443788"/>
                  <a:pt x="9137318" y="424304"/>
                </a:cubicBezTo>
                <a:cubicBezTo>
                  <a:pt x="9143084" y="425358"/>
                  <a:pt x="9147048" y="424266"/>
                  <a:pt x="9150210" y="422135"/>
                </a:cubicBezTo>
                <a:lnTo>
                  <a:pt x="9151232" y="421070"/>
                </a:lnTo>
                <a:lnTo>
                  <a:pt x="9189246" y="432272"/>
                </a:lnTo>
                <a:lnTo>
                  <a:pt x="9194810" y="441511"/>
                </a:lnTo>
                <a:lnTo>
                  <a:pt x="9231370" y="451590"/>
                </a:lnTo>
                <a:lnTo>
                  <a:pt x="9343052" y="503495"/>
                </a:lnTo>
                <a:cubicBezTo>
                  <a:pt x="9415432" y="508795"/>
                  <a:pt x="9518955" y="534921"/>
                  <a:pt x="9584507" y="549197"/>
                </a:cubicBezTo>
                <a:cubicBezTo>
                  <a:pt x="9602038" y="561809"/>
                  <a:pt x="9675059" y="570203"/>
                  <a:pt x="9728309" y="560617"/>
                </a:cubicBezTo>
                <a:lnTo>
                  <a:pt x="9847792" y="580824"/>
                </a:lnTo>
                <a:cubicBezTo>
                  <a:pt x="9888744" y="590649"/>
                  <a:pt x="9918983" y="587450"/>
                  <a:pt x="9960019" y="587592"/>
                </a:cubicBezTo>
                <a:cubicBezTo>
                  <a:pt x="9984397" y="592516"/>
                  <a:pt x="9998461" y="593006"/>
                  <a:pt x="10039240" y="603107"/>
                </a:cubicBezTo>
                <a:cubicBezTo>
                  <a:pt x="10046863" y="602184"/>
                  <a:pt x="10074570" y="603512"/>
                  <a:pt x="10082169" y="601443"/>
                </a:cubicBezTo>
                <a:lnTo>
                  <a:pt x="10126500" y="603538"/>
                </a:lnTo>
                <a:lnTo>
                  <a:pt x="10261101" y="615053"/>
                </a:lnTo>
                <a:cubicBezTo>
                  <a:pt x="10274744" y="622448"/>
                  <a:pt x="10323589" y="631514"/>
                  <a:pt x="10336855" y="624804"/>
                </a:cubicBezTo>
                <a:cubicBezTo>
                  <a:pt x="10347867" y="624959"/>
                  <a:pt x="10374830" y="633622"/>
                  <a:pt x="10383868" y="625415"/>
                </a:cubicBezTo>
                <a:cubicBezTo>
                  <a:pt x="10409284" y="632493"/>
                  <a:pt x="10436539" y="633300"/>
                  <a:pt x="10445984" y="629262"/>
                </a:cubicBezTo>
                <a:cubicBezTo>
                  <a:pt x="10473833" y="619395"/>
                  <a:pt x="10495464" y="632839"/>
                  <a:pt x="10519280" y="631320"/>
                </a:cubicBezTo>
                <a:cubicBezTo>
                  <a:pt x="10558606" y="636140"/>
                  <a:pt x="10616449" y="646751"/>
                  <a:pt x="10644619" y="651566"/>
                </a:cubicBezTo>
                <a:cubicBezTo>
                  <a:pt x="10707078" y="667239"/>
                  <a:pt x="10806649" y="700317"/>
                  <a:pt x="10857724" y="712684"/>
                </a:cubicBezTo>
                <a:cubicBezTo>
                  <a:pt x="10915291" y="725495"/>
                  <a:pt x="10885368" y="688933"/>
                  <a:pt x="10951063" y="725767"/>
                </a:cubicBezTo>
                <a:cubicBezTo>
                  <a:pt x="10982008" y="727705"/>
                  <a:pt x="11007787" y="723528"/>
                  <a:pt x="11030956" y="721011"/>
                </a:cubicBezTo>
                <a:cubicBezTo>
                  <a:pt x="11029909" y="706023"/>
                  <a:pt x="11057496" y="724188"/>
                  <a:pt x="11085938" y="723892"/>
                </a:cubicBezTo>
                <a:cubicBezTo>
                  <a:pt x="11102606" y="725362"/>
                  <a:pt x="11125909" y="729502"/>
                  <a:pt x="11143411" y="733141"/>
                </a:cubicBezTo>
                <a:cubicBezTo>
                  <a:pt x="11171652" y="736317"/>
                  <a:pt x="11164089" y="762276"/>
                  <a:pt x="11195087" y="732494"/>
                </a:cubicBezTo>
                <a:cubicBezTo>
                  <a:pt x="11221976" y="745071"/>
                  <a:pt x="11231916" y="754905"/>
                  <a:pt x="11273972" y="753513"/>
                </a:cubicBezTo>
                <a:cubicBezTo>
                  <a:pt x="11288331" y="764337"/>
                  <a:pt x="11354320" y="819231"/>
                  <a:pt x="11369715" y="813181"/>
                </a:cubicBezTo>
                <a:cubicBezTo>
                  <a:pt x="11408024" y="821140"/>
                  <a:pt x="11417570" y="873027"/>
                  <a:pt x="11462695" y="874654"/>
                </a:cubicBezTo>
                <a:cubicBezTo>
                  <a:pt x="11507338" y="891120"/>
                  <a:pt x="11468277" y="926374"/>
                  <a:pt x="11516473" y="928206"/>
                </a:cubicBezTo>
                <a:lnTo>
                  <a:pt x="11585369" y="1004898"/>
                </a:lnTo>
                <a:cubicBezTo>
                  <a:pt x="11627915" y="1047460"/>
                  <a:pt x="11688670" y="1023969"/>
                  <a:pt x="11712382" y="1047864"/>
                </a:cubicBezTo>
                <a:cubicBezTo>
                  <a:pt x="11736094" y="1071759"/>
                  <a:pt x="11860362" y="1135225"/>
                  <a:pt x="11894613" y="1148265"/>
                </a:cubicBezTo>
                <a:cubicBezTo>
                  <a:pt x="11928864" y="1161305"/>
                  <a:pt x="11872782" y="1124390"/>
                  <a:pt x="11917888" y="1126105"/>
                </a:cubicBezTo>
                <a:cubicBezTo>
                  <a:pt x="11967364" y="1138091"/>
                  <a:pt x="11978191" y="1115038"/>
                  <a:pt x="12080164" y="1090885"/>
                </a:cubicBezTo>
                <a:cubicBezTo>
                  <a:pt x="12093592" y="1092452"/>
                  <a:pt x="12126659" y="1037250"/>
                  <a:pt x="12140863" y="1035036"/>
                </a:cubicBezTo>
                <a:lnTo>
                  <a:pt x="12192002" y="1015838"/>
                </a:lnTo>
                <a:lnTo>
                  <a:pt x="12192002" y="1955549"/>
                </a:lnTo>
                <a:lnTo>
                  <a:pt x="12192000" y="1955549"/>
                </a:lnTo>
                <a:lnTo>
                  <a:pt x="12192000" y="2122526"/>
                </a:lnTo>
                <a:lnTo>
                  <a:pt x="0" y="2122526"/>
                </a:lnTo>
                <a:lnTo>
                  <a:pt x="0" y="1348327"/>
                </a:lnTo>
                <a:lnTo>
                  <a:pt x="2" y="1348327"/>
                </a:lnTo>
                <a:lnTo>
                  <a:pt x="2" y="592017"/>
                </a:lnTo>
                <a:lnTo>
                  <a:pt x="15526" y="586548"/>
                </a:lnTo>
                <a:cubicBezTo>
                  <a:pt x="35255" y="585160"/>
                  <a:pt x="72229" y="592802"/>
                  <a:pt x="118381" y="583692"/>
                </a:cubicBezTo>
                <a:lnTo>
                  <a:pt x="292435" y="531887"/>
                </a:lnTo>
                <a:cubicBezTo>
                  <a:pt x="333820" y="524854"/>
                  <a:pt x="366418" y="510849"/>
                  <a:pt x="404015" y="511191"/>
                </a:cubicBezTo>
                <a:cubicBezTo>
                  <a:pt x="415660" y="502454"/>
                  <a:pt x="428065" y="497716"/>
                  <a:pt x="445099" y="505368"/>
                </a:cubicBezTo>
                <a:cubicBezTo>
                  <a:pt x="473049" y="498059"/>
                  <a:pt x="549479" y="473644"/>
                  <a:pt x="571717" y="467338"/>
                </a:cubicBezTo>
                <a:lnTo>
                  <a:pt x="578535" y="467527"/>
                </a:lnTo>
                <a:cubicBezTo>
                  <a:pt x="582714" y="467117"/>
                  <a:pt x="586282" y="465474"/>
                  <a:pt x="596792" y="464875"/>
                </a:cubicBezTo>
                <a:cubicBezTo>
                  <a:pt x="618517" y="457289"/>
                  <a:pt x="688384" y="430106"/>
                  <a:pt x="708875" y="422017"/>
                </a:cubicBezTo>
                <a:cubicBezTo>
                  <a:pt x="714996" y="421315"/>
                  <a:pt x="718074" y="419183"/>
                  <a:pt x="719742" y="416340"/>
                </a:cubicBezTo>
                <a:cubicBezTo>
                  <a:pt x="719843" y="415919"/>
                  <a:pt x="719947" y="415498"/>
                  <a:pt x="720047" y="415078"/>
                </a:cubicBezTo>
                <a:lnTo>
                  <a:pt x="763053" y="414307"/>
                </a:lnTo>
                <a:lnTo>
                  <a:pt x="767901" y="412086"/>
                </a:lnTo>
                <a:lnTo>
                  <a:pt x="797041" y="414293"/>
                </a:lnTo>
                <a:lnTo>
                  <a:pt x="811506" y="413988"/>
                </a:lnTo>
                <a:lnTo>
                  <a:pt x="816809" y="416882"/>
                </a:lnTo>
                <a:cubicBezTo>
                  <a:pt x="821862" y="418352"/>
                  <a:pt x="828232" y="418327"/>
                  <a:pt x="837540" y="414918"/>
                </a:cubicBezTo>
                <a:lnTo>
                  <a:pt x="858269" y="416131"/>
                </a:lnTo>
                <a:cubicBezTo>
                  <a:pt x="864622" y="417683"/>
                  <a:pt x="943264" y="400945"/>
                  <a:pt x="948732" y="404293"/>
                </a:cubicBezTo>
                <a:cubicBezTo>
                  <a:pt x="1007438" y="402718"/>
                  <a:pt x="1078958" y="412604"/>
                  <a:pt x="1149979" y="406698"/>
                </a:cubicBezTo>
                <a:cubicBezTo>
                  <a:pt x="1264076" y="391985"/>
                  <a:pt x="1418281" y="371972"/>
                  <a:pt x="1496110" y="357263"/>
                </a:cubicBezTo>
                <a:cubicBezTo>
                  <a:pt x="1524373" y="323194"/>
                  <a:pt x="1569686" y="343349"/>
                  <a:pt x="1608669" y="331673"/>
                </a:cubicBezTo>
                <a:cubicBezTo>
                  <a:pt x="1628634" y="319376"/>
                  <a:pt x="1652708" y="325981"/>
                  <a:pt x="1675071" y="324776"/>
                </a:cubicBezTo>
                <a:cubicBezTo>
                  <a:pt x="1696661" y="320902"/>
                  <a:pt x="1719608" y="311993"/>
                  <a:pt x="1738204" y="308427"/>
                </a:cubicBezTo>
                <a:lnTo>
                  <a:pt x="1786655" y="303376"/>
                </a:lnTo>
                <a:cubicBezTo>
                  <a:pt x="1814690" y="308462"/>
                  <a:pt x="1843563" y="316239"/>
                  <a:pt x="1873080" y="330998"/>
                </a:cubicBezTo>
                <a:cubicBezTo>
                  <a:pt x="1885328" y="340074"/>
                  <a:pt x="1907076" y="340787"/>
                  <a:pt x="1921650" y="332593"/>
                </a:cubicBezTo>
                <a:cubicBezTo>
                  <a:pt x="1924160" y="331181"/>
                  <a:pt x="1926358" y="329554"/>
                  <a:pt x="1928172" y="327762"/>
                </a:cubicBezTo>
                <a:cubicBezTo>
                  <a:pt x="1964849" y="349443"/>
                  <a:pt x="1978703" y="334060"/>
                  <a:pt x="1997356" y="349707"/>
                </a:cubicBezTo>
                <a:cubicBezTo>
                  <a:pt x="2045552" y="350382"/>
                  <a:pt x="2077539" y="328078"/>
                  <a:pt x="2094665" y="341687"/>
                </a:cubicBezTo>
                <a:cubicBezTo>
                  <a:pt x="2129868" y="337565"/>
                  <a:pt x="2171836" y="328633"/>
                  <a:pt x="2208578" y="324976"/>
                </a:cubicBezTo>
                <a:cubicBezTo>
                  <a:pt x="2233182" y="323400"/>
                  <a:pt x="2276000" y="319205"/>
                  <a:pt x="2315112" y="319743"/>
                </a:cubicBezTo>
                <a:cubicBezTo>
                  <a:pt x="2354027" y="341739"/>
                  <a:pt x="2411581" y="311650"/>
                  <a:pt x="2443255" y="328210"/>
                </a:cubicBezTo>
                <a:lnTo>
                  <a:pt x="2568028" y="342111"/>
                </a:lnTo>
                <a:cubicBezTo>
                  <a:pt x="2608701" y="337537"/>
                  <a:pt x="2582516" y="375805"/>
                  <a:pt x="2646527" y="315870"/>
                </a:cubicBezTo>
                <a:cubicBezTo>
                  <a:pt x="2717602" y="329320"/>
                  <a:pt x="2719299" y="298751"/>
                  <a:pt x="2781569" y="326406"/>
                </a:cubicBezTo>
                <a:lnTo>
                  <a:pt x="3030291" y="348227"/>
                </a:lnTo>
                <a:cubicBezTo>
                  <a:pt x="3072289" y="343635"/>
                  <a:pt x="3082691" y="349641"/>
                  <a:pt x="3142556" y="350870"/>
                </a:cubicBezTo>
                <a:cubicBezTo>
                  <a:pt x="3203390" y="348332"/>
                  <a:pt x="3209724" y="356304"/>
                  <a:pt x="3262356" y="358645"/>
                </a:cubicBezTo>
                <a:cubicBezTo>
                  <a:pt x="3295546" y="360921"/>
                  <a:pt x="3336380" y="362051"/>
                  <a:pt x="3341698" y="364522"/>
                </a:cubicBezTo>
                <a:lnTo>
                  <a:pt x="3344026" y="363547"/>
                </a:lnTo>
                <a:cubicBezTo>
                  <a:pt x="3353997" y="361853"/>
                  <a:pt x="3359859" y="362931"/>
                  <a:pt x="3363888" y="365229"/>
                </a:cubicBezTo>
                <a:lnTo>
                  <a:pt x="3400728" y="382181"/>
                </a:lnTo>
                <a:lnTo>
                  <a:pt x="3473223" y="370133"/>
                </a:lnTo>
                <a:cubicBezTo>
                  <a:pt x="3488625" y="364503"/>
                  <a:pt x="3513943" y="370768"/>
                  <a:pt x="3536135" y="366472"/>
                </a:cubicBezTo>
                <a:cubicBezTo>
                  <a:pt x="3549392" y="369181"/>
                  <a:pt x="3571626" y="354982"/>
                  <a:pt x="3585978" y="356773"/>
                </a:cubicBezTo>
                <a:lnTo>
                  <a:pt x="3594501" y="357463"/>
                </a:lnTo>
                <a:lnTo>
                  <a:pt x="3594736" y="357194"/>
                </a:lnTo>
                <a:cubicBezTo>
                  <a:pt x="3596729" y="356739"/>
                  <a:pt x="3599583" y="356739"/>
                  <a:pt x="3603855" y="357358"/>
                </a:cubicBezTo>
                <a:lnTo>
                  <a:pt x="3610035" y="358720"/>
                </a:lnTo>
                <a:lnTo>
                  <a:pt x="3682513" y="326449"/>
                </a:lnTo>
                <a:cubicBezTo>
                  <a:pt x="3725132" y="319209"/>
                  <a:pt x="3741010" y="317232"/>
                  <a:pt x="3789760" y="302526"/>
                </a:cubicBezTo>
                <a:cubicBezTo>
                  <a:pt x="3829631" y="295662"/>
                  <a:pt x="3861095" y="281792"/>
                  <a:pt x="3897275" y="282288"/>
                </a:cubicBezTo>
                <a:cubicBezTo>
                  <a:pt x="3908538" y="273598"/>
                  <a:pt x="3920509" y="268909"/>
                  <a:pt x="3936846" y="276633"/>
                </a:cubicBezTo>
                <a:cubicBezTo>
                  <a:pt x="3972980" y="267440"/>
                  <a:pt x="3976670" y="252111"/>
                  <a:pt x="4004538" y="259176"/>
                </a:cubicBezTo>
                <a:cubicBezTo>
                  <a:pt x="4016877" y="233368"/>
                  <a:pt x="4021427" y="241744"/>
                  <a:pt x="4033778" y="246608"/>
                </a:cubicBezTo>
                <a:lnTo>
                  <a:pt x="4035363" y="246843"/>
                </a:lnTo>
                <a:lnTo>
                  <a:pt x="4036996" y="243176"/>
                </a:lnTo>
                <a:lnTo>
                  <a:pt x="4042364" y="240742"/>
                </a:lnTo>
                <a:lnTo>
                  <a:pt x="4058954" y="239121"/>
                </a:lnTo>
                <a:lnTo>
                  <a:pt x="4065510" y="239339"/>
                </a:lnTo>
                <a:cubicBezTo>
                  <a:pt x="4069909" y="239180"/>
                  <a:pt x="4072681" y="238679"/>
                  <a:pt x="4074427" y="237895"/>
                </a:cubicBezTo>
                <a:cubicBezTo>
                  <a:pt x="4074466" y="237796"/>
                  <a:pt x="4074507" y="237697"/>
                  <a:pt x="4074546" y="237596"/>
                </a:cubicBezTo>
                <a:lnTo>
                  <a:pt x="4083097" y="236761"/>
                </a:lnTo>
                <a:cubicBezTo>
                  <a:pt x="4099102" y="230874"/>
                  <a:pt x="4124720" y="217294"/>
                  <a:pt x="4142745" y="210228"/>
                </a:cubicBezTo>
                <a:cubicBezTo>
                  <a:pt x="4161277" y="209757"/>
                  <a:pt x="4204215" y="211652"/>
                  <a:pt x="4191248" y="194363"/>
                </a:cubicBezTo>
                <a:cubicBezTo>
                  <a:pt x="4197143" y="193685"/>
                  <a:pt x="4200119" y="191566"/>
                  <a:pt x="4201744" y="188729"/>
                </a:cubicBezTo>
                <a:cubicBezTo>
                  <a:pt x="4201845" y="188309"/>
                  <a:pt x="4201947" y="187890"/>
                  <a:pt x="4202048" y="187470"/>
                </a:cubicBezTo>
                <a:lnTo>
                  <a:pt x="4248116" y="184675"/>
                </a:lnTo>
                <a:lnTo>
                  <a:pt x="4276141" y="186999"/>
                </a:lnTo>
                <a:lnTo>
                  <a:pt x="4290062" y="186753"/>
                </a:lnTo>
                <a:lnTo>
                  <a:pt x="4295143" y="189670"/>
                </a:lnTo>
                <a:cubicBezTo>
                  <a:pt x="4299996" y="191161"/>
                  <a:pt x="4306126" y="191162"/>
                  <a:pt x="4315108" y="187791"/>
                </a:cubicBezTo>
                <a:lnTo>
                  <a:pt x="4316965" y="186450"/>
                </a:lnTo>
                <a:lnTo>
                  <a:pt x="4362875" y="193065"/>
                </a:lnTo>
                <a:cubicBezTo>
                  <a:pt x="4368977" y="194642"/>
                  <a:pt x="4423306" y="188348"/>
                  <a:pt x="4428542" y="191719"/>
                </a:cubicBezTo>
                <a:cubicBezTo>
                  <a:pt x="4462662" y="194921"/>
                  <a:pt x="4457822" y="194180"/>
                  <a:pt x="4515813" y="181068"/>
                </a:cubicBezTo>
                <a:cubicBezTo>
                  <a:pt x="4524746" y="178930"/>
                  <a:pt x="4680151" y="178122"/>
                  <a:pt x="4715526" y="171166"/>
                </a:cubicBezTo>
                <a:cubicBezTo>
                  <a:pt x="4741916" y="171832"/>
                  <a:pt x="4677963" y="180680"/>
                  <a:pt x="4762447" y="162678"/>
                </a:cubicBezTo>
                <a:cubicBezTo>
                  <a:pt x="4784109" y="162698"/>
                  <a:pt x="4806742" y="151552"/>
                  <a:pt x="4840439" y="134910"/>
                </a:cubicBezTo>
                <a:cubicBezTo>
                  <a:pt x="4916356" y="97503"/>
                  <a:pt x="4937025" y="110510"/>
                  <a:pt x="5011513" y="110893"/>
                </a:cubicBezTo>
                <a:cubicBezTo>
                  <a:pt x="5038947" y="76939"/>
                  <a:pt x="5028196" y="106028"/>
                  <a:pt x="5065790" y="94512"/>
                </a:cubicBezTo>
                <a:cubicBezTo>
                  <a:pt x="5064856" y="121900"/>
                  <a:pt x="5108319" y="72464"/>
                  <a:pt x="5121659" y="101083"/>
                </a:cubicBezTo>
                <a:cubicBezTo>
                  <a:pt x="5128079" y="98081"/>
                  <a:pt x="5133876" y="94270"/>
                  <a:pt x="5139595" y="90230"/>
                </a:cubicBezTo>
                <a:lnTo>
                  <a:pt x="5142598" y="88129"/>
                </a:lnTo>
                <a:lnTo>
                  <a:pt x="5156554" y="84729"/>
                </a:lnTo>
                <a:lnTo>
                  <a:pt x="5174660" y="77506"/>
                </a:lnTo>
                <a:lnTo>
                  <a:pt x="5222961" y="74516"/>
                </a:lnTo>
                <a:cubicBezTo>
                  <a:pt x="5230550" y="71886"/>
                  <a:pt x="5251598" y="63576"/>
                  <a:pt x="5261763" y="63392"/>
                </a:cubicBezTo>
                <a:lnTo>
                  <a:pt x="5381667" y="42975"/>
                </a:lnTo>
                <a:cubicBezTo>
                  <a:pt x="5391827" y="39989"/>
                  <a:pt x="5429368" y="35305"/>
                  <a:pt x="5432760" y="25273"/>
                </a:cubicBezTo>
                <a:cubicBezTo>
                  <a:pt x="5439009" y="12982"/>
                  <a:pt x="5478134" y="27048"/>
                  <a:pt x="5470905" y="14020"/>
                </a:cubicBezTo>
                <a:lnTo>
                  <a:pt x="562696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48F92359-2883-4C1D-972D-BF52F3F41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906504"/>
            <a:ext cx="12192000" cy="1951997"/>
          </a:xfrm>
          <a:custGeom>
            <a:avLst/>
            <a:gdLst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285754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70574 w 12192002"/>
              <a:gd name="connsiteY170" fmla="*/ 202276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372883 w 12192002"/>
              <a:gd name="connsiteY181" fmla="*/ 199670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35046 w 12192002"/>
              <a:gd name="connsiteY180" fmla="*/ 189089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87906 w 12192002"/>
              <a:gd name="connsiteY139" fmla="*/ 322233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33790 w 12192002"/>
              <a:gd name="connsiteY95" fmla="*/ 99093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25839 w 12192002"/>
              <a:gd name="connsiteY95" fmla="*/ 111020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25839 w 12192002"/>
              <a:gd name="connsiteY95" fmla="*/ 1110203 h 2122526"/>
              <a:gd name="connsiteX96" fmla="*/ 12084140 w 12192002"/>
              <a:gd name="connsiteY96" fmla="*/ 1007396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34979 w 12192002"/>
              <a:gd name="connsiteY94" fmla="*/ 1013094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984253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684760 w 12192002"/>
              <a:gd name="connsiteY92" fmla="*/ 929360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64181 w 12192002"/>
              <a:gd name="connsiteY91" fmla="*/ 888450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29660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54857 w 12192002"/>
              <a:gd name="connsiteY94" fmla="*/ 111248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74735 w 12192002"/>
              <a:gd name="connsiteY94" fmla="*/ 1132363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25839 w 12192002"/>
              <a:gd name="connsiteY95" fmla="*/ 1110203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44187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  <a:gd name="connsiteX0" fmla="*/ 5626960 w 12192002"/>
              <a:gd name="connsiteY0" fmla="*/ 0 h 2122526"/>
              <a:gd name="connsiteX1" fmla="*/ 5758918 w 12192002"/>
              <a:gd name="connsiteY1" fmla="*/ 1023 h 2122526"/>
              <a:gd name="connsiteX2" fmla="*/ 5957375 w 12192002"/>
              <a:gd name="connsiteY2" fmla="*/ 16715 h 2122526"/>
              <a:gd name="connsiteX3" fmla="*/ 6010090 w 12192002"/>
              <a:gd name="connsiteY3" fmla="*/ 20359 h 2122526"/>
              <a:gd name="connsiteX4" fmla="*/ 6041282 w 12192002"/>
              <a:gd name="connsiteY4" fmla="*/ 15266 h 2122526"/>
              <a:gd name="connsiteX5" fmla="*/ 6048637 w 12192002"/>
              <a:gd name="connsiteY5" fmla="*/ 6917 h 2122526"/>
              <a:gd name="connsiteX6" fmla="*/ 6068529 w 12192002"/>
              <a:gd name="connsiteY6" fmla="*/ 7600 h 2122526"/>
              <a:gd name="connsiteX7" fmla="*/ 6073847 w 12192002"/>
              <a:gd name="connsiteY7" fmla="*/ 6063 h 2122526"/>
              <a:gd name="connsiteX8" fmla="*/ 6168673 w 12192002"/>
              <a:gd name="connsiteY8" fmla="*/ 26525 h 2122526"/>
              <a:gd name="connsiteX9" fmla="*/ 6317559 w 12192002"/>
              <a:gd name="connsiteY9" fmla="*/ 28612 h 2122526"/>
              <a:gd name="connsiteX10" fmla="*/ 6549454 w 12192002"/>
              <a:gd name="connsiteY10" fmla="*/ 75412 h 2122526"/>
              <a:gd name="connsiteX11" fmla="*/ 6708221 w 12192002"/>
              <a:gd name="connsiteY11" fmla="*/ 104188 h 2122526"/>
              <a:gd name="connsiteX12" fmla="*/ 6904145 w 12192002"/>
              <a:gd name="connsiteY12" fmla="*/ 132143 h 2122526"/>
              <a:gd name="connsiteX13" fmla="*/ 7018495 w 12192002"/>
              <a:gd name="connsiteY13" fmla="*/ 161649 h 2122526"/>
              <a:gd name="connsiteX14" fmla="*/ 7096987 w 12192002"/>
              <a:gd name="connsiteY14" fmla="*/ 161275 h 2122526"/>
              <a:gd name="connsiteX15" fmla="*/ 7170807 w 12192002"/>
              <a:gd name="connsiteY15" fmla="*/ 173503 h 2122526"/>
              <a:gd name="connsiteX16" fmla="*/ 7197003 w 12192002"/>
              <a:gd name="connsiteY16" fmla="*/ 178151 h 2122526"/>
              <a:gd name="connsiteX17" fmla="*/ 7201101 w 12192002"/>
              <a:gd name="connsiteY17" fmla="*/ 183509 h 2122526"/>
              <a:gd name="connsiteX18" fmla="*/ 7218559 w 12192002"/>
              <a:gd name="connsiteY18" fmla="*/ 188059 h 2122526"/>
              <a:gd name="connsiteX19" fmla="*/ 7310852 w 12192002"/>
              <a:gd name="connsiteY19" fmla="*/ 213308 h 2122526"/>
              <a:gd name="connsiteX20" fmla="*/ 7312179 w 12192002"/>
              <a:gd name="connsiteY20" fmla="*/ 211866 h 2122526"/>
              <a:gd name="connsiteX21" fmla="*/ 7405390 w 12192002"/>
              <a:gd name="connsiteY21" fmla="*/ 202271 h 2122526"/>
              <a:gd name="connsiteX22" fmla="*/ 7495794 w 12192002"/>
              <a:gd name="connsiteY22" fmla="*/ 194166 h 2122526"/>
              <a:gd name="connsiteX23" fmla="*/ 7507039 w 12192002"/>
              <a:gd name="connsiteY23" fmla="*/ 196118 h 2122526"/>
              <a:gd name="connsiteX24" fmla="*/ 7507411 w 12192002"/>
              <a:gd name="connsiteY24" fmla="*/ 195791 h 2122526"/>
              <a:gd name="connsiteX25" fmla="*/ 7519570 w 12192002"/>
              <a:gd name="connsiteY25" fmla="*/ 197126 h 2122526"/>
              <a:gd name="connsiteX26" fmla="*/ 7527542 w 12192002"/>
              <a:gd name="connsiteY26" fmla="*/ 199679 h 2122526"/>
              <a:gd name="connsiteX27" fmla="*/ 7614346 w 12192002"/>
              <a:gd name="connsiteY27" fmla="*/ 205507 h 2122526"/>
              <a:gd name="connsiteX28" fmla="*/ 7718744 w 12192002"/>
              <a:gd name="connsiteY28" fmla="*/ 202036 h 2122526"/>
              <a:gd name="connsiteX29" fmla="*/ 7905407 w 12192002"/>
              <a:gd name="connsiteY29" fmla="*/ 227751 h 2122526"/>
              <a:gd name="connsiteX30" fmla="*/ 8090271 w 12192002"/>
              <a:gd name="connsiteY30" fmla="*/ 269724 h 2122526"/>
              <a:gd name="connsiteX31" fmla="*/ 8245834 w 12192002"/>
              <a:gd name="connsiteY31" fmla="*/ 315885 h 2122526"/>
              <a:gd name="connsiteX32" fmla="*/ 8252033 w 12192002"/>
              <a:gd name="connsiteY32" fmla="*/ 328877 h 2122526"/>
              <a:gd name="connsiteX33" fmla="*/ 8263376 w 12192002"/>
              <a:gd name="connsiteY33" fmla="*/ 338720 h 2122526"/>
              <a:gd name="connsiteX34" fmla="*/ 8266075 w 12192002"/>
              <a:gd name="connsiteY34" fmla="*/ 338490 h 2122526"/>
              <a:gd name="connsiteX35" fmla="*/ 8283149 w 12192002"/>
              <a:gd name="connsiteY35" fmla="*/ 345665 h 2122526"/>
              <a:gd name="connsiteX36" fmla="*/ 8284276 w 12192002"/>
              <a:gd name="connsiteY36" fmla="*/ 350108 h 2122526"/>
              <a:gd name="connsiteX37" fmla="*/ 8295173 w 12192002"/>
              <a:gd name="connsiteY37" fmla="*/ 355931 h 2122526"/>
              <a:gd name="connsiteX38" fmla="*/ 8314432 w 12192002"/>
              <a:gd name="connsiteY38" fmla="*/ 369826 h 2122526"/>
              <a:gd name="connsiteX39" fmla="*/ 8320104 w 12192002"/>
              <a:gd name="connsiteY39" fmla="*/ 370152 h 2122526"/>
              <a:gd name="connsiteX40" fmla="*/ 8352372 w 12192002"/>
              <a:gd name="connsiteY40" fmla="*/ 387570 h 2122526"/>
              <a:gd name="connsiteX41" fmla="*/ 8353799 w 12192002"/>
              <a:gd name="connsiteY41" fmla="*/ 386730 h 2122526"/>
              <a:gd name="connsiteX42" fmla="*/ 8367182 w 12192002"/>
              <a:gd name="connsiteY42" fmla="*/ 386924 h 2122526"/>
              <a:gd name="connsiteX43" fmla="*/ 8490249 w 12192002"/>
              <a:gd name="connsiteY43" fmla="*/ 400966 h 2122526"/>
              <a:gd name="connsiteX44" fmla="*/ 8497594 w 12192002"/>
              <a:gd name="connsiteY44" fmla="*/ 404016 h 2122526"/>
              <a:gd name="connsiteX45" fmla="*/ 8497968 w 12192002"/>
              <a:gd name="connsiteY45" fmla="*/ 403837 h 2122526"/>
              <a:gd name="connsiteX46" fmla="*/ 8506167 w 12192002"/>
              <a:gd name="connsiteY46" fmla="*/ 406575 h 2122526"/>
              <a:gd name="connsiteX47" fmla="*/ 8510983 w 12192002"/>
              <a:gd name="connsiteY47" fmla="*/ 409576 h 2122526"/>
              <a:gd name="connsiteX48" fmla="*/ 8525230 w 12192002"/>
              <a:gd name="connsiteY48" fmla="*/ 415491 h 2122526"/>
              <a:gd name="connsiteX49" fmla="*/ 8596071 w 12192002"/>
              <a:gd name="connsiteY49" fmla="*/ 400649 h 2122526"/>
              <a:gd name="connsiteX50" fmla="*/ 8707847 w 12192002"/>
              <a:gd name="connsiteY50" fmla="*/ 409221 h 2122526"/>
              <a:gd name="connsiteX51" fmla="*/ 8752444 w 12192002"/>
              <a:gd name="connsiteY51" fmla="*/ 411322 h 2122526"/>
              <a:gd name="connsiteX52" fmla="*/ 8928988 w 12192002"/>
              <a:gd name="connsiteY52" fmla="*/ 430554 h 2122526"/>
              <a:gd name="connsiteX53" fmla="*/ 8963048 w 12192002"/>
              <a:gd name="connsiteY53" fmla="*/ 427366 h 2122526"/>
              <a:gd name="connsiteX54" fmla="*/ 8968011 w 12192002"/>
              <a:gd name="connsiteY54" fmla="*/ 425141 h 2122526"/>
              <a:gd name="connsiteX55" fmla="*/ 8974337 w 12192002"/>
              <a:gd name="connsiteY55" fmla="*/ 424441 h 2122526"/>
              <a:gd name="connsiteX56" fmla="*/ 8990394 w 12192002"/>
              <a:gd name="connsiteY56" fmla="*/ 427667 h 2122526"/>
              <a:gd name="connsiteX57" fmla="*/ 8996232 w 12192002"/>
              <a:gd name="connsiteY57" fmla="*/ 429728 h 2122526"/>
              <a:gd name="connsiteX58" fmla="*/ 9005201 w 12192002"/>
              <a:gd name="connsiteY58" fmla="*/ 430939 h 2122526"/>
              <a:gd name="connsiteX59" fmla="*/ 9005486 w 12192002"/>
              <a:gd name="connsiteY59" fmla="*/ 430699 h 2122526"/>
              <a:gd name="connsiteX60" fmla="*/ 9053453 w 12192002"/>
              <a:gd name="connsiteY60" fmla="*/ 433984 h 2122526"/>
              <a:gd name="connsiteX61" fmla="*/ 9113812 w 12192002"/>
              <a:gd name="connsiteY61" fmla="*/ 425670 h 2122526"/>
              <a:gd name="connsiteX62" fmla="*/ 9137318 w 12192002"/>
              <a:gd name="connsiteY62" fmla="*/ 424304 h 2122526"/>
              <a:gd name="connsiteX63" fmla="*/ 9150210 w 12192002"/>
              <a:gd name="connsiteY63" fmla="*/ 422135 h 2122526"/>
              <a:gd name="connsiteX64" fmla="*/ 9151232 w 12192002"/>
              <a:gd name="connsiteY64" fmla="*/ 421070 h 2122526"/>
              <a:gd name="connsiteX65" fmla="*/ 9189246 w 12192002"/>
              <a:gd name="connsiteY65" fmla="*/ 432272 h 2122526"/>
              <a:gd name="connsiteX66" fmla="*/ 9194810 w 12192002"/>
              <a:gd name="connsiteY66" fmla="*/ 441511 h 2122526"/>
              <a:gd name="connsiteX67" fmla="*/ 9231370 w 12192002"/>
              <a:gd name="connsiteY67" fmla="*/ 451590 h 2122526"/>
              <a:gd name="connsiteX68" fmla="*/ 9343052 w 12192002"/>
              <a:gd name="connsiteY68" fmla="*/ 503495 h 2122526"/>
              <a:gd name="connsiteX69" fmla="*/ 9584507 w 12192002"/>
              <a:gd name="connsiteY69" fmla="*/ 549197 h 2122526"/>
              <a:gd name="connsiteX70" fmla="*/ 9728309 w 12192002"/>
              <a:gd name="connsiteY70" fmla="*/ 560617 h 2122526"/>
              <a:gd name="connsiteX71" fmla="*/ 9847792 w 12192002"/>
              <a:gd name="connsiteY71" fmla="*/ 580824 h 2122526"/>
              <a:gd name="connsiteX72" fmla="*/ 9960019 w 12192002"/>
              <a:gd name="connsiteY72" fmla="*/ 587592 h 2122526"/>
              <a:gd name="connsiteX73" fmla="*/ 10039240 w 12192002"/>
              <a:gd name="connsiteY73" fmla="*/ 603107 h 2122526"/>
              <a:gd name="connsiteX74" fmla="*/ 10082169 w 12192002"/>
              <a:gd name="connsiteY74" fmla="*/ 601443 h 2122526"/>
              <a:gd name="connsiteX75" fmla="*/ 10126500 w 12192002"/>
              <a:gd name="connsiteY75" fmla="*/ 603538 h 2122526"/>
              <a:gd name="connsiteX76" fmla="*/ 10261101 w 12192002"/>
              <a:gd name="connsiteY76" fmla="*/ 615053 h 2122526"/>
              <a:gd name="connsiteX77" fmla="*/ 10336855 w 12192002"/>
              <a:gd name="connsiteY77" fmla="*/ 624804 h 2122526"/>
              <a:gd name="connsiteX78" fmla="*/ 10383868 w 12192002"/>
              <a:gd name="connsiteY78" fmla="*/ 625415 h 2122526"/>
              <a:gd name="connsiteX79" fmla="*/ 10445984 w 12192002"/>
              <a:gd name="connsiteY79" fmla="*/ 629262 h 2122526"/>
              <a:gd name="connsiteX80" fmla="*/ 10519280 w 12192002"/>
              <a:gd name="connsiteY80" fmla="*/ 631320 h 2122526"/>
              <a:gd name="connsiteX81" fmla="*/ 10644619 w 12192002"/>
              <a:gd name="connsiteY81" fmla="*/ 651566 h 2122526"/>
              <a:gd name="connsiteX82" fmla="*/ 10857724 w 12192002"/>
              <a:gd name="connsiteY82" fmla="*/ 712684 h 2122526"/>
              <a:gd name="connsiteX83" fmla="*/ 10951063 w 12192002"/>
              <a:gd name="connsiteY83" fmla="*/ 725767 h 2122526"/>
              <a:gd name="connsiteX84" fmla="*/ 11030956 w 12192002"/>
              <a:gd name="connsiteY84" fmla="*/ 721011 h 2122526"/>
              <a:gd name="connsiteX85" fmla="*/ 11085938 w 12192002"/>
              <a:gd name="connsiteY85" fmla="*/ 723892 h 2122526"/>
              <a:gd name="connsiteX86" fmla="*/ 11143411 w 12192002"/>
              <a:gd name="connsiteY86" fmla="*/ 733141 h 2122526"/>
              <a:gd name="connsiteX87" fmla="*/ 11195087 w 12192002"/>
              <a:gd name="connsiteY87" fmla="*/ 732494 h 2122526"/>
              <a:gd name="connsiteX88" fmla="*/ 11273972 w 12192002"/>
              <a:gd name="connsiteY88" fmla="*/ 753513 h 2122526"/>
              <a:gd name="connsiteX89" fmla="*/ 11369715 w 12192002"/>
              <a:gd name="connsiteY89" fmla="*/ 813181 h 2122526"/>
              <a:gd name="connsiteX90" fmla="*/ 11462695 w 12192002"/>
              <a:gd name="connsiteY90" fmla="*/ 874654 h 2122526"/>
              <a:gd name="connsiteX91" fmla="*/ 11516473 w 12192002"/>
              <a:gd name="connsiteY91" fmla="*/ 928206 h 2122526"/>
              <a:gd name="connsiteX92" fmla="*/ 11585369 w 12192002"/>
              <a:gd name="connsiteY92" fmla="*/ 1004898 h 2122526"/>
              <a:gd name="connsiteX93" fmla="*/ 11712382 w 12192002"/>
              <a:gd name="connsiteY93" fmla="*/ 1047864 h 2122526"/>
              <a:gd name="connsiteX94" fmla="*/ 11894613 w 12192002"/>
              <a:gd name="connsiteY94" fmla="*/ 1148265 h 2122526"/>
              <a:gd name="connsiteX95" fmla="*/ 11917888 w 12192002"/>
              <a:gd name="connsiteY95" fmla="*/ 1126105 h 2122526"/>
              <a:gd name="connsiteX96" fmla="*/ 12080164 w 12192002"/>
              <a:gd name="connsiteY96" fmla="*/ 1090885 h 2122526"/>
              <a:gd name="connsiteX97" fmla="*/ 12140863 w 12192002"/>
              <a:gd name="connsiteY97" fmla="*/ 1035036 h 2122526"/>
              <a:gd name="connsiteX98" fmla="*/ 12192002 w 12192002"/>
              <a:gd name="connsiteY98" fmla="*/ 1015838 h 2122526"/>
              <a:gd name="connsiteX99" fmla="*/ 12192002 w 12192002"/>
              <a:gd name="connsiteY99" fmla="*/ 1955549 h 2122526"/>
              <a:gd name="connsiteX100" fmla="*/ 12192000 w 12192002"/>
              <a:gd name="connsiteY100" fmla="*/ 1955549 h 2122526"/>
              <a:gd name="connsiteX101" fmla="*/ 12192000 w 12192002"/>
              <a:gd name="connsiteY101" fmla="*/ 2122526 h 2122526"/>
              <a:gd name="connsiteX102" fmla="*/ 0 w 12192002"/>
              <a:gd name="connsiteY102" fmla="*/ 2122526 h 2122526"/>
              <a:gd name="connsiteX103" fmla="*/ 0 w 12192002"/>
              <a:gd name="connsiteY103" fmla="*/ 1348327 h 2122526"/>
              <a:gd name="connsiteX104" fmla="*/ 2 w 12192002"/>
              <a:gd name="connsiteY104" fmla="*/ 1348327 h 2122526"/>
              <a:gd name="connsiteX105" fmla="*/ 2 w 12192002"/>
              <a:gd name="connsiteY105" fmla="*/ 592017 h 2122526"/>
              <a:gd name="connsiteX106" fmla="*/ 15526 w 12192002"/>
              <a:gd name="connsiteY106" fmla="*/ 586548 h 2122526"/>
              <a:gd name="connsiteX107" fmla="*/ 118381 w 12192002"/>
              <a:gd name="connsiteY107" fmla="*/ 583692 h 2122526"/>
              <a:gd name="connsiteX108" fmla="*/ 292435 w 12192002"/>
              <a:gd name="connsiteY108" fmla="*/ 531887 h 2122526"/>
              <a:gd name="connsiteX109" fmla="*/ 404015 w 12192002"/>
              <a:gd name="connsiteY109" fmla="*/ 511191 h 2122526"/>
              <a:gd name="connsiteX110" fmla="*/ 445099 w 12192002"/>
              <a:gd name="connsiteY110" fmla="*/ 505368 h 2122526"/>
              <a:gd name="connsiteX111" fmla="*/ 571717 w 12192002"/>
              <a:gd name="connsiteY111" fmla="*/ 467338 h 2122526"/>
              <a:gd name="connsiteX112" fmla="*/ 578535 w 12192002"/>
              <a:gd name="connsiteY112" fmla="*/ 467527 h 2122526"/>
              <a:gd name="connsiteX113" fmla="*/ 596792 w 12192002"/>
              <a:gd name="connsiteY113" fmla="*/ 464875 h 2122526"/>
              <a:gd name="connsiteX114" fmla="*/ 708875 w 12192002"/>
              <a:gd name="connsiteY114" fmla="*/ 422017 h 2122526"/>
              <a:gd name="connsiteX115" fmla="*/ 719742 w 12192002"/>
              <a:gd name="connsiteY115" fmla="*/ 416340 h 2122526"/>
              <a:gd name="connsiteX116" fmla="*/ 720047 w 12192002"/>
              <a:gd name="connsiteY116" fmla="*/ 415078 h 2122526"/>
              <a:gd name="connsiteX117" fmla="*/ 763053 w 12192002"/>
              <a:gd name="connsiteY117" fmla="*/ 414307 h 2122526"/>
              <a:gd name="connsiteX118" fmla="*/ 767901 w 12192002"/>
              <a:gd name="connsiteY118" fmla="*/ 412086 h 2122526"/>
              <a:gd name="connsiteX119" fmla="*/ 797041 w 12192002"/>
              <a:gd name="connsiteY119" fmla="*/ 414293 h 2122526"/>
              <a:gd name="connsiteX120" fmla="*/ 811506 w 12192002"/>
              <a:gd name="connsiteY120" fmla="*/ 413988 h 2122526"/>
              <a:gd name="connsiteX121" fmla="*/ 816809 w 12192002"/>
              <a:gd name="connsiteY121" fmla="*/ 416882 h 2122526"/>
              <a:gd name="connsiteX122" fmla="*/ 837540 w 12192002"/>
              <a:gd name="connsiteY122" fmla="*/ 414918 h 2122526"/>
              <a:gd name="connsiteX123" fmla="*/ 858269 w 12192002"/>
              <a:gd name="connsiteY123" fmla="*/ 416131 h 2122526"/>
              <a:gd name="connsiteX124" fmla="*/ 948732 w 12192002"/>
              <a:gd name="connsiteY124" fmla="*/ 404293 h 2122526"/>
              <a:gd name="connsiteX125" fmla="*/ 1149979 w 12192002"/>
              <a:gd name="connsiteY125" fmla="*/ 406698 h 2122526"/>
              <a:gd name="connsiteX126" fmla="*/ 1496110 w 12192002"/>
              <a:gd name="connsiteY126" fmla="*/ 357263 h 2122526"/>
              <a:gd name="connsiteX127" fmla="*/ 1608669 w 12192002"/>
              <a:gd name="connsiteY127" fmla="*/ 331673 h 2122526"/>
              <a:gd name="connsiteX128" fmla="*/ 1675071 w 12192002"/>
              <a:gd name="connsiteY128" fmla="*/ 324776 h 2122526"/>
              <a:gd name="connsiteX129" fmla="*/ 1738204 w 12192002"/>
              <a:gd name="connsiteY129" fmla="*/ 308427 h 2122526"/>
              <a:gd name="connsiteX130" fmla="*/ 1786655 w 12192002"/>
              <a:gd name="connsiteY130" fmla="*/ 303376 h 2122526"/>
              <a:gd name="connsiteX131" fmla="*/ 1873080 w 12192002"/>
              <a:gd name="connsiteY131" fmla="*/ 330998 h 2122526"/>
              <a:gd name="connsiteX132" fmla="*/ 1921650 w 12192002"/>
              <a:gd name="connsiteY132" fmla="*/ 332593 h 2122526"/>
              <a:gd name="connsiteX133" fmla="*/ 1928172 w 12192002"/>
              <a:gd name="connsiteY133" fmla="*/ 327762 h 2122526"/>
              <a:gd name="connsiteX134" fmla="*/ 1997356 w 12192002"/>
              <a:gd name="connsiteY134" fmla="*/ 349707 h 2122526"/>
              <a:gd name="connsiteX135" fmla="*/ 2094665 w 12192002"/>
              <a:gd name="connsiteY135" fmla="*/ 341687 h 2122526"/>
              <a:gd name="connsiteX136" fmla="*/ 2208578 w 12192002"/>
              <a:gd name="connsiteY136" fmla="*/ 324976 h 2122526"/>
              <a:gd name="connsiteX137" fmla="*/ 2315112 w 12192002"/>
              <a:gd name="connsiteY137" fmla="*/ 319743 h 2122526"/>
              <a:gd name="connsiteX138" fmla="*/ 2443255 w 12192002"/>
              <a:gd name="connsiteY138" fmla="*/ 328210 h 2122526"/>
              <a:gd name="connsiteX139" fmla="*/ 2568028 w 12192002"/>
              <a:gd name="connsiteY139" fmla="*/ 342111 h 2122526"/>
              <a:gd name="connsiteX140" fmla="*/ 2646527 w 12192002"/>
              <a:gd name="connsiteY140" fmla="*/ 315870 h 2122526"/>
              <a:gd name="connsiteX141" fmla="*/ 2781569 w 12192002"/>
              <a:gd name="connsiteY141" fmla="*/ 326406 h 2122526"/>
              <a:gd name="connsiteX142" fmla="*/ 3030291 w 12192002"/>
              <a:gd name="connsiteY142" fmla="*/ 348227 h 2122526"/>
              <a:gd name="connsiteX143" fmla="*/ 3142556 w 12192002"/>
              <a:gd name="connsiteY143" fmla="*/ 350870 h 2122526"/>
              <a:gd name="connsiteX144" fmla="*/ 3262356 w 12192002"/>
              <a:gd name="connsiteY144" fmla="*/ 358645 h 2122526"/>
              <a:gd name="connsiteX145" fmla="*/ 3341698 w 12192002"/>
              <a:gd name="connsiteY145" fmla="*/ 364522 h 2122526"/>
              <a:gd name="connsiteX146" fmla="*/ 3344026 w 12192002"/>
              <a:gd name="connsiteY146" fmla="*/ 363547 h 2122526"/>
              <a:gd name="connsiteX147" fmla="*/ 3363888 w 12192002"/>
              <a:gd name="connsiteY147" fmla="*/ 365229 h 2122526"/>
              <a:gd name="connsiteX148" fmla="*/ 3400728 w 12192002"/>
              <a:gd name="connsiteY148" fmla="*/ 382181 h 2122526"/>
              <a:gd name="connsiteX149" fmla="*/ 3473223 w 12192002"/>
              <a:gd name="connsiteY149" fmla="*/ 370133 h 2122526"/>
              <a:gd name="connsiteX150" fmla="*/ 3536135 w 12192002"/>
              <a:gd name="connsiteY150" fmla="*/ 366472 h 2122526"/>
              <a:gd name="connsiteX151" fmla="*/ 3585978 w 12192002"/>
              <a:gd name="connsiteY151" fmla="*/ 356773 h 2122526"/>
              <a:gd name="connsiteX152" fmla="*/ 3594501 w 12192002"/>
              <a:gd name="connsiteY152" fmla="*/ 357463 h 2122526"/>
              <a:gd name="connsiteX153" fmla="*/ 3594736 w 12192002"/>
              <a:gd name="connsiteY153" fmla="*/ 357194 h 2122526"/>
              <a:gd name="connsiteX154" fmla="*/ 3603855 w 12192002"/>
              <a:gd name="connsiteY154" fmla="*/ 357358 h 2122526"/>
              <a:gd name="connsiteX155" fmla="*/ 3610035 w 12192002"/>
              <a:gd name="connsiteY155" fmla="*/ 358720 h 2122526"/>
              <a:gd name="connsiteX156" fmla="*/ 3682513 w 12192002"/>
              <a:gd name="connsiteY156" fmla="*/ 326449 h 2122526"/>
              <a:gd name="connsiteX157" fmla="*/ 3789760 w 12192002"/>
              <a:gd name="connsiteY157" fmla="*/ 302526 h 2122526"/>
              <a:gd name="connsiteX158" fmla="*/ 3897275 w 12192002"/>
              <a:gd name="connsiteY158" fmla="*/ 282288 h 2122526"/>
              <a:gd name="connsiteX159" fmla="*/ 3936846 w 12192002"/>
              <a:gd name="connsiteY159" fmla="*/ 276633 h 2122526"/>
              <a:gd name="connsiteX160" fmla="*/ 4004538 w 12192002"/>
              <a:gd name="connsiteY160" fmla="*/ 259176 h 2122526"/>
              <a:gd name="connsiteX161" fmla="*/ 4033778 w 12192002"/>
              <a:gd name="connsiteY161" fmla="*/ 246608 h 2122526"/>
              <a:gd name="connsiteX162" fmla="*/ 4035363 w 12192002"/>
              <a:gd name="connsiteY162" fmla="*/ 246843 h 2122526"/>
              <a:gd name="connsiteX163" fmla="*/ 4036996 w 12192002"/>
              <a:gd name="connsiteY163" fmla="*/ 243176 h 2122526"/>
              <a:gd name="connsiteX164" fmla="*/ 4042364 w 12192002"/>
              <a:gd name="connsiteY164" fmla="*/ 240742 h 2122526"/>
              <a:gd name="connsiteX165" fmla="*/ 4058954 w 12192002"/>
              <a:gd name="connsiteY165" fmla="*/ 239121 h 2122526"/>
              <a:gd name="connsiteX166" fmla="*/ 4065510 w 12192002"/>
              <a:gd name="connsiteY166" fmla="*/ 239339 h 2122526"/>
              <a:gd name="connsiteX167" fmla="*/ 4074427 w 12192002"/>
              <a:gd name="connsiteY167" fmla="*/ 237895 h 2122526"/>
              <a:gd name="connsiteX168" fmla="*/ 4074546 w 12192002"/>
              <a:gd name="connsiteY168" fmla="*/ 237596 h 2122526"/>
              <a:gd name="connsiteX169" fmla="*/ 4083097 w 12192002"/>
              <a:gd name="connsiteY169" fmla="*/ 236761 h 2122526"/>
              <a:gd name="connsiteX170" fmla="*/ 4142745 w 12192002"/>
              <a:gd name="connsiteY170" fmla="*/ 210228 h 2122526"/>
              <a:gd name="connsiteX171" fmla="*/ 4191248 w 12192002"/>
              <a:gd name="connsiteY171" fmla="*/ 194363 h 2122526"/>
              <a:gd name="connsiteX172" fmla="*/ 4201744 w 12192002"/>
              <a:gd name="connsiteY172" fmla="*/ 188729 h 2122526"/>
              <a:gd name="connsiteX173" fmla="*/ 4202048 w 12192002"/>
              <a:gd name="connsiteY173" fmla="*/ 187470 h 2122526"/>
              <a:gd name="connsiteX174" fmla="*/ 4248116 w 12192002"/>
              <a:gd name="connsiteY174" fmla="*/ 184675 h 2122526"/>
              <a:gd name="connsiteX175" fmla="*/ 4276141 w 12192002"/>
              <a:gd name="connsiteY175" fmla="*/ 186999 h 2122526"/>
              <a:gd name="connsiteX176" fmla="*/ 4290062 w 12192002"/>
              <a:gd name="connsiteY176" fmla="*/ 186753 h 2122526"/>
              <a:gd name="connsiteX177" fmla="*/ 4295143 w 12192002"/>
              <a:gd name="connsiteY177" fmla="*/ 189670 h 2122526"/>
              <a:gd name="connsiteX178" fmla="*/ 4315108 w 12192002"/>
              <a:gd name="connsiteY178" fmla="*/ 187791 h 2122526"/>
              <a:gd name="connsiteX179" fmla="*/ 4316965 w 12192002"/>
              <a:gd name="connsiteY179" fmla="*/ 186450 h 2122526"/>
              <a:gd name="connsiteX180" fmla="*/ 4362875 w 12192002"/>
              <a:gd name="connsiteY180" fmla="*/ 193065 h 2122526"/>
              <a:gd name="connsiteX181" fmla="*/ 4428542 w 12192002"/>
              <a:gd name="connsiteY181" fmla="*/ 191719 h 2122526"/>
              <a:gd name="connsiteX182" fmla="*/ 4515813 w 12192002"/>
              <a:gd name="connsiteY182" fmla="*/ 181068 h 2122526"/>
              <a:gd name="connsiteX183" fmla="*/ 4715526 w 12192002"/>
              <a:gd name="connsiteY183" fmla="*/ 171166 h 2122526"/>
              <a:gd name="connsiteX184" fmla="*/ 4762447 w 12192002"/>
              <a:gd name="connsiteY184" fmla="*/ 162678 h 2122526"/>
              <a:gd name="connsiteX185" fmla="*/ 4840439 w 12192002"/>
              <a:gd name="connsiteY185" fmla="*/ 134910 h 2122526"/>
              <a:gd name="connsiteX186" fmla="*/ 5011513 w 12192002"/>
              <a:gd name="connsiteY186" fmla="*/ 110893 h 2122526"/>
              <a:gd name="connsiteX187" fmla="*/ 5065790 w 12192002"/>
              <a:gd name="connsiteY187" fmla="*/ 94512 h 2122526"/>
              <a:gd name="connsiteX188" fmla="*/ 5121659 w 12192002"/>
              <a:gd name="connsiteY188" fmla="*/ 101083 h 2122526"/>
              <a:gd name="connsiteX189" fmla="*/ 5139595 w 12192002"/>
              <a:gd name="connsiteY189" fmla="*/ 90230 h 2122526"/>
              <a:gd name="connsiteX190" fmla="*/ 5142598 w 12192002"/>
              <a:gd name="connsiteY190" fmla="*/ 88129 h 2122526"/>
              <a:gd name="connsiteX191" fmla="*/ 5156554 w 12192002"/>
              <a:gd name="connsiteY191" fmla="*/ 84729 h 2122526"/>
              <a:gd name="connsiteX192" fmla="*/ 5174660 w 12192002"/>
              <a:gd name="connsiteY192" fmla="*/ 77506 h 2122526"/>
              <a:gd name="connsiteX193" fmla="*/ 5222961 w 12192002"/>
              <a:gd name="connsiteY193" fmla="*/ 74516 h 2122526"/>
              <a:gd name="connsiteX194" fmla="*/ 5261763 w 12192002"/>
              <a:gd name="connsiteY194" fmla="*/ 63392 h 2122526"/>
              <a:gd name="connsiteX195" fmla="*/ 5381667 w 12192002"/>
              <a:gd name="connsiteY195" fmla="*/ 42975 h 2122526"/>
              <a:gd name="connsiteX196" fmla="*/ 5432760 w 12192002"/>
              <a:gd name="connsiteY196" fmla="*/ 25273 h 2122526"/>
              <a:gd name="connsiteX197" fmla="*/ 5470905 w 12192002"/>
              <a:gd name="connsiteY197" fmla="*/ 14020 h 2122526"/>
              <a:gd name="connsiteX198" fmla="*/ 5626960 w 12192002"/>
              <a:gd name="connsiteY198" fmla="*/ 0 h 212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12192002" h="2122526">
                <a:moveTo>
                  <a:pt x="5626960" y="0"/>
                </a:moveTo>
                <a:lnTo>
                  <a:pt x="5758918" y="1023"/>
                </a:lnTo>
                <a:lnTo>
                  <a:pt x="5957375" y="16715"/>
                </a:lnTo>
                <a:cubicBezTo>
                  <a:pt x="5970127" y="20033"/>
                  <a:pt x="5998679" y="20946"/>
                  <a:pt x="6010090" y="20359"/>
                </a:cubicBezTo>
                <a:lnTo>
                  <a:pt x="6041282" y="15266"/>
                </a:lnTo>
                <a:lnTo>
                  <a:pt x="6048637" y="6917"/>
                </a:lnTo>
                <a:lnTo>
                  <a:pt x="6068529" y="7600"/>
                </a:lnTo>
                <a:lnTo>
                  <a:pt x="6073847" y="6063"/>
                </a:lnTo>
                <a:cubicBezTo>
                  <a:pt x="6090539" y="9219"/>
                  <a:pt x="6128055" y="22767"/>
                  <a:pt x="6168673" y="26525"/>
                </a:cubicBezTo>
                <a:cubicBezTo>
                  <a:pt x="6209291" y="30283"/>
                  <a:pt x="6297550" y="13090"/>
                  <a:pt x="6317559" y="28612"/>
                </a:cubicBezTo>
                <a:cubicBezTo>
                  <a:pt x="6409695" y="55045"/>
                  <a:pt x="6472153" y="31322"/>
                  <a:pt x="6549454" y="75412"/>
                </a:cubicBezTo>
                <a:cubicBezTo>
                  <a:pt x="6628105" y="80632"/>
                  <a:pt x="6649105" y="94733"/>
                  <a:pt x="6708221" y="104188"/>
                </a:cubicBezTo>
                <a:cubicBezTo>
                  <a:pt x="6787988" y="118277"/>
                  <a:pt x="6871921" y="137351"/>
                  <a:pt x="6904145" y="132143"/>
                </a:cubicBezTo>
                <a:cubicBezTo>
                  <a:pt x="6943644" y="126545"/>
                  <a:pt x="6937527" y="150711"/>
                  <a:pt x="7018495" y="161649"/>
                </a:cubicBezTo>
                <a:cubicBezTo>
                  <a:pt x="7050188" y="159320"/>
                  <a:pt x="7061147" y="160297"/>
                  <a:pt x="7096987" y="161275"/>
                </a:cubicBezTo>
                <a:lnTo>
                  <a:pt x="7170807" y="173503"/>
                </a:lnTo>
                <a:cubicBezTo>
                  <a:pt x="7184505" y="172489"/>
                  <a:pt x="7192111" y="174628"/>
                  <a:pt x="7197003" y="178151"/>
                </a:cubicBezTo>
                <a:lnTo>
                  <a:pt x="7201101" y="183509"/>
                </a:lnTo>
                <a:lnTo>
                  <a:pt x="7218559" y="188059"/>
                </a:lnTo>
                <a:lnTo>
                  <a:pt x="7310852" y="213308"/>
                </a:lnTo>
                <a:lnTo>
                  <a:pt x="7312179" y="211866"/>
                </a:lnTo>
                <a:cubicBezTo>
                  <a:pt x="7333989" y="206326"/>
                  <a:pt x="7374788" y="205221"/>
                  <a:pt x="7405390" y="202271"/>
                </a:cubicBezTo>
                <a:cubicBezTo>
                  <a:pt x="7422527" y="207464"/>
                  <a:pt x="7476985" y="190048"/>
                  <a:pt x="7495794" y="194166"/>
                </a:cubicBezTo>
                <a:lnTo>
                  <a:pt x="7507039" y="196118"/>
                </a:lnTo>
                <a:lnTo>
                  <a:pt x="7507411" y="195791"/>
                </a:lnTo>
                <a:cubicBezTo>
                  <a:pt x="7510172" y="195437"/>
                  <a:pt x="7513992" y="195787"/>
                  <a:pt x="7519570" y="197126"/>
                </a:cubicBezTo>
                <a:lnTo>
                  <a:pt x="7527542" y="199679"/>
                </a:lnTo>
                <a:lnTo>
                  <a:pt x="7614346" y="205507"/>
                </a:lnTo>
                <a:lnTo>
                  <a:pt x="7718744" y="202036"/>
                </a:lnTo>
                <a:cubicBezTo>
                  <a:pt x="7780965" y="210608"/>
                  <a:pt x="7835119" y="212839"/>
                  <a:pt x="7905407" y="227751"/>
                </a:cubicBezTo>
                <a:cubicBezTo>
                  <a:pt x="7967070" y="225346"/>
                  <a:pt x="8025467" y="246582"/>
                  <a:pt x="8090271" y="269724"/>
                </a:cubicBezTo>
                <a:cubicBezTo>
                  <a:pt x="8147130" y="284670"/>
                  <a:pt x="8181827" y="318792"/>
                  <a:pt x="8245834" y="315885"/>
                </a:cubicBezTo>
                <a:cubicBezTo>
                  <a:pt x="8246647" y="320745"/>
                  <a:pt x="8248859" y="325027"/>
                  <a:pt x="8252033" y="328877"/>
                </a:cubicBezTo>
                <a:lnTo>
                  <a:pt x="8263376" y="338720"/>
                </a:lnTo>
                <a:lnTo>
                  <a:pt x="8266075" y="338490"/>
                </a:lnTo>
                <a:cubicBezTo>
                  <a:pt x="8276151" y="339772"/>
                  <a:pt x="8280845" y="342420"/>
                  <a:pt x="8283149" y="345665"/>
                </a:cubicBezTo>
                <a:lnTo>
                  <a:pt x="8284276" y="350108"/>
                </a:lnTo>
                <a:lnTo>
                  <a:pt x="8295173" y="355931"/>
                </a:lnTo>
                <a:lnTo>
                  <a:pt x="8314432" y="369826"/>
                </a:lnTo>
                <a:lnTo>
                  <a:pt x="8320104" y="370152"/>
                </a:lnTo>
                <a:lnTo>
                  <a:pt x="8352372" y="387570"/>
                </a:lnTo>
                <a:lnTo>
                  <a:pt x="8353799" y="386730"/>
                </a:lnTo>
                <a:cubicBezTo>
                  <a:pt x="8357733" y="385247"/>
                  <a:pt x="8362024" y="384899"/>
                  <a:pt x="8367182" y="386924"/>
                </a:cubicBezTo>
                <a:lnTo>
                  <a:pt x="8490249" y="400966"/>
                </a:lnTo>
                <a:lnTo>
                  <a:pt x="8497594" y="404016"/>
                </a:lnTo>
                <a:lnTo>
                  <a:pt x="8497968" y="403837"/>
                </a:lnTo>
                <a:cubicBezTo>
                  <a:pt x="8500048" y="403987"/>
                  <a:pt x="8502649" y="404798"/>
                  <a:pt x="8506167" y="406575"/>
                </a:cubicBezTo>
                <a:lnTo>
                  <a:pt x="8510983" y="409576"/>
                </a:lnTo>
                <a:lnTo>
                  <a:pt x="8525230" y="415491"/>
                </a:lnTo>
                <a:lnTo>
                  <a:pt x="8596071" y="400649"/>
                </a:lnTo>
                <a:cubicBezTo>
                  <a:pt x="8639145" y="406126"/>
                  <a:pt x="8671609" y="389686"/>
                  <a:pt x="8707847" y="409221"/>
                </a:cubicBezTo>
                <a:cubicBezTo>
                  <a:pt x="8748197" y="414263"/>
                  <a:pt x="8719822" y="400602"/>
                  <a:pt x="8752444" y="411322"/>
                </a:cubicBezTo>
                <a:cubicBezTo>
                  <a:pt x="8789303" y="414879"/>
                  <a:pt x="8898034" y="429534"/>
                  <a:pt x="8928988" y="430554"/>
                </a:cubicBezTo>
                <a:cubicBezTo>
                  <a:pt x="8955520" y="410467"/>
                  <a:pt x="8954693" y="419415"/>
                  <a:pt x="8963048" y="427366"/>
                </a:cubicBezTo>
                <a:lnTo>
                  <a:pt x="8968011" y="425141"/>
                </a:lnTo>
                <a:lnTo>
                  <a:pt x="8974337" y="424441"/>
                </a:lnTo>
                <a:lnTo>
                  <a:pt x="8990394" y="427667"/>
                </a:lnTo>
                <a:lnTo>
                  <a:pt x="8996232" y="429728"/>
                </a:lnTo>
                <a:cubicBezTo>
                  <a:pt x="9000327" y="430831"/>
                  <a:pt x="9003146" y="431159"/>
                  <a:pt x="9005201" y="430939"/>
                </a:cubicBezTo>
                <a:lnTo>
                  <a:pt x="9005486" y="430699"/>
                </a:lnTo>
                <a:lnTo>
                  <a:pt x="9053453" y="433984"/>
                </a:lnTo>
                <a:cubicBezTo>
                  <a:pt x="9068117" y="420419"/>
                  <a:pt x="9112391" y="454853"/>
                  <a:pt x="9113812" y="425670"/>
                </a:cubicBezTo>
                <a:cubicBezTo>
                  <a:pt x="9130955" y="430499"/>
                  <a:pt x="9138865" y="443788"/>
                  <a:pt x="9137318" y="424304"/>
                </a:cubicBezTo>
                <a:cubicBezTo>
                  <a:pt x="9143084" y="425358"/>
                  <a:pt x="9147048" y="424266"/>
                  <a:pt x="9150210" y="422135"/>
                </a:cubicBezTo>
                <a:lnTo>
                  <a:pt x="9151232" y="421070"/>
                </a:lnTo>
                <a:lnTo>
                  <a:pt x="9189246" y="432272"/>
                </a:lnTo>
                <a:lnTo>
                  <a:pt x="9194810" y="441511"/>
                </a:lnTo>
                <a:lnTo>
                  <a:pt x="9231370" y="451590"/>
                </a:lnTo>
                <a:lnTo>
                  <a:pt x="9343052" y="503495"/>
                </a:lnTo>
                <a:cubicBezTo>
                  <a:pt x="9415432" y="508795"/>
                  <a:pt x="9518955" y="534921"/>
                  <a:pt x="9584507" y="549197"/>
                </a:cubicBezTo>
                <a:cubicBezTo>
                  <a:pt x="9602038" y="561809"/>
                  <a:pt x="9675059" y="570203"/>
                  <a:pt x="9728309" y="560617"/>
                </a:cubicBezTo>
                <a:lnTo>
                  <a:pt x="9847792" y="580824"/>
                </a:lnTo>
                <a:cubicBezTo>
                  <a:pt x="9888744" y="590649"/>
                  <a:pt x="9918983" y="587450"/>
                  <a:pt x="9960019" y="587592"/>
                </a:cubicBezTo>
                <a:cubicBezTo>
                  <a:pt x="9984397" y="592516"/>
                  <a:pt x="9998461" y="593006"/>
                  <a:pt x="10039240" y="603107"/>
                </a:cubicBezTo>
                <a:cubicBezTo>
                  <a:pt x="10046863" y="602184"/>
                  <a:pt x="10074570" y="603512"/>
                  <a:pt x="10082169" y="601443"/>
                </a:cubicBezTo>
                <a:lnTo>
                  <a:pt x="10126500" y="603538"/>
                </a:lnTo>
                <a:lnTo>
                  <a:pt x="10261101" y="615053"/>
                </a:lnTo>
                <a:cubicBezTo>
                  <a:pt x="10274744" y="622448"/>
                  <a:pt x="10323589" y="631514"/>
                  <a:pt x="10336855" y="624804"/>
                </a:cubicBezTo>
                <a:cubicBezTo>
                  <a:pt x="10347867" y="624959"/>
                  <a:pt x="10374830" y="633622"/>
                  <a:pt x="10383868" y="625415"/>
                </a:cubicBezTo>
                <a:cubicBezTo>
                  <a:pt x="10409284" y="632493"/>
                  <a:pt x="10436539" y="633300"/>
                  <a:pt x="10445984" y="629262"/>
                </a:cubicBezTo>
                <a:cubicBezTo>
                  <a:pt x="10473833" y="619395"/>
                  <a:pt x="10495464" y="632839"/>
                  <a:pt x="10519280" y="631320"/>
                </a:cubicBezTo>
                <a:cubicBezTo>
                  <a:pt x="10558606" y="636140"/>
                  <a:pt x="10616449" y="646751"/>
                  <a:pt x="10644619" y="651566"/>
                </a:cubicBezTo>
                <a:cubicBezTo>
                  <a:pt x="10707078" y="667239"/>
                  <a:pt x="10806649" y="700317"/>
                  <a:pt x="10857724" y="712684"/>
                </a:cubicBezTo>
                <a:cubicBezTo>
                  <a:pt x="10915291" y="725495"/>
                  <a:pt x="10885368" y="688933"/>
                  <a:pt x="10951063" y="725767"/>
                </a:cubicBezTo>
                <a:cubicBezTo>
                  <a:pt x="10982008" y="727705"/>
                  <a:pt x="11007787" y="723528"/>
                  <a:pt x="11030956" y="721011"/>
                </a:cubicBezTo>
                <a:cubicBezTo>
                  <a:pt x="11029909" y="706023"/>
                  <a:pt x="11057496" y="724188"/>
                  <a:pt x="11085938" y="723892"/>
                </a:cubicBezTo>
                <a:cubicBezTo>
                  <a:pt x="11102606" y="725362"/>
                  <a:pt x="11125909" y="729502"/>
                  <a:pt x="11143411" y="733141"/>
                </a:cubicBezTo>
                <a:cubicBezTo>
                  <a:pt x="11171652" y="736317"/>
                  <a:pt x="11164089" y="762276"/>
                  <a:pt x="11195087" y="732494"/>
                </a:cubicBezTo>
                <a:cubicBezTo>
                  <a:pt x="11221976" y="745071"/>
                  <a:pt x="11231916" y="754905"/>
                  <a:pt x="11273972" y="753513"/>
                </a:cubicBezTo>
                <a:cubicBezTo>
                  <a:pt x="11288331" y="764337"/>
                  <a:pt x="11354320" y="819231"/>
                  <a:pt x="11369715" y="813181"/>
                </a:cubicBezTo>
                <a:cubicBezTo>
                  <a:pt x="11408024" y="821140"/>
                  <a:pt x="11417570" y="873027"/>
                  <a:pt x="11462695" y="874654"/>
                </a:cubicBezTo>
                <a:cubicBezTo>
                  <a:pt x="11507338" y="891120"/>
                  <a:pt x="11468277" y="926374"/>
                  <a:pt x="11516473" y="928206"/>
                </a:cubicBezTo>
                <a:lnTo>
                  <a:pt x="11585369" y="1004898"/>
                </a:lnTo>
                <a:cubicBezTo>
                  <a:pt x="11627915" y="1047460"/>
                  <a:pt x="11688670" y="1023969"/>
                  <a:pt x="11712382" y="1047864"/>
                </a:cubicBezTo>
                <a:cubicBezTo>
                  <a:pt x="11736094" y="1071759"/>
                  <a:pt x="11860362" y="1135225"/>
                  <a:pt x="11894613" y="1148265"/>
                </a:cubicBezTo>
                <a:cubicBezTo>
                  <a:pt x="11928864" y="1161305"/>
                  <a:pt x="11872782" y="1124390"/>
                  <a:pt x="11917888" y="1126105"/>
                </a:cubicBezTo>
                <a:cubicBezTo>
                  <a:pt x="11967364" y="1138091"/>
                  <a:pt x="11978191" y="1115038"/>
                  <a:pt x="12080164" y="1090885"/>
                </a:cubicBezTo>
                <a:cubicBezTo>
                  <a:pt x="12093592" y="1092452"/>
                  <a:pt x="12126659" y="1037250"/>
                  <a:pt x="12140863" y="1035036"/>
                </a:cubicBezTo>
                <a:lnTo>
                  <a:pt x="12192002" y="1015838"/>
                </a:lnTo>
                <a:lnTo>
                  <a:pt x="12192002" y="1955549"/>
                </a:lnTo>
                <a:lnTo>
                  <a:pt x="12192000" y="1955549"/>
                </a:lnTo>
                <a:lnTo>
                  <a:pt x="12192000" y="2122526"/>
                </a:lnTo>
                <a:lnTo>
                  <a:pt x="0" y="2122526"/>
                </a:lnTo>
                <a:lnTo>
                  <a:pt x="0" y="1348327"/>
                </a:lnTo>
                <a:lnTo>
                  <a:pt x="2" y="1348327"/>
                </a:lnTo>
                <a:lnTo>
                  <a:pt x="2" y="592017"/>
                </a:lnTo>
                <a:lnTo>
                  <a:pt x="15526" y="586548"/>
                </a:lnTo>
                <a:cubicBezTo>
                  <a:pt x="35255" y="585160"/>
                  <a:pt x="72229" y="592802"/>
                  <a:pt x="118381" y="583692"/>
                </a:cubicBezTo>
                <a:lnTo>
                  <a:pt x="292435" y="531887"/>
                </a:lnTo>
                <a:cubicBezTo>
                  <a:pt x="333820" y="524854"/>
                  <a:pt x="366418" y="510849"/>
                  <a:pt x="404015" y="511191"/>
                </a:cubicBezTo>
                <a:cubicBezTo>
                  <a:pt x="415660" y="502454"/>
                  <a:pt x="428065" y="497716"/>
                  <a:pt x="445099" y="505368"/>
                </a:cubicBezTo>
                <a:cubicBezTo>
                  <a:pt x="473049" y="498059"/>
                  <a:pt x="549479" y="473644"/>
                  <a:pt x="571717" y="467338"/>
                </a:cubicBezTo>
                <a:lnTo>
                  <a:pt x="578535" y="467527"/>
                </a:lnTo>
                <a:cubicBezTo>
                  <a:pt x="582714" y="467117"/>
                  <a:pt x="586282" y="465474"/>
                  <a:pt x="596792" y="464875"/>
                </a:cubicBezTo>
                <a:cubicBezTo>
                  <a:pt x="618517" y="457289"/>
                  <a:pt x="688384" y="430106"/>
                  <a:pt x="708875" y="422017"/>
                </a:cubicBezTo>
                <a:cubicBezTo>
                  <a:pt x="714996" y="421315"/>
                  <a:pt x="718074" y="419183"/>
                  <a:pt x="719742" y="416340"/>
                </a:cubicBezTo>
                <a:cubicBezTo>
                  <a:pt x="719843" y="415919"/>
                  <a:pt x="719947" y="415498"/>
                  <a:pt x="720047" y="415078"/>
                </a:cubicBezTo>
                <a:lnTo>
                  <a:pt x="763053" y="414307"/>
                </a:lnTo>
                <a:lnTo>
                  <a:pt x="767901" y="412086"/>
                </a:lnTo>
                <a:lnTo>
                  <a:pt x="797041" y="414293"/>
                </a:lnTo>
                <a:lnTo>
                  <a:pt x="811506" y="413988"/>
                </a:lnTo>
                <a:lnTo>
                  <a:pt x="816809" y="416882"/>
                </a:lnTo>
                <a:cubicBezTo>
                  <a:pt x="821862" y="418352"/>
                  <a:pt x="828232" y="418327"/>
                  <a:pt x="837540" y="414918"/>
                </a:cubicBezTo>
                <a:lnTo>
                  <a:pt x="858269" y="416131"/>
                </a:lnTo>
                <a:cubicBezTo>
                  <a:pt x="864622" y="417683"/>
                  <a:pt x="943264" y="400945"/>
                  <a:pt x="948732" y="404293"/>
                </a:cubicBezTo>
                <a:cubicBezTo>
                  <a:pt x="1007438" y="402718"/>
                  <a:pt x="1078958" y="412604"/>
                  <a:pt x="1149979" y="406698"/>
                </a:cubicBezTo>
                <a:cubicBezTo>
                  <a:pt x="1264076" y="391985"/>
                  <a:pt x="1418281" y="371972"/>
                  <a:pt x="1496110" y="357263"/>
                </a:cubicBezTo>
                <a:cubicBezTo>
                  <a:pt x="1524373" y="323194"/>
                  <a:pt x="1569686" y="343349"/>
                  <a:pt x="1608669" y="331673"/>
                </a:cubicBezTo>
                <a:cubicBezTo>
                  <a:pt x="1628634" y="319376"/>
                  <a:pt x="1652708" y="325981"/>
                  <a:pt x="1675071" y="324776"/>
                </a:cubicBezTo>
                <a:cubicBezTo>
                  <a:pt x="1696661" y="320902"/>
                  <a:pt x="1719608" y="311993"/>
                  <a:pt x="1738204" y="308427"/>
                </a:cubicBezTo>
                <a:lnTo>
                  <a:pt x="1786655" y="303376"/>
                </a:lnTo>
                <a:cubicBezTo>
                  <a:pt x="1814690" y="308462"/>
                  <a:pt x="1843563" y="316239"/>
                  <a:pt x="1873080" y="330998"/>
                </a:cubicBezTo>
                <a:cubicBezTo>
                  <a:pt x="1885328" y="340074"/>
                  <a:pt x="1907076" y="340787"/>
                  <a:pt x="1921650" y="332593"/>
                </a:cubicBezTo>
                <a:cubicBezTo>
                  <a:pt x="1924160" y="331181"/>
                  <a:pt x="1926358" y="329554"/>
                  <a:pt x="1928172" y="327762"/>
                </a:cubicBezTo>
                <a:cubicBezTo>
                  <a:pt x="1964849" y="349443"/>
                  <a:pt x="1978703" y="334060"/>
                  <a:pt x="1997356" y="349707"/>
                </a:cubicBezTo>
                <a:cubicBezTo>
                  <a:pt x="2045552" y="350382"/>
                  <a:pt x="2077539" y="328078"/>
                  <a:pt x="2094665" y="341687"/>
                </a:cubicBezTo>
                <a:cubicBezTo>
                  <a:pt x="2129868" y="337565"/>
                  <a:pt x="2171836" y="328633"/>
                  <a:pt x="2208578" y="324976"/>
                </a:cubicBezTo>
                <a:cubicBezTo>
                  <a:pt x="2233182" y="323400"/>
                  <a:pt x="2276000" y="319205"/>
                  <a:pt x="2315112" y="319743"/>
                </a:cubicBezTo>
                <a:cubicBezTo>
                  <a:pt x="2354027" y="341739"/>
                  <a:pt x="2411581" y="311650"/>
                  <a:pt x="2443255" y="328210"/>
                </a:cubicBezTo>
                <a:lnTo>
                  <a:pt x="2568028" y="342111"/>
                </a:lnTo>
                <a:cubicBezTo>
                  <a:pt x="2608701" y="337537"/>
                  <a:pt x="2582516" y="375805"/>
                  <a:pt x="2646527" y="315870"/>
                </a:cubicBezTo>
                <a:cubicBezTo>
                  <a:pt x="2717602" y="329320"/>
                  <a:pt x="2719299" y="298751"/>
                  <a:pt x="2781569" y="326406"/>
                </a:cubicBezTo>
                <a:lnTo>
                  <a:pt x="3030291" y="348227"/>
                </a:lnTo>
                <a:cubicBezTo>
                  <a:pt x="3072289" y="343635"/>
                  <a:pt x="3082691" y="349641"/>
                  <a:pt x="3142556" y="350870"/>
                </a:cubicBezTo>
                <a:cubicBezTo>
                  <a:pt x="3203390" y="348332"/>
                  <a:pt x="3209724" y="356304"/>
                  <a:pt x="3262356" y="358645"/>
                </a:cubicBezTo>
                <a:cubicBezTo>
                  <a:pt x="3295546" y="360921"/>
                  <a:pt x="3336380" y="362051"/>
                  <a:pt x="3341698" y="364522"/>
                </a:cubicBezTo>
                <a:lnTo>
                  <a:pt x="3344026" y="363547"/>
                </a:lnTo>
                <a:cubicBezTo>
                  <a:pt x="3353997" y="361853"/>
                  <a:pt x="3359859" y="362931"/>
                  <a:pt x="3363888" y="365229"/>
                </a:cubicBezTo>
                <a:lnTo>
                  <a:pt x="3400728" y="382181"/>
                </a:lnTo>
                <a:lnTo>
                  <a:pt x="3473223" y="370133"/>
                </a:lnTo>
                <a:cubicBezTo>
                  <a:pt x="3488625" y="364503"/>
                  <a:pt x="3513943" y="370768"/>
                  <a:pt x="3536135" y="366472"/>
                </a:cubicBezTo>
                <a:cubicBezTo>
                  <a:pt x="3549392" y="369181"/>
                  <a:pt x="3571626" y="354982"/>
                  <a:pt x="3585978" y="356773"/>
                </a:cubicBezTo>
                <a:lnTo>
                  <a:pt x="3594501" y="357463"/>
                </a:lnTo>
                <a:lnTo>
                  <a:pt x="3594736" y="357194"/>
                </a:lnTo>
                <a:cubicBezTo>
                  <a:pt x="3596729" y="356739"/>
                  <a:pt x="3599583" y="356739"/>
                  <a:pt x="3603855" y="357358"/>
                </a:cubicBezTo>
                <a:lnTo>
                  <a:pt x="3610035" y="358720"/>
                </a:lnTo>
                <a:lnTo>
                  <a:pt x="3682513" y="326449"/>
                </a:lnTo>
                <a:cubicBezTo>
                  <a:pt x="3725132" y="319209"/>
                  <a:pt x="3741010" y="317232"/>
                  <a:pt x="3789760" y="302526"/>
                </a:cubicBezTo>
                <a:cubicBezTo>
                  <a:pt x="3829631" y="295662"/>
                  <a:pt x="3861095" y="281792"/>
                  <a:pt x="3897275" y="282288"/>
                </a:cubicBezTo>
                <a:cubicBezTo>
                  <a:pt x="3908538" y="273598"/>
                  <a:pt x="3920509" y="268909"/>
                  <a:pt x="3936846" y="276633"/>
                </a:cubicBezTo>
                <a:cubicBezTo>
                  <a:pt x="3972980" y="267440"/>
                  <a:pt x="3976670" y="252111"/>
                  <a:pt x="4004538" y="259176"/>
                </a:cubicBezTo>
                <a:cubicBezTo>
                  <a:pt x="4016877" y="233368"/>
                  <a:pt x="4021427" y="241744"/>
                  <a:pt x="4033778" y="246608"/>
                </a:cubicBezTo>
                <a:lnTo>
                  <a:pt x="4035363" y="246843"/>
                </a:lnTo>
                <a:lnTo>
                  <a:pt x="4036996" y="243176"/>
                </a:lnTo>
                <a:lnTo>
                  <a:pt x="4042364" y="240742"/>
                </a:lnTo>
                <a:lnTo>
                  <a:pt x="4058954" y="239121"/>
                </a:lnTo>
                <a:lnTo>
                  <a:pt x="4065510" y="239339"/>
                </a:lnTo>
                <a:cubicBezTo>
                  <a:pt x="4069909" y="239180"/>
                  <a:pt x="4072681" y="238679"/>
                  <a:pt x="4074427" y="237895"/>
                </a:cubicBezTo>
                <a:cubicBezTo>
                  <a:pt x="4074466" y="237796"/>
                  <a:pt x="4074507" y="237697"/>
                  <a:pt x="4074546" y="237596"/>
                </a:cubicBezTo>
                <a:lnTo>
                  <a:pt x="4083097" y="236761"/>
                </a:lnTo>
                <a:cubicBezTo>
                  <a:pt x="4099102" y="230874"/>
                  <a:pt x="4124720" y="217294"/>
                  <a:pt x="4142745" y="210228"/>
                </a:cubicBezTo>
                <a:cubicBezTo>
                  <a:pt x="4161277" y="209757"/>
                  <a:pt x="4204215" y="211652"/>
                  <a:pt x="4191248" y="194363"/>
                </a:cubicBezTo>
                <a:cubicBezTo>
                  <a:pt x="4197143" y="193685"/>
                  <a:pt x="4200119" y="191566"/>
                  <a:pt x="4201744" y="188729"/>
                </a:cubicBezTo>
                <a:cubicBezTo>
                  <a:pt x="4201845" y="188309"/>
                  <a:pt x="4201947" y="187890"/>
                  <a:pt x="4202048" y="187470"/>
                </a:cubicBezTo>
                <a:lnTo>
                  <a:pt x="4248116" y="184675"/>
                </a:lnTo>
                <a:lnTo>
                  <a:pt x="4276141" y="186999"/>
                </a:lnTo>
                <a:lnTo>
                  <a:pt x="4290062" y="186753"/>
                </a:lnTo>
                <a:lnTo>
                  <a:pt x="4295143" y="189670"/>
                </a:lnTo>
                <a:cubicBezTo>
                  <a:pt x="4299996" y="191161"/>
                  <a:pt x="4306126" y="191162"/>
                  <a:pt x="4315108" y="187791"/>
                </a:cubicBezTo>
                <a:lnTo>
                  <a:pt x="4316965" y="186450"/>
                </a:lnTo>
                <a:lnTo>
                  <a:pt x="4362875" y="193065"/>
                </a:lnTo>
                <a:cubicBezTo>
                  <a:pt x="4368977" y="194642"/>
                  <a:pt x="4423306" y="188348"/>
                  <a:pt x="4428542" y="191719"/>
                </a:cubicBezTo>
                <a:cubicBezTo>
                  <a:pt x="4462662" y="194921"/>
                  <a:pt x="4457822" y="194180"/>
                  <a:pt x="4515813" y="181068"/>
                </a:cubicBezTo>
                <a:cubicBezTo>
                  <a:pt x="4524746" y="178930"/>
                  <a:pt x="4680151" y="178122"/>
                  <a:pt x="4715526" y="171166"/>
                </a:cubicBezTo>
                <a:cubicBezTo>
                  <a:pt x="4741916" y="171832"/>
                  <a:pt x="4677963" y="180680"/>
                  <a:pt x="4762447" y="162678"/>
                </a:cubicBezTo>
                <a:cubicBezTo>
                  <a:pt x="4784109" y="162698"/>
                  <a:pt x="4806742" y="151552"/>
                  <a:pt x="4840439" y="134910"/>
                </a:cubicBezTo>
                <a:cubicBezTo>
                  <a:pt x="4916356" y="97503"/>
                  <a:pt x="4937025" y="110510"/>
                  <a:pt x="5011513" y="110893"/>
                </a:cubicBezTo>
                <a:cubicBezTo>
                  <a:pt x="5038947" y="76939"/>
                  <a:pt x="5028196" y="106028"/>
                  <a:pt x="5065790" y="94512"/>
                </a:cubicBezTo>
                <a:cubicBezTo>
                  <a:pt x="5064856" y="121900"/>
                  <a:pt x="5108319" y="72464"/>
                  <a:pt x="5121659" y="101083"/>
                </a:cubicBezTo>
                <a:cubicBezTo>
                  <a:pt x="5128079" y="98081"/>
                  <a:pt x="5133876" y="94270"/>
                  <a:pt x="5139595" y="90230"/>
                </a:cubicBezTo>
                <a:lnTo>
                  <a:pt x="5142598" y="88129"/>
                </a:lnTo>
                <a:lnTo>
                  <a:pt x="5156554" y="84729"/>
                </a:lnTo>
                <a:lnTo>
                  <a:pt x="5174660" y="77506"/>
                </a:lnTo>
                <a:lnTo>
                  <a:pt x="5222961" y="74516"/>
                </a:lnTo>
                <a:cubicBezTo>
                  <a:pt x="5230550" y="71886"/>
                  <a:pt x="5251598" y="63576"/>
                  <a:pt x="5261763" y="63392"/>
                </a:cubicBezTo>
                <a:lnTo>
                  <a:pt x="5381667" y="42975"/>
                </a:lnTo>
                <a:cubicBezTo>
                  <a:pt x="5391827" y="39989"/>
                  <a:pt x="5429368" y="35305"/>
                  <a:pt x="5432760" y="25273"/>
                </a:cubicBezTo>
                <a:cubicBezTo>
                  <a:pt x="5439009" y="12982"/>
                  <a:pt x="5478134" y="27048"/>
                  <a:pt x="5470905" y="14020"/>
                </a:cubicBezTo>
                <a:lnTo>
                  <a:pt x="562696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A3538-D29B-373B-A057-F888E29B0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430741"/>
            <a:ext cx="10750253" cy="6325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500" dirty="0"/>
              <a:t>Global AI Sentiment: Excitement vs. Nervousness</a:t>
            </a:r>
            <a:br>
              <a:rPr lang="en-US" sz="1500"/>
            </a:br>
            <a:endParaRPr lang="en-US" sz="15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D4668-55CC-9B64-1619-7AC95A1E95EC}"/>
              </a:ext>
            </a:extLst>
          </p:cNvPr>
          <p:cNvSpPr txBox="1"/>
          <p:nvPr/>
        </p:nvSpPr>
        <p:spPr>
          <a:xfrm>
            <a:off x="208605" y="6062236"/>
            <a:ext cx="11764966" cy="51598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1400" b="1" spc="160" dirty="0">
                <a:solidFill>
                  <a:schemeClr val="tx1">
                    <a:lumMod val="85000"/>
                    <a:lumOff val="15000"/>
                  </a:schemeClr>
                </a:solidFill>
                <a:ea typeface="Batang"/>
              </a:rPr>
              <a:t>Varying</a:t>
            </a:r>
            <a:r>
              <a:rPr lang="en-US" sz="1400" spc="160" dirty="0">
                <a:solidFill>
                  <a:schemeClr val="tx1">
                    <a:lumMod val="85000"/>
                    <a:lumOff val="15000"/>
                  </a:schemeClr>
                </a:solidFill>
                <a:ea typeface="Batang"/>
              </a:rPr>
              <a:t> Global Response    </a:t>
            </a:r>
            <a:r>
              <a:rPr lang="en-US" sz="1400" b="1" spc="160" dirty="0">
                <a:solidFill>
                  <a:schemeClr val="tx1">
                    <a:lumMod val="85000"/>
                    <a:lumOff val="15000"/>
                  </a:schemeClr>
                </a:solidFill>
                <a:ea typeface="Batang"/>
              </a:rPr>
              <a:t>Policy</a:t>
            </a:r>
            <a:r>
              <a:rPr lang="en-US" sz="1400" spc="160" dirty="0">
                <a:solidFill>
                  <a:schemeClr val="tx1">
                    <a:lumMod val="85000"/>
                    <a:lumOff val="15000"/>
                  </a:schemeClr>
                </a:solidFill>
                <a:ea typeface="Batang"/>
              </a:rPr>
              <a:t> driven excitement   Hesitation among the west </a:t>
            </a:r>
            <a:r>
              <a:rPr lang="en-US" sz="1400" b="1" spc="160" dirty="0">
                <a:solidFill>
                  <a:schemeClr val="tx1">
                    <a:lumMod val="85000"/>
                    <a:lumOff val="15000"/>
                  </a:schemeClr>
                </a:solidFill>
                <a:ea typeface="Batang"/>
              </a:rPr>
              <a:t>potentially due to misinformation</a:t>
            </a:r>
            <a:r>
              <a:rPr lang="en-US" sz="1400" spc="160" dirty="0">
                <a:solidFill>
                  <a:schemeClr val="tx1">
                    <a:lumMod val="85000"/>
                    <a:lumOff val="15000"/>
                  </a:schemeClr>
                </a:solidFill>
                <a:ea typeface="Batang"/>
              </a:rPr>
              <a:t>   Regulatory Clarity is </a:t>
            </a:r>
            <a:r>
              <a:rPr lang="en-US" sz="1400" b="1" spc="160" dirty="0">
                <a:solidFill>
                  <a:schemeClr val="tx1">
                    <a:lumMod val="85000"/>
                    <a:lumOff val="15000"/>
                  </a:schemeClr>
                </a:solidFill>
                <a:ea typeface="Batang"/>
              </a:rPr>
              <a:t>essential</a:t>
            </a:r>
          </a:p>
        </p:txBody>
      </p:sp>
    </p:spTree>
    <p:extLst>
      <p:ext uri="{BB962C8B-B14F-4D97-AF65-F5344CB8AC3E}">
        <p14:creationId xmlns:p14="http://schemas.microsoft.com/office/powerpoint/2010/main" val="320236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31648" cy="1978172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36649" y="488969"/>
                  <a:pt x="9316893" y="491390"/>
                </a:cubicBezTo>
                <a:cubicBezTo>
                  <a:pt x="9298834" y="504511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79948" y="576062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407128" y="961344"/>
                </a:lnTo>
                <a:lnTo>
                  <a:pt x="8380548" y="987916"/>
                </a:lnTo>
                <a:lnTo>
                  <a:pt x="8379462" y="987106"/>
                </a:lnTo>
                <a:cubicBezTo>
                  <a:pt x="8376507" y="985864"/>
                  <a:pt x="8373362" y="986042"/>
                  <a:pt x="8369725" y="989186"/>
                </a:cubicBezTo>
                <a:cubicBezTo>
                  <a:pt x="8357221" y="990792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72124" y="1029408"/>
                  <a:pt x="8269666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43525" y="1179064"/>
                </a:lnTo>
                <a:lnTo>
                  <a:pt x="7685942" y="1233723"/>
                </a:lnTo>
                <a:lnTo>
                  <a:pt x="7586920" y="1261888"/>
                </a:lnTo>
                <a:cubicBezTo>
                  <a:pt x="7556723" y="1298911"/>
                  <a:pt x="7489186" y="1249860"/>
                  <a:pt x="7486100" y="1292563"/>
                </a:cubicBezTo>
                <a:cubicBezTo>
                  <a:pt x="7454875" y="1308356"/>
                  <a:pt x="7449202" y="1300366"/>
                  <a:pt x="7407190" y="1314737"/>
                </a:cubicBezTo>
                <a:cubicBezTo>
                  <a:pt x="7368386" y="1364011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23400" y="1671703"/>
                  <a:pt x="5529437" y="1636968"/>
                </a:cubicBezTo>
                <a:cubicBezTo>
                  <a:pt x="5500069" y="1636638"/>
                  <a:pt x="5481558" y="1636672"/>
                  <a:pt x="5440853" y="1657958"/>
                </a:cubicBezTo>
                <a:cubicBezTo>
                  <a:pt x="5340428" y="1673293"/>
                  <a:pt x="5074771" y="1739921"/>
                  <a:pt x="4945936" y="1713743"/>
                </a:cubicBezTo>
                <a:cubicBezTo>
                  <a:pt x="4914142" y="1717597"/>
                  <a:pt x="4837317" y="1726609"/>
                  <a:pt x="4818446" y="1726895"/>
                </a:cubicBezTo>
                <a:lnTo>
                  <a:pt x="4813657" y="1730706"/>
                </a:lnTo>
                <a:lnTo>
                  <a:pt x="4759058" y="1766533"/>
                </a:lnTo>
                <a:cubicBezTo>
                  <a:pt x="4747481" y="1770744"/>
                  <a:pt x="4734604" y="1772921"/>
                  <a:pt x="4719749" y="1771811"/>
                </a:cubicBezTo>
                <a:cubicBezTo>
                  <a:pt x="4667035" y="1745585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12575" y="1805339"/>
                  <a:pt x="4320575" y="1832722"/>
                </a:cubicBezTo>
                <a:cubicBezTo>
                  <a:pt x="4282030" y="1809397"/>
                  <a:pt x="4252210" y="1859755"/>
                  <a:pt x="4220200" y="1873173"/>
                </a:cubicBezTo>
                <a:cubicBezTo>
                  <a:pt x="4189784" y="1872580"/>
                  <a:pt x="4175475" y="1885756"/>
                  <a:pt x="4105361" y="1894711"/>
                </a:cubicBezTo>
                <a:cubicBezTo>
                  <a:pt x="4071894" y="1867524"/>
                  <a:pt x="4035294" y="1916372"/>
                  <a:pt x="3973223" y="1881015"/>
                </a:cubicBezTo>
                <a:cubicBezTo>
                  <a:pt x="3971330" y="1884974"/>
                  <a:pt x="3952843" y="1881390"/>
                  <a:pt x="3900992" y="1880603"/>
                </a:cubicBezTo>
                <a:cubicBezTo>
                  <a:pt x="3849141" y="1879815"/>
                  <a:pt x="3740259" y="1879432"/>
                  <a:pt x="3662119" y="1876289"/>
                </a:cubicBezTo>
                <a:cubicBezTo>
                  <a:pt x="3573420" y="1876991"/>
                  <a:pt x="3613412" y="1915150"/>
                  <a:pt x="3496919" y="1873180"/>
                </a:cubicBezTo>
                <a:cubicBezTo>
                  <a:pt x="3488062" y="1895719"/>
                  <a:pt x="3474293" y="1897950"/>
                  <a:pt x="3449433" y="1889681"/>
                </a:cubicBezTo>
                <a:cubicBezTo>
                  <a:pt x="3406553" y="1891629"/>
                  <a:pt x="3417350" y="1945453"/>
                  <a:pt x="3369766" y="1916653"/>
                </a:cubicBezTo>
                <a:cubicBezTo>
                  <a:pt x="3338805" y="1929531"/>
                  <a:pt x="3310151" y="1915620"/>
                  <a:pt x="3290336" y="1925039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57504" y="1957276"/>
                </a:lnTo>
                <a:lnTo>
                  <a:pt x="3115176" y="1943459"/>
                </a:lnTo>
                <a:cubicBezTo>
                  <a:pt x="3095397" y="1937281"/>
                  <a:pt x="3080878" y="1929976"/>
                  <a:pt x="3038835" y="1920210"/>
                </a:cubicBezTo>
                <a:cubicBezTo>
                  <a:pt x="3011900" y="1947086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1037" y="1967486"/>
                  <a:pt x="2001803" y="1954594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391573" y="1790862"/>
                  <a:pt x="1332568" y="1793149"/>
                </a:cubicBezTo>
                <a:cubicBezTo>
                  <a:pt x="1236287" y="1833446"/>
                  <a:pt x="1335185" y="1756546"/>
                  <a:pt x="1186881" y="1768613"/>
                </a:cubicBezTo>
                <a:cubicBezTo>
                  <a:pt x="1178443" y="1775469"/>
                  <a:pt x="1160576" y="1767918"/>
                  <a:pt x="1162595" y="1758337"/>
                </a:cubicBezTo>
                <a:cubicBezTo>
                  <a:pt x="1153167" y="1761117"/>
                  <a:pt x="1130472" y="1779083"/>
                  <a:pt x="1128523" y="1763621"/>
                </a:cubicBezTo>
                <a:cubicBezTo>
                  <a:pt x="1081415" y="1760756"/>
                  <a:pt x="1034361" y="1768718"/>
                  <a:pt x="991903" y="1786741"/>
                </a:cubicBezTo>
                <a:cubicBezTo>
                  <a:pt x="966383" y="1781126"/>
                  <a:pt x="949501" y="1831241"/>
                  <a:pt x="883960" y="1822386"/>
                </a:cubicBezTo>
                <a:cubicBezTo>
                  <a:pt x="831931" y="1790865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182DD3-E766-209C-36F3-A5E812A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Respondent Opinions on AI and Their Job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0BD803-D6D9-3946-2B55-DC019E1CF289}"/>
              </a:ext>
            </a:extLst>
          </p:cNvPr>
          <p:cNvSpPr txBox="1"/>
          <p:nvPr/>
        </p:nvSpPr>
        <p:spPr>
          <a:xfrm>
            <a:off x="243159" y="2311401"/>
            <a:ext cx="4788505" cy="38460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pc="5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60 % of the workforce has a </a:t>
            </a:r>
            <a:r>
              <a:rPr lang="en-US" b="1" spc="5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strong optimism</a:t>
            </a:r>
            <a:r>
              <a:rPr lang="en-US" spc="5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 for improvement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pc="5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Job security remains </a:t>
            </a:r>
            <a:r>
              <a:rPr lang="en-US" b="1" spc="5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high</a:t>
            </a:r>
            <a:r>
              <a:rPr lang="en-US" spc="5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 at 58%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pc="5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Pattern suggests that most respondents view AI as a valuable tool for </a:t>
            </a:r>
            <a:r>
              <a:rPr lang="en-US" b="1" spc="5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job improvement</a:t>
            </a:r>
            <a:r>
              <a:rPr lang="en-US" spc="5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, not job elimination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endParaRPr lang="en-US" spc="50">
              <a:solidFill>
                <a:schemeClr val="tx1">
                  <a:lumMod val="85000"/>
                  <a:lumOff val="15000"/>
                </a:schemeClr>
              </a:solidFill>
              <a:ea typeface="Batang" panose="02030600000101010101" pitchFamily="18" charset="-127"/>
            </a:endParaRPr>
          </a:p>
        </p:txBody>
      </p:sp>
      <p:pic>
        <p:nvPicPr>
          <p:cNvPr id="4" name="Content Placeholder 3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3AD77ABB-7275-E0C8-F627-C47F5D3FB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3146" y="1828367"/>
            <a:ext cx="6838285" cy="4229441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64E267B-3F5A-4357-9E7F-C5FBE5D3B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0426" y="5902730"/>
            <a:ext cx="5741575" cy="955271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39115" y="949326"/>
                </a:lnTo>
                <a:cubicBezTo>
                  <a:pt x="57701" y="947335"/>
                  <a:pt x="76089" y="946141"/>
                  <a:pt x="93851" y="945611"/>
                </a:cubicBezTo>
                <a:cubicBezTo>
                  <a:pt x="99905" y="923404"/>
                  <a:pt x="170209" y="932855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282041" y="871263"/>
                </a:lnTo>
                <a:lnTo>
                  <a:pt x="299711" y="870064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33872" y="867971"/>
                </a:lnTo>
                <a:lnTo>
                  <a:pt x="356953" y="870334"/>
                </a:lnTo>
                <a:cubicBezTo>
                  <a:pt x="364772" y="872042"/>
                  <a:pt x="372199" y="874762"/>
                  <a:pt x="379005" y="878900"/>
                </a:cubicBezTo>
                <a:cubicBezTo>
                  <a:pt x="436788" y="836391"/>
                  <a:pt x="512367" y="847456"/>
                  <a:pt x="585428" y="826440"/>
                </a:cubicBezTo>
                <a:cubicBezTo>
                  <a:pt x="600236" y="776571"/>
                  <a:pt x="751447" y="800939"/>
                  <a:pt x="787156" y="838447"/>
                </a:cubicBezTo>
                <a:cubicBezTo>
                  <a:pt x="767750" y="789794"/>
                  <a:pt x="977582" y="857915"/>
                  <a:pt x="898586" y="808502"/>
                </a:cubicBezTo>
                <a:cubicBezTo>
                  <a:pt x="926099" y="807167"/>
                  <a:pt x="944922" y="782490"/>
                  <a:pt x="924063" y="770210"/>
                </a:cubicBezTo>
                <a:cubicBezTo>
                  <a:pt x="1015917" y="786259"/>
                  <a:pt x="1117953" y="728408"/>
                  <a:pt x="1212574" y="724238"/>
                </a:cubicBezTo>
                <a:cubicBezTo>
                  <a:pt x="1245879" y="677520"/>
                  <a:pt x="1233543" y="716744"/>
                  <a:pt x="1280768" y="699122"/>
                </a:cubicBezTo>
                <a:cubicBezTo>
                  <a:pt x="1280824" y="735474"/>
                  <a:pt x="1333787" y="667235"/>
                  <a:pt x="1352027" y="704323"/>
                </a:cubicBezTo>
                <a:cubicBezTo>
                  <a:pt x="1360044" y="699941"/>
                  <a:pt x="1367234" y="694526"/>
                  <a:pt x="1374314" y="688815"/>
                </a:cubicBezTo>
                <a:lnTo>
                  <a:pt x="1378034" y="685842"/>
                </a:lnTo>
                <a:lnTo>
                  <a:pt x="1395604" y="680460"/>
                </a:lnTo>
                <a:lnTo>
                  <a:pt x="1397206" y="670793"/>
                </a:lnTo>
                <a:lnTo>
                  <a:pt x="1421250" y="656855"/>
                </a:lnTo>
                <a:cubicBezTo>
                  <a:pt x="1430770" y="652893"/>
                  <a:pt x="1441623" y="650105"/>
                  <a:pt x="1454524" y="649224"/>
                </a:cubicBezTo>
                <a:cubicBezTo>
                  <a:pt x="1502655" y="660482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51098" y="567647"/>
                  <a:pt x="1801421" y="583831"/>
                  <a:pt x="1791651" y="567019"/>
                </a:cubicBezTo>
                <a:cubicBezTo>
                  <a:pt x="1827282" y="577929"/>
                  <a:pt x="1847642" y="542228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52937" y="366761"/>
                  <a:pt x="2657726" y="365841"/>
                </a:cubicBezTo>
                <a:cubicBezTo>
                  <a:pt x="2667303" y="363999"/>
                  <a:pt x="2677395" y="368107"/>
                  <a:pt x="2687125" y="366820"/>
                </a:cubicBezTo>
                <a:lnTo>
                  <a:pt x="2697479" y="361430"/>
                </a:lnTo>
                <a:lnTo>
                  <a:pt x="2701547" y="361545"/>
                </a:lnTo>
                <a:lnTo>
                  <a:pt x="2711054" y="360597"/>
                </a:lnTo>
                <a:lnTo>
                  <a:pt x="2710438" y="366958"/>
                </a:lnTo>
                <a:cubicBezTo>
                  <a:pt x="2708955" y="373111"/>
                  <a:pt x="2708038" y="379788"/>
                  <a:pt x="2722936" y="377633"/>
                </a:cubicBezTo>
                <a:cubicBezTo>
                  <a:pt x="2753511" y="370170"/>
                  <a:pt x="2766475" y="394972"/>
                  <a:pt x="2777227" y="368972"/>
                </a:cubicBezTo>
                <a:lnTo>
                  <a:pt x="2779510" y="361652"/>
                </a:lnTo>
                <a:lnTo>
                  <a:pt x="2786278" y="359869"/>
                </a:lnTo>
                <a:cubicBezTo>
                  <a:pt x="2789994" y="359750"/>
                  <a:pt x="2792255" y="361281"/>
                  <a:pt x="2792101" y="365927"/>
                </a:cubicBezTo>
                <a:cubicBezTo>
                  <a:pt x="2819315" y="344279"/>
                  <a:pt x="2855630" y="370297"/>
                  <a:pt x="2885545" y="372818"/>
                </a:cubicBez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00426" y="336441"/>
                  <a:pt x="3103742" y="337974"/>
                </a:cubicBezTo>
                <a:cubicBezTo>
                  <a:pt x="3123005" y="346878"/>
                  <a:pt x="3150475" y="343067"/>
                  <a:pt x="3165093" y="329459"/>
                </a:cubicBezTo>
                <a:cubicBezTo>
                  <a:pt x="3236951" y="282673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22859" y="227800"/>
                  <a:pt x="3941005" y="230826"/>
                  <a:pt x="3959588" y="239195"/>
                </a:cubicBezTo>
                <a:cubicBezTo>
                  <a:pt x="4009252" y="229421"/>
                  <a:pt x="4057491" y="239376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46016" y="2350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13321" y="152474"/>
                  <a:pt x="5047626" y="149604"/>
                </a:cubicBezTo>
                <a:cubicBezTo>
                  <a:pt x="5106046" y="150576"/>
                  <a:pt x="5172786" y="183138"/>
                  <a:pt x="5200247" y="142695"/>
                </a:cubicBezTo>
                <a:cubicBezTo>
                  <a:pt x="5206135" y="157748"/>
                  <a:pt x="5203071" y="179288"/>
                  <a:pt x="5235691" y="173330"/>
                </a:cubicBezTo>
                <a:cubicBezTo>
                  <a:pt x="5249654" y="179935"/>
                  <a:pt x="5254450" y="203448"/>
                  <a:pt x="5280133" y="189342"/>
                </a:cubicBezTo>
                <a:cubicBezTo>
                  <a:pt x="5244836" y="171370"/>
                  <a:pt x="5299493" y="163568"/>
                  <a:pt x="5291963" y="139446"/>
                </a:cubicBezTo>
                <a:cubicBezTo>
                  <a:pt x="5331555" y="120349"/>
                  <a:pt x="5427790" y="132865"/>
                  <a:pt x="5418472" y="89163"/>
                </a:cubicBezTo>
                <a:cubicBezTo>
                  <a:pt x="5428057" y="62053"/>
                  <a:pt x="5484665" y="97616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34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B2E8C4-C3E7-4048-A43D-9859510C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12490710" y="6342652"/>
              <a:ext cx="36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EF7D2E8-5F8A-4E0B-9647-8072A94A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6A6E2CC-84C1-424C-A664-BC849F6D0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33668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E8897-A139-EEC6-E933-C2013FB10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5791201"/>
            <a:ext cx="10534650" cy="609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Policy Proposal Approval in the us</a:t>
            </a:r>
          </a:p>
        </p:txBody>
      </p:sp>
      <p:pic>
        <p:nvPicPr>
          <p:cNvPr id="6" name="Picture 5" descr="A graph of a public opinion&#10;&#10;AI-generated content may be incorrect.">
            <a:extLst>
              <a:ext uri="{FF2B5EF4-FFF2-40B4-BE49-F238E27FC236}">
                <a16:creationId xmlns:a16="http://schemas.microsoft.com/office/drawing/2014/main" id="{28491543-4A88-3681-A0D7-A0C281748E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75" y="76200"/>
            <a:ext cx="8484870" cy="485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19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B2E8C4-C3E7-4048-A43D-9859510C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12490710" y="6342652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8E81931-EC11-4433-BB7B-ED42BAA24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Magnifying glass showing decling performance">
            <a:extLst>
              <a:ext uri="{FF2B5EF4-FFF2-40B4-BE49-F238E27FC236}">
                <a16:creationId xmlns:a16="http://schemas.microsoft.com/office/drawing/2014/main" id="{86454C20-0CC9-D80A-0FA2-85E96C69E6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01" r="-2" b="15002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F693875-948C-4D9B-AE6F-8F6894277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V="1">
            <a:off x="8566205" y="0"/>
            <a:ext cx="3625795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290640 w 6884912"/>
              <a:gd name="connsiteY101" fmla="*/ 167441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290640 w 6884912"/>
              <a:gd name="connsiteY100" fmla="*/ 167441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134285 w 6884912"/>
              <a:gd name="connsiteY77" fmla="*/ 235592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290640 w 6884912"/>
              <a:gd name="connsiteY99" fmla="*/ 167441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134285 w 6884912"/>
              <a:gd name="connsiteY76" fmla="*/ 235592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785037 w 6884912"/>
              <a:gd name="connsiteY83" fmla="*/ 161964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290640 w 6884912"/>
              <a:gd name="connsiteY98" fmla="*/ 167441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4013061 w 6884912"/>
              <a:gd name="connsiteY74" fmla="*/ 224874 h 1161397"/>
              <a:gd name="connsiteX75" fmla="*/ 4134285 w 6884912"/>
              <a:gd name="connsiteY75" fmla="*/ 235592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785037 w 6884912"/>
              <a:gd name="connsiteY82" fmla="*/ 161964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290640 w 6884912"/>
              <a:gd name="connsiteY97" fmla="*/ 167441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4013061 w 6884912"/>
              <a:gd name="connsiteY73" fmla="*/ 224874 h 1161397"/>
              <a:gd name="connsiteX74" fmla="*/ 4134285 w 6884912"/>
              <a:gd name="connsiteY74" fmla="*/ 235592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785037 w 6884912"/>
              <a:gd name="connsiteY81" fmla="*/ 161964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290640 w 6884912"/>
              <a:gd name="connsiteY96" fmla="*/ 167441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4013061 w 6884912"/>
              <a:gd name="connsiteY72" fmla="*/ 224874 h 1161397"/>
              <a:gd name="connsiteX73" fmla="*/ 4134285 w 6884912"/>
              <a:gd name="connsiteY73" fmla="*/ 235592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785037 w 6884912"/>
              <a:gd name="connsiteY80" fmla="*/ 161964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290640 w 6884912"/>
              <a:gd name="connsiteY95" fmla="*/ 167441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907640 w 6884912"/>
              <a:gd name="connsiteY70" fmla="*/ 207568 h 1161397"/>
              <a:gd name="connsiteX71" fmla="*/ 4013061 w 6884912"/>
              <a:gd name="connsiteY71" fmla="*/ 224874 h 1161397"/>
              <a:gd name="connsiteX72" fmla="*/ 4134285 w 6884912"/>
              <a:gd name="connsiteY72" fmla="*/ 235592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785037 w 6884912"/>
              <a:gd name="connsiteY79" fmla="*/ 161964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290640 w 6884912"/>
              <a:gd name="connsiteY94" fmla="*/ 167441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907640 w 6884912"/>
              <a:gd name="connsiteY69" fmla="*/ 207568 h 1161397"/>
              <a:gd name="connsiteX70" fmla="*/ 4013061 w 6884912"/>
              <a:gd name="connsiteY70" fmla="*/ 224874 h 1161397"/>
              <a:gd name="connsiteX71" fmla="*/ 4134285 w 6884912"/>
              <a:gd name="connsiteY71" fmla="*/ 235592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785037 w 6884912"/>
              <a:gd name="connsiteY78" fmla="*/ 161964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290640 w 6884912"/>
              <a:gd name="connsiteY93" fmla="*/ 167441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907640 w 6884912"/>
              <a:gd name="connsiteY69" fmla="*/ 207568 h 1161397"/>
              <a:gd name="connsiteX70" fmla="*/ 4013061 w 6884912"/>
              <a:gd name="connsiteY70" fmla="*/ 224874 h 1161397"/>
              <a:gd name="connsiteX71" fmla="*/ 4134285 w 6884912"/>
              <a:gd name="connsiteY71" fmla="*/ 235592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424852 w 6884912"/>
              <a:gd name="connsiteY74" fmla="*/ 127591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785037 w 6884912"/>
              <a:gd name="connsiteY78" fmla="*/ 161964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290640 w 6884912"/>
              <a:gd name="connsiteY93" fmla="*/ 167441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907640 w 6884912"/>
              <a:gd name="connsiteY69" fmla="*/ 207568 h 1161397"/>
              <a:gd name="connsiteX70" fmla="*/ 4013061 w 6884912"/>
              <a:gd name="connsiteY70" fmla="*/ 224874 h 1161397"/>
              <a:gd name="connsiteX71" fmla="*/ 4134285 w 6884912"/>
              <a:gd name="connsiteY71" fmla="*/ 235592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424852 w 6884912"/>
              <a:gd name="connsiteY74" fmla="*/ 127591 h 1161397"/>
              <a:gd name="connsiteX75" fmla="*/ 4617330 w 6884912"/>
              <a:gd name="connsiteY75" fmla="*/ 111163 h 1161397"/>
              <a:gd name="connsiteX76" fmla="*/ 4730870 w 6884912"/>
              <a:gd name="connsiteY76" fmla="*/ 129432 h 1161397"/>
              <a:gd name="connsiteX77" fmla="*/ 4785037 w 6884912"/>
              <a:gd name="connsiteY77" fmla="*/ 161964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290640 w 6884912"/>
              <a:gd name="connsiteY92" fmla="*/ 167441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907640 w 6884912"/>
              <a:gd name="connsiteY68" fmla="*/ 207568 h 1161397"/>
              <a:gd name="connsiteX69" fmla="*/ 4013061 w 6884912"/>
              <a:gd name="connsiteY69" fmla="*/ 224874 h 1161397"/>
              <a:gd name="connsiteX70" fmla="*/ 4134285 w 6884912"/>
              <a:gd name="connsiteY70" fmla="*/ 235592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424852 w 6884912"/>
              <a:gd name="connsiteY73" fmla="*/ 127591 h 1161397"/>
              <a:gd name="connsiteX74" fmla="*/ 4617330 w 6884912"/>
              <a:gd name="connsiteY74" fmla="*/ 111163 h 1161397"/>
              <a:gd name="connsiteX75" fmla="*/ 4730870 w 6884912"/>
              <a:gd name="connsiteY75" fmla="*/ 129432 h 1161397"/>
              <a:gd name="connsiteX76" fmla="*/ 4785037 w 6884912"/>
              <a:gd name="connsiteY76" fmla="*/ 161964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290640 w 6884912"/>
              <a:gd name="connsiteY91" fmla="*/ 167441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907640 w 6884912"/>
              <a:gd name="connsiteY68" fmla="*/ 207568 h 1161397"/>
              <a:gd name="connsiteX69" fmla="*/ 4013061 w 6884912"/>
              <a:gd name="connsiteY69" fmla="*/ 224874 h 1161397"/>
              <a:gd name="connsiteX70" fmla="*/ 4134285 w 6884912"/>
              <a:gd name="connsiteY70" fmla="*/ 235592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424852 w 6884912"/>
              <a:gd name="connsiteY73" fmla="*/ 127591 h 1161397"/>
              <a:gd name="connsiteX74" fmla="*/ 4617330 w 6884912"/>
              <a:gd name="connsiteY74" fmla="*/ 111163 h 1161397"/>
              <a:gd name="connsiteX75" fmla="*/ 4730870 w 6884912"/>
              <a:gd name="connsiteY75" fmla="*/ 129432 h 1161397"/>
              <a:gd name="connsiteX76" fmla="*/ 4785037 w 6884912"/>
              <a:gd name="connsiteY76" fmla="*/ 161964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6029542 w 6884912"/>
              <a:gd name="connsiteY89" fmla="*/ 210339 h 1161397"/>
              <a:gd name="connsiteX90" fmla="*/ 6290640 w 6884912"/>
              <a:gd name="connsiteY90" fmla="*/ 167441 h 1161397"/>
              <a:gd name="connsiteX91" fmla="*/ 6380420 w 6884912"/>
              <a:gd name="connsiteY91" fmla="*/ 173195 h 1161397"/>
              <a:gd name="connsiteX92" fmla="*/ 6507891 w 6884912"/>
              <a:gd name="connsiteY92" fmla="*/ 118474 h 1161397"/>
              <a:gd name="connsiteX93" fmla="*/ 6571807 w 6884912"/>
              <a:gd name="connsiteY93" fmla="*/ 98636 h 1161397"/>
              <a:gd name="connsiteX94" fmla="*/ 6671880 w 6884912"/>
              <a:gd name="connsiteY94" fmla="*/ 82931 h 1161397"/>
              <a:gd name="connsiteX95" fmla="*/ 6702266 w 6884912"/>
              <a:gd name="connsiteY95" fmla="*/ 75470 h 1161397"/>
              <a:gd name="connsiteX96" fmla="*/ 6845802 w 6884912"/>
              <a:gd name="connsiteY96" fmla="*/ 24496 h 1161397"/>
              <a:gd name="connsiteX97" fmla="*/ 6884912 w 6884912"/>
              <a:gd name="connsiteY9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127968 w 6884912"/>
              <a:gd name="connsiteY56" fmla="*/ 287613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287859 w 6884912"/>
              <a:gd name="connsiteY59" fmla="*/ 287558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907640 w 6884912"/>
              <a:gd name="connsiteY67" fmla="*/ 207568 h 1161397"/>
              <a:gd name="connsiteX68" fmla="*/ 4013061 w 6884912"/>
              <a:gd name="connsiteY68" fmla="*/ 224874 h 1161397"/>
              <a:gd name="connsiteX69" fmla="*/ 4134285 w 6884912"/>
              <a:gd name="connsiteY69" fmla="*/ 235592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424852 w 6884912"/>
              <a:gd name="connsiteY72" fmla="*/ 127591 h 1161397"/>
              <a:gd name="connsiteX73" fmla="*/ 4617330 w 6884912"/>
              <a:gd name="connsiteY73" fmla="*/ 111163 h 1161397"/>
              <a:gd name="connsiteX74" fmla="*/ 4730870 w 6884912"/>
              <a:gd name="connsiteY74" fmla="*/ 129432 h 1161397"/>
              <a:gd name="connsiteX75" fmla="*/ 4785037 w 6884912"/>
              <a:gd name="connsiteY75" fmla="*/ 161964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6029542 w 6884912"/>
              <a:gd name="connsiteY88" fmla="*/ 210339 h 1161397"/>
              <a:gd name="connsiteX89" fmla="*/ 6290640 w 6884912"/>
              <a:gd name="connsiteY89" fmla="*/ 167441 h 1161397"/>
              <a:gd name="connsiteX90" fmla="*/ 6380420 w 6884912"/>
              <a:gd name="connsiteY90" fmla="*/ 173195 h 1161397"/>
              <a:gd name="connsiteX91" fmla="*/ 6507891 w 6884912"/>
              <a:gd name="connsiteY91" fmla="*/ 118474 h 1161397"/>
              <a:gd name="connsiteX92" fmla="*/ 6571807 w 6884912"/>
              <a:gd name="connsiteY92" fmla="*/ 98636 h 1161397"/>
              <a:gd name="connsiteX93" fmla="*/ 6671880 w 6884912"/>
              <a:gd name="connsiteY93" fmla="*/ 82931 h 1161397"/>
              <a:gd name="connsiteX94" fmla="*/ 6702266 w 6884912"/>
              <a:gd name="connsiteY94" fmla="*/ 75470 h 1161397"/>
              <a:gd name="connsiteX95" fmla="*/ 6845802 w 6884912"/>
              <a:gd name="connsiteY95" fmla="*/ 24496 h 1161397"/>
              <a:gd name="connsiteX96" fmla="*/ 6884912 w 6884912"/>
              <a:gd name="connsiteY9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127968 w 6884912"/>
              <a:gd name="connsiteY55" fmla="*/ 287613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287859 w 6884912"/>
              <a:gd name="connsiteY58" fmla="*/ 287558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907640 w 6884912"/>
              <a:gd name="connsiteY66" fmla="*/ 207568 h 1161397"/>
              <a:gd name="connsiteX67" fmla="*/ 4013061 w 6884912"/>
              <a:gd name="connsiteY67" fmla="*/ 224874 h 1161397"/>
              <a:gd name="connsiteX68" fmla="*/ 4134285 w 6884912"/>
              <a:gd name="connsiteY68" fmla="*/ 235592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424852 w 6884912"/>
              <a:gd name="connsiteY71" fmla="*/ 127591 h 1161397"/>
              <a:gd name="connsiteX72" fmla="*/ 4617330 w 6884912"/>
              <a:gd name="connsiteY72" fmla="*/ 111163 h 1161397"/>
              <a:gd name="connsiteX73" fmla="*/ 4730870 w 6884912"/>
              <a:gd name="connsiteY73" fmla="*/ 129432 h 1161397"/>
              <a:gd name="connsiteX74" fmla="*/ 4785037 w 6884912"/>
              <a:gd name="connsiteY74" fmla="*/ 161964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6029542 w 6884912"/>
              <a:gd name="connsiteY87" fmla="*/ 210339 h 1161397"/>
              <a:gd name="connsiteX88" fmla="*/ 6290640 w 6884912"/>
              <a:gd name="connsiteY88" fmla="*/ 167441 h 1161397"/>
              <a:gd name="connsiteX89" fmla="*/ 6380420 w 6884912"/>
              <a:gd name="connsiteY89" fmla="*/ 173195 h 1161397"/>
              <a:gd name="connsiteX90" fmla="*/ 6507891 w 6884912"/>
              <a:gd name="connsiteY90" fmla="*/ 118474 h 1161397"/>
              <a:gd name="connsiteX91" fmla="*/ 6571807 w 6884912"/>
              <a:gd name="connsiteY91" fmla="*/ 98636 h 1161397"/>
              <a:gd name="connsiteX92" fmla="*/ 6671880 w 6884912"/>
              <a:gd name="connsiteY92" fmla="*/ 82931 h 1161397"/>
              <a:gd name="connsiteX93" fmla="*/ 6702266 w 6884912"/>
              <a:gd name="connsiteY93" fmla="*/ 75470 h 1161397"/>
              <a:gd name="connsiteX94" fmla="*/ 6845802 w 6884912"/>
              <a:gd name="connsiteY94" fmla="*/ 24496 h 1161397"/>
              <a:gd name="connsiteX95" fmla="*/ 6884912 w 6884912"/>
              <a:gd name="connsiteY9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92172 w 6884912"/>
              <a:gd name="connsiteY38" fmla="*/ 629819 h 1161397"/>
              <a:gd name="connsiteX39" fmla="*/ 1731986 w 6884912"/>
              <a:gd name="connsiteY39" fmla="*/ 589682 h 1161397"/>
              <a:gd name="connsiteX40" fmla="*/ 1940326 w 6884912"/>
              <a:gd name="connsiteY40" fmla="*/ 582611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127968 w 6884912"/>
              <a:gd name="connsiteY54" fmla="*/ 287613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287859 w 6884912"/>
              <a:gd name="connsiteY57" fmla="*/ 287558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907640 w 6884912"/>
              <a:gd name="connsiteY65" fmla="*/ 207568 h 1161397"/>
              <a:gd name="connsiteX66" fmla="*/ 4013061 w 6884912"/>
              <a:gd name="connsiteY66" fmla="*/ 224874 h 1161397"/>
              <a:gd name="connsiteX67" fmla="*/ 4134285 w 6884912"/>
              <a:gd name="connsiteY67" fmla="*/ 235592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424852 w 6884912"/>
              <a:gd name="connsiteY70" fmla="*/ 127591 h 1161397"/>
              <a:gd name="connsiteX71" fmla="*/ 4617330 w 6884912"/>
              <a:gd name="connsiteY71" fmla="*/ 111163 h 1161397"/>
              <a:gd name="connsiteX72" fmla="*/ 4730870 w 6884912"/>
              <a:gd name="connsiteY72" fmla="*/ 129432 h 1161397"/>
              <a:gd name="connsiteX73" fmla="*/ 4785037 w 6884912"/>
              <a:gd name="connsiteY73" fmla="*/ 161964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467502 w 6884912"/>
              <a:gd name="connsiteY80" fmla="*/ 250963 h 1161397"/>
              <a:gd name="connsiteX81" fmla="*/ 5592395 w 6884912"/>
              <a:gd name="connsiteY81" fmla="*/ 265434 h 1161397"/>
              <a:gd name="connsiteX82" fmla="*/ 5613532 w 6884912"/>
              <a:gd name="connsiteY82" fmla="*/ 273379 h 1161397"/>
              <a:gd name="connsiteX83" fmla="*/ 5642173 w 6884912"/>
              <a:gd name="connsiteY83" fmla="*/ 266904 h 1161397"/>
              <a:gd name="connsiteX84" fmla="*/ 5756910 w 6884912"/>
              <a:gd name="connsiteY84" fmla="*/ 239211 h 1161397"/>
              <a:gd name="connsiteX85" fmla="*/ 5846667 w 6884912"/>
              <a:gd name="connsiteY85" fmla="*/ 201786 h 1161397"/>
              <a:gd name="connsiteX86" fmla="*/ 6029542 w 6884912"/>
              <a:gd name="connsiteY86" fmla="*/ 210339 h 1161397"/>
              <a:gd name="connsiteX87" fmla="*/ 6290640 w 6884912"/>
              <a:gd name="connsiteY87" fmla="*/ 167441 h 1161397"/>
              <a:gd name="connsiteX88" fmla="*/ 6380420 w 6884912"/>
              <a:gd name="connsiteY88" fmla="*/ 173195 h 1161397"/>
              <a:gd name="connsiteX89" fmla="*/ 6507891 w 6884912"/>
              <a:gd name="connsiteY89" fmla="*/ 118474 h 1161397"/>
              <a:gd name="connsiteX90" fmla="*/ 6571807 w 6884912"/>
              <a:gd name="connsiteY90" fmla="*/ 98636 h 1161397"/>
              <a:gd name="connsiteX91" fmla="*/ 6671880 w 6884912"/>
              <a:gd name="connsiteY91" fmla="*/ 82931 h 1161397"/>
              <a:gd name="connsiteX92" fmla="*/ 6702266 w 6884912"/>
              <a:gd name="connsiteY92" fmla="*/ 75470 h 1161397"/>
              <a:gd name="connsiteX93" fmla="*/ 6845802 w 6884912"/>
              <a:gd name="connsiteY93" fmla="*/ 24496 h 1161397"/>
              <a:gd name="connsiteX94" fmla="*/ 6884912 w 6884912"/>
              <a:gd name="connsiteY9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92172 w 6884912"/>
              <a:gd name="connsiteY37" fmla="*/ 629819 h 1161397"/>
              <a:gd name="connsiteX38" fmla="*/ 1731986 w 6884912"/>
              <a:gd name="connsiteY38" fmla="*/ 589682 h 1161397"/>
              <a:gd name="connsiteX39" fmla="*/ 1940326 w 6884912"/>
              <a:gd name="connsiteY39" fmla="*/ 582611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127968 w 6884912"/>
              <a:gd name="connsiteY53" fmla="*/ 287613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287859 w 6884912"/>
              <a:gd name="connsiteY56" fmla="*/ 287558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907640 w 6884912"/>
              <a:gd name="connsiteY64" fmla="*/ 207568 h 1161397"/>
              <a:gd name="connsiteX65" fmla="*/ 4013061 w 6884912"/>
              <a:gd name="connsiteY65" fmla="*/ 224874 h 1161397"/>
              <a:gd name="connsiteX66" fmla="*/ 4134285 w 6884912"/>
              <a:gd name="connsiteY66" fmla="*/ 235592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424852 w 6884912"/>
              <a:gd name="connsiteY69" fmla="*/ 127591 h 1161397"/>
              <a:gd name="connsiteX70" fmla="*/ 4617330 w 6884912"/>
              <a:gd name="connsiteY70" fmla="*/ 111163 h 1161397"/>
              <a:gd name="connsiteX71" fmla="*/ 4730870 w 6884912"/>
              <a:gd name="connsiteY71" fmla="*/ 129432 h 1161397"/>
              <a:gd name="connsiteX72" fmla="*/ 4785037 w 6884912"/>
              <a:gd name="connsiteY72" fmla="*/ 161964 h 1161397"/>
              <a:gd name="connsiteX73" fmla="*/ 4844073 w 6884912"/>
              <a:gd name="connsiteY73" fmla="*/ 161768 h 1161397"/>
              <a:gd name="connsiteX74" fmla="*/ 4856454 w 6884912"/>
              <a:gd name="connsiteY74" fmla="*/ 130488 h 1161397"/>
              <a:gd name="connsiteX75" fmla="*/ 4920038 w 6884912"/>
              <a:gd name="connsiteY75" fmla="*/ 140418 h 1161397"/>
              <a:gd name="connsiteX76" fmla="*/ 5016639 w 6884912"/>
              <a:gd name="connsiteY76" fmla="*/ 158905 h 1161397"/>
              <a:gd name="connsiteX77" fmla="*/ 5072009 w 6884912"/>
              <a:gd name="connsiteY77" fmla="*/ 161502 h 1161397"/>
              <a:gd name="connsiteX78" fmla="*/ 5223626 w 6884912"/>
              <a:gd name="connsiteY78" fmla="*/ 177356 h 1161397"/>
              <a:gd name="connsiteX79" fmla="*/ 5467502 w 6884912"/>
              <a:gd name="connsiteY79" fmla="*/ 250963 h 1161397"/>
              <a:gd name="connsiteX80" fmla="*/ 5592395 w 6884912"/>
              <a:gd name="connsiteY80" fmla="*/ 265434 h 1161397"/>
              <a:gd name="connsiteX81" fmla="*/ 5613532 w 6884912"/>
              <a:gd name="connsiteY81" fmla="*/ 273379 h 1161397"/>
              <a:gd name="connsiteX82" fmla="*/ 5642173 w 6884912"/>
              <a:gd name="connsiteY82" fmla="*/ 266904 h 1161397"/>
              <a:gd name="connsiteX83" fmla="*/ 5756910 w 6884912"/>
              <a:gd name="connsiteY83" fmla="*/ 239211 h 1161397"/>
              <a:gd name="connsiteX84" fmla="*/ 5846667 w 6884912"/>
              <a:gd name="connsiteY84" fmla="*/ 201786 h 1161397"/>
              <a:gd name="connsiteX85" fmla="*/ 6029542 w 6884912"/>
              <a:gd name="connsiteY85" fmla="*/ 210339 h 1161397"/>
              <a:gd name="connsiteX86" fmla="*/ 6290640 w 6884912"/>
              <a:gd name="connsiteY86" fmla="*/ 167441 h 1161397"/>
              <a:gd name="connsiteX87" fmla="*/ 6380420 w 6884912"/>
              <a:gd name="connsiteY87" fmla="*/ 173195 h 1161397"/>
              <a:gd name="connsiteX88" fmla="*/ 6507891 w 6884912"/>
              <a:gd name="connsiteY88" fmla="*/ 118474 h 1161397"/>
              <a:gd name="connsiteX89" fmla="*/ 6571807 w 6884912"/>
              <a:gd name="connsiteY89" fmla="*/ 98636 h 1161397"/>
              <a:gd name="connsiteX90" fmla="*/ 6671880 w 6884912"/>
              <a:gd name="connsiteY90" fmla="*/ 82931 h 1161397"/>
              <a:gd name="connsiteX91" fmla="*/ 6702266 w 6884912"/>
              <a:gd name="connsiteY91" fmla="*/ 75470 h 1161397"/>
              <a:gd name="connsiteX92" fmla="*/ 6845802 w 6884912"/>
              <a:gd name="connsiteY92" fmla="*/ 24496 h 1161397"/>
              <a:gd name="connsiteX93" fmla="*/ 6884912 w 6884912"/>
              <a:gd name="connsiteY9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92172 w 6884912"/>
              <a:gd name="connsiteY36" fmla="*/ 629819 h 1161397"/>
              <a:gd name="connsiteX37" fmla="*/ 1731986 w 6884912"/>
              <a:gd name="connsiteY37" fmla="*/ 589682 h 1161397"/>
              <a:gd name="connsiteX38" fmla="*/ 1940326 w 6884912"/>
              <a:gd name="connsiteY38" fmla="*/ 582611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127968 w 6884912"/>
              <a:gd name="connsiteY52" fmla="*/ 287613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287859 w 6884912"/>
              <a:gd name="connsiteY55" fmla="*/ 287558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907640 w 6884912"/>
              <a:gd name="connsiteY63" fmla="*/ 207568 h 1161397"/>
              <a:gd name="connsiteX64" fmla="*/ 4013061 w 6884912"/>
              <a:gd name="connsiteY64" fmla="*/ 224874 h 1161397"/>
              <a:gd name="connsiteX65" fmla="*/ 4134285 w 6884912"/>
              <a:gd name="connsiteY65" fmla="*/ 235592 h 1161397"/>
              <a:gd name="connsiteX66" fmla="*/ 4220717 w 6884912"/>
              <a:gd name="connsiteY66" fmla="*/ 192946 h 1161397"/>
              <a:gd name="connsiteX67" fmla="*/ 4228802 w 6884912"/>
              <a:gd name="connsiteY67" fmla="*/ 201468 h 1161397"/>
              <a:gd name="connsiteX68" fmla="*/ 4424852 w 6884912"/>
              <a:gd name="connsiteY68" fmla="*/ 127591 h 1161397"/>
              <a:gd name="connsiteX69" fmla="*/ 4617330 w 6884912"/>
              <a:gd name="connsiteY69" fmla="*/ 111163 h 1161397"/>
              <a:gd name="connsiteX70" fmla="*/ 4730870 w 6884912"/>
              <a:gd name="connsiteY70" fmla="*/ 129432 h 1161397"/>
              <a:gd name="connsiteX71" fmla="*/ 4785037 w 6884912"/>
              <a:gd name="connsiteY71" fmla="*/ 161964 h 1161397"/>
              <a:gd name="connsiteX72" fmla="*/ 4844073 w 6884912"/>
              <a:gd name="connsiteY72" fmla="*/ 161768 h 1161397"/>
              <a:gd name="connsiteX73" fmla="*/ 4856454 w 6884912"/>
              <a:gd name="connsiteY73" fmla="*/ 130488 h 1161397"/>
              <a:gd name="connsiteX74" fmla="*/ 4920038 w 6884912"/>
              <a:gd name="connsiteY74" fmla="*/ 140418 h 1161397"/>
              <a:gd name="connsiteX75" fmla="*/ 5016639 w 6884912"/>
              <a:gd name="connsiteY75" fmla="*/ 158905 h 1161397"/>
              <a:gd name="connsiteX76" fmla="*/ 5072009 w 6884912"/>
              <a:gd name="connsiteY76" fmla="*/ 161502 h 1161397"/>
              <a:gd name="connsiteX77" fmla="*/ 5223626 w 6884912"/>
              <a:gd name="connsiteY77" fmla="*/ 177356 h 1161397"/>
              <a:gd name="connsiteX78" fmla="*/ 5467502 w 6884912"/>
              <a:gd name="connsiteY78" fmla="*/ 250963 h 1161397"/>
              <a:gd name="connsiteX79" fmla="*/ 5592395 w 6884912"/>
              <a:gd name="connsiteY79" fmla="*/ 265434 h 1161397"/>
              <a:gd name="connsiteX80" fmla="*/ 5613532 w 6884912"/>
              <a:gd name="connsiteY80" fmla="*/ 273379 h 1161397"/>
              <a:gd name="connsiteX81" fmla="*/ 5642173 w 6884912"/>
              <a:gd name="connsiteY81" fmla="*/ 266904 h 1161397"/>
              <a:gd name="connsiteX82" fmla="*/ 5756910 w 6884912"/>
              <a:gd name="connsiteY82" fmla="*/ 239211 h 1161397"/>
              <a:gd name="connsiteX83" fmla="*/ 5846667 w 6884912"/>
              <a:gd name="connsiteY83" fmla="*/ 201786 h 1161397"/>
              <a:gd name="connsiteX84" fmla="*/ 6029542 w 6884912"/>
              <a:gd name="connsiteY84" fmla="*/ 210339 h 1161397"/>
              <a:gd name="connsiteX85" fmla="*/ 6290640 w 6884912"/>
              <a:gd name="connsiteY85" fmla="*/ 167441 h 1161397"/>
              <a:gd name="connsiteX86" fmla="*/ 6380420 w 6884912"/>
              <a:gd name="connsiteY86" fmla="*/ 173195 h 1161397"/>
              <a:gd name="connsiteX87" fmla="*/ 6507891 w 6884912"/>
              <a:gd name="connsiteY87" fmla="*/ 118474 h 1161397"/>
              <a:gd name="connsiteX88" fmla="*/ 6571807 w 6884912"/>
              <a:gd name="connsiteY88" fmla="*/ 98636 h 1161397"/>
              <a:gd name="connsiteX89" fmla="*/ 6671880 w 6884912"/>
              <a:gd name="connsiteY89" fmla="*/ 82931 h 1161397"/>
              <a:gd name="connsiteX90" fmla="*/ 6702266 w 6884912"/>
              <a:gd name="connsiteY90" fmla="*/ 75470 h 1161397"/>
              <a:gd name="connsiteX91" fmla="*/ 6845802 w 6884912"/>
              <a:gd name="connsiteY91" fmla="*/ 24496 h 1161397"/>
              <a:gd name="connsiteX92" fmla="*/ 6884912 w 6884912"/>
              <a:gd name="connsiteY9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92172 w 6884912"/>
              <a:gd name="connsiteY36" fmla="*/ 629819 h 1161397"/>
              <a:gd name="connsiteX37" fmla="*/ 1731986 w 6884912"/>
              <a:gd name="connsiteY37" fmla="*/ 589682 h 1161397"/>
              <a:gd name="connsiteX38" fmla="*/ 1940326 w 6884912"/>
              <a:gd name="connsiteY38" fmla="*/ 582611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127968 w 6884912"/>
              <a:gd name="connsiteY52" fmla="*/ 287613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287859 w 6884912"/>
              <a:gd name="connsiteY55" fmla="*/ 287558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907640 w 6884912"/>
              <a:gd name="connsiteY63" fmla="*/ 207568 h 1161397"/>
              <a:gd name="connsiteX64" fmla="*/ 4013061 w 6884912"/>
              <a:gd name="connsiteY64" fmla="*/ 224874 h 1161397"/>
              <a:gd name="connsiteX65" fmla="*/ 4134285 w 6884912"/>
              <a:gd name="connsiteY65" fmla="*/ 235592 h 1161397"/>
              <a:gd name="connsiteX66" fmla="*/ 4220717 w 6884912"/>
              <a:gd name="connsiteY66" fmla="*/ 192946 h 1161397"/>
              <a:gd name="connsiteX67" fmla="*/ 4228802 w 6884912"/>
              <a:gd name="connsiteY67" fmla="*/ 201468 h 1161397"/>
              <a:gd name="connsiteX68" fmla="*/ 4424852 w 6884912"/>
              <a:gd name="connsiteY68" fmla="*/ 127591 h 1161397"/>
              <a:gd name="connsiteX69" fmla="*/ 4617330 w 6884912"/>
              <a:gd name="connsiteY69" fmla="*/ 111163 h 1161397"/>
              <a:gd name="connsiteX70" fmla="*/ 4730870 w 6884912"/>
              <a:gd name="connsiteY70" fmla="*/ 129432 h 1161397"/>
              <a:gd name="connsiteX71" fmla="*/ 4785037 w 6884912"/>
              <a:gd name="connsiteY71" fmla="*/ 161964 h 1161397"/>
              <a:gd name="connsiteX72" fmla="*/ 4844073 w 6884912"/>
              <a:gd name="connsiteY72" fmla="*/ 161768 h 1161397"/>
              <a:gd name="connsiteX73" fmla="*/ 4856454 w 6884912"/>
              <a:gd name="connsiteY73" fmla="*/ 130488 h 1161397"/>
              <a:gd name="connsiteX74" fmla="*/ 4920038 w 6884912"/>
              <a:gd name="connsiteY74" fmla="*/ 140418 h 1161397"/>
              <a:gd name="connsiteX75" fmla="*/ 5016639 w 6884912"/>
              <a:gd name="connsiteY75" fmla="*/ 158905 h 1161397"/>
              <a:gd name="connsiteX76" fmla="*/ 5072009 w 6884912"/>
              <a:gd name="connsiteY76" fmla="*/ 161502 h 1161397"/>
              <a:gd name="connsiteX77" fmla="*/ 5223626 w 6884912"/>
              <a:gd name="connsiteY77" fmla="*/ 177356 h 1161397"/>
              <a:gd name="connsiteX78" fmla="*/ 5467502 w 6884912"/>
              <a:gd name="connsiteY78" fmla="*/ 250963 h 1161397"/>
              <a:gd name="connsiteX79" fmla="*/ 5592395 w 6884912"/>
              <a:gd name="connsiteY79" fmla="*/ 265434 h 1161397"/>
              <a:gd name="connsiteX80" fmla="*/ 5613532 w 6884912"/>
              <a:gd name="connsiteY80" fmla="*/ 273379 h 1161397"/>
              <a:gd name="connsiteX81" fmla="*/ 5642173 w 6884912"/>
              <a:gd name="connsiteY81" fmla="*/ 266904 h 1161397"/>
              <a:gd name="connsiteX82" fmla="*/ 5756910 w 6884912"/>
              <a:gd name="connsiteY82" fmla="*/ 239211 h 1161397"/>
              <a:gd name="connsiteX83" fmla="*/ 5846667 w 6884912"/>
              <a:gd name="connsiteY83" fmla="*/ 201786 h 1161397"/>
              <a:gd name="connsiteX84" fmla="*/ 6029542 w 6884912"/>
              <a:gd name="connsiteY84" fmla="*/ 210339 h 1161397"/>
              <a:gd name="connsiteX85" fmla="*/ 6290640 w 6884912"/>
              <a:gd name="connsiteY85" fmla="*/ 167441 h 1161397"/>
              <a:gd name="connsiteX86" fmla="*/ 6380420 w 6884912"/>
              <a:gd name="connsiteY86" fmla="*/ 173195 h 1161397"/>
              <a:gd name="connsiteX87" fmla="*/ 6507891 w 6884912"/>
              <a:gd name="connsiteY87" fmla="*/ 118474 h 1161397"/>
              <a:gd name="connsiteX88" fmla="*/ 6571807 w 6884912"/>
              <a:gd name="connsiteY88" fmla="*/ 98636 h 1161397"/>
              <a:gd name="connsiteX89" fmla="*/ 6671880 w 6884912"/>
              <a:gd name="connsiteY89" fmla="*/ 82931 h 1161397"/>
              <a:gd name="connsiteX90" fmla="*/ 6702266 w 6884912"/>
              <a:gd name="connsiteY90" fmla="*/ 75470 h 1161397"/>
              <a:gd name="connsiteX91" fmla="*/ 6845802 w 6884912"/>
              <a:gd name="connsiteY91" fmla="*/ 24496 h 1161397"/>
              <a:gd name="connsiteX92" fmla="*/ 6884912 w 6884912"/>
              <a:gd name="connsiteY9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601644 w 6884912"/>
              <a:gd name="connsiteY8" fmla="*/ 1003997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92172 w 6884912"/>
              <a:gd name="connsiteY35" fmla="*/ 629819 h 1161397"/>
              <a:gd name="connsiteX36" fmla="*/ 1731986 w 6884912"/>
              <a:gd name="connsiteY36" fmla="*/ 589682 h 1161397"/>
              <a:gd name="connsiteX37" fmla="*/ 1940326 w 6884912"/>
              <a:gd name="connsiteY37" fmla="*/ 582611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127968 w 6884912"/>
              <a:gd name="connsiteY51" fmla="*/ 287613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287859 w 6884912"/>
              <a:gd name="connsiteY54" fmla="*/ 287558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907640 w 6884912"/>
              <a:gd name="connsiteY62" fmla="*/ 207568 h 1161397"/>
              <a:gd name="connsiteX63" fmla="*/ 4013061 w 6884912"/>
              <a:gd name="connsiteY63" fmla="*/ 224874 h 1161397"/>
              <a:gd name="connsiteX64" fmla="*/ 4134285 w 6884912"/>
              <a:gd name="connsiteY64" fmla="*/ 235592 h 1161397"/>
              <a:gd name="connsiteX65" fmla="*/ 4220717 w 6884912"/>
              <a:gd name="connsiteY65" fmla="*/ 192946 h 1161397"/>
              <a:gd name="connsiteX66" fmla="*/ 4228802 w 6884912"/>
              <a:gd name="connsiteY66" fmla="*/ 201468 h 1161397"/>
              <a:gd name="connsiteX67" fmla="*/ 4424852 w 6884912"/>
              <a:gd name="connsiteY67" fmla="*/ 127591 h 1161397"/>
              <a:gd name="connsiteX68" fmla="*/ 4617330 w 6884912"/>
              <a:gd name="connsiteY68" fmla="*/ 111163 h 1161397"/>
              <a:gd name="connsiteX69" fmla="*/ 4730870 w 6884912"/>
              <a:gd name="connsiteY69" fmla="*/ 129432 h 1161397"/>
              <a:gd name="connsiteX70" fmla="*/ 4785037 w 6884912"/>
              <a:gd name="connsiteY70" fmla="*/ 161964 h 1161397"/>
              <a:gd name="connsiteX71" fmla="*/ 4844073 w 6884912"/>
              <a:gd name="connsiteY71" fmla="*/ 161768 h 1161397"/>
              <a:gd name="connsiteX72" fmla="*/ 4856454 w 6884912"/>
              <a:gd name="connsiteY72" fmla="*/ 130488 h 1161397"/>
              <a:gd name="connsiteX73" fmla="*/ 4920038 w 6884912"/>
              <a:gd name="connsiteY73" fmla="*/ 140418 h 1161397"/>
              <a:gd name="connsiteX74" fmla="*/ 5016639 w 6884912"/>
              <a:gd name="connsiteY74" fmla="*/ 158905 h 1161397"/>
              <a:gd name="connsiteX75" fmla="*/ 5072009 w 6884912"/>
              <a:gd name="connsiteY75" fmla="*/ 161502 h 1161397"/>
              <a:gd name="connsiteX76" fmla="*/ 5223626 w 6884912"/>
              <a:gd name="connsiteY76" fmla="*/ 177356 h 1161397"/>
              <a:gd name="connsiteX77" fmla="*/ 5467502 w 6884912"/>
              <a:gd name="connsiteY77" fmla="*/ 250963 h 1161397"/>
              <a:gd name="connsiteX78" fmla="*/ 5592395 w 6884912"/>
              <a:gd name="connsiteY78" fmla="*/ 265434 h 1161397"/>
              <a:gd name="connsiteX79" fmla="*/ 5613532 w 6884912"/>
              <a:gd name="connsiteY79" fmla="*/ 273379 h 1161397"/>
              <a:gd name="connsiteX80" fmla="*/ 5642173 w 6884912"/>
              <a:gd name="connsiteY80" fmla="*/ 266904 h 1161397"/>
              <a:gd name="connsiteX81" fmla="*/ 5756910 w 6884912"/>
              <a:gd name="connsiteY81" fmla="*/ 239211 h 1161397"/>
              <a:gd name="connsiteX82" fmla="*/ 5846667 w 6884912"/>
              <a:gd name="connsiteY82" fmla="*/ 201786 h 1161397"/>
              <a:gd name="connsiteX83" fmla="*/ 6029542 w 6884912"/>
              <a:gd name="connsiteY83" fmla="*/ 210339 h 1161397"/>
              <a:gd name="connsiteX84" fmla="*/ 6290640 w 6884912"/>
              <a:gd name="connsiteY84" fmla="*/ 167441 h 1161397"/>
              <a:gd name="connsiteX85" fmla="*/ 6380420 w 6884912"/>
              <a:gd name="connsiteY85" fmla="*/ 173195 h 1161397"/>
              <a:gd name="connsiteX86" fmla="*/ 6507891 w 6884912"/>
              <a:gd name="connsiteY86" fmla="*/ 118474 h 1161397"/>
              <a:gd name="connsiteX87" fmla="*/ 6571807 w 6884912"/>
              <a:gd name="connsiteY87" fmla="*/ 98636 h 1161397"/>
              <a:gd name="connsiteX88" fmla="*/ 6671880 w 6884912"/>
              <a:gd name="connsiteY88" fmla="*/ 82931 h 1161397"/>
              <a:gd name="connsiteX89" fmla="*/ 6702266 w 6884912"/>
              <a:gd name="connsiteY89" fmla="*/ 75470 h 1161397"/>
              <a:gd name="connsiteX90" fmla="*/ 6845802 w 6884912"/>
              <a:gd name="connsiteY90" fmla="*/ 24496 h 1161397"/>
              <a:gd name="connsiteX91" fmla="*/ 6884912 w 6884912"/>
              <a:gd name="connsiteY9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92172 w 6884912"/>
              <a:gd name="connsiteY35" fmla="*/ 629819 h 1161397"/>
              <a:gd name="connsiteX36" fmla="*/ 1731986 w 6884912"/>
              <a:gd name="connsiteY36" fmla="*/ 589682 h 1161397"/>
              <a:gd name="connsiteX37" fmla="*/ 1940326 w 6884912"/>
              <a:gd name="connsiteY37" fmla="*/ 582611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127968 w 6884912"/>
              <a:gd name="connsiteY51" fmla="*/ 287613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287859 w 6884912"/>
              <a:gd name="connsiteY54" fmla="*/ 287558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907640 w 6884912"/>
              <a:gd name="connsiteY62" fmla="*/ 207568 h 1161397"/>
              <a:gd name="connsiteX63" fmla="*/ 4013061 w 6884912"/>
              <a:gd name="connsiteY63" fmla="*/ 224874 h 1161397"/>
              <a:gd name="connsiteX64" fmla="*/ 4134285 w 6884912"/>
              <a:gd name="connsiteY64" fmla="*/ 235592 h 1161397"/>
              <a:gd name="connsiteX65" fmla="*/ 4220717 w 6884912"/>
              <a:gd name="connsiteY65" fmla="*/ 192946 h 1161397"/>
              <a:gd name="connsiteX66" fmla="*/ 4228802 w 6884912"/>
              <a:gd name="connsiteY66" fmla="*/ 201468 h 1161397"/>
              <a:gd name="connsiteX67" fmla="*/ 4424852 w 6884912"/>
              <a:gd name="connsiteY67" fmla="*/ 127591 h 1161397"/>
              <a:gd name="connsiteX68" fmla="*/ 4617330 w 6884912"/>
              <a:gd name="connsiteY68" fmla="*/ 111163 h 1161397"/>
              <a:gd name="connsiteX69" fmla="*/ 4730870 w 6884912"/>
              <a:gd name="connsiteY69" fmla="*/ 129432 h 1161397"/>
              <a:gd name="connsiteX70" fmla="*/ 4785037 w 6884912"/>
              <a:gd name="connsiteY70" fmla="*/ 161964 h 1161397"/>
              <a:gd name="connsiteX71" fmla="*/ 4844073 w 6884912"/>
              <a:gd name="connsiteY71" fmla="*/ 161768 h 1161397"/>
              <a:gd name="connsiteX72" fmla="*/ 4856454 w 6884912"/>
              <a:gd name="connsiteY72" fmla="*/ 130488 h 1161397"/>
              <a:gd name="connsiteX73" fmla="*/ 4920038 w 6884912"/>
              <a:gd name="connsiteY73" fmla="*/ 140418 h 1161397"/>
              <a:gd name="connsiteX74" fmla="*/ 5016639 w 6884912"/>
              <a:gd name="connsiteY74" fmla="*/ 158905 h 1161397"/>
              <a:gd name="connsiteX75" fmla="*/ 5072009 w 6884912"/>
              <a:gd name="connsiteY75" fmla="*/ 161502 h 1161397"/>
              <a:gd name="connsiteX76" fmla="*/ 5223626 w 6884912"/>
              <a:gd name="connsiteY76" fmla="*/ 177356 h 1161397"/>
              <a:gd name="connsiteX77" fmla="*/ 5467502 w 6884912"/>
              <a:gd name="connsiteY77" fmla="*/ 250963 h 1161397"/>
              <a:gd name="connsiteX78" fmla="*/ 5592395 w 6884912"/>
              <a:gd name="connsiteY78" fmla="*/ 265434 h 1161397"/>
              <a:gd name="connsiteX79" fmla="*/ 5613532 w 6884912"/>
              <a:gd name="connsiteY79" fmla="*/ 273379 h 1161397"/>
              <a:gd name="connsiteX80" fmla="*/ 5642173 w 6884912"/>
              <a:gd name="connsiteY80" fmla="*/ 266904 h 1161397"/>
              <a:gd name="connsiteX81" fmla="*/ 5756910 w 6884912"/>
              <a:gd name="connsiteY81" fmla="*/ 239211 h 1161397"/>
              <a:gd name="connsiteX82" fmla="*/ 5846667 w 6884912"/>
              <a:gd name="connsiteY82" fmla="*/ 201786 h 1161397"/>
              <a:gd name="connsiteX83" fmla="*/ 6029542 w 6884912"/>
              <a:gd name="connsiteY83" fmla="*/ 210339 h 1161397"/>
              <a:gd name="connsiteX84" fmla="*/ 6290640 w 6884912"/>
              <a:gd name="connsiteY84" fmla="*/ 167441 h 1161397"/>
              <a:gd name="connsiteX85" fmla="*/ 6380420 w 6884912"/>
              <a:gd name="connsiteY85" fmla="*/ 173195 h 1161397"/>
              <a:gd name="connsiteX86" fmla="*/ 6507891 w 6884912"/>
              <a:gd name="connsiteY86" fmla="*/ 118474 h 1161397"/>
              <a:gd name="connsiteX87" fmla="*/ 6571807 w 6884912"/>
              <a:gd name="connsiteY87" fmla="*/ 98636 h 1161397"/>
              <a:gd name="connsiteX88" fmla="*/ 6671880 w 6884912"/>
              <a:gd name="connsiteY88" fmla="*/ 82931 h 1161397"/>
              <a:gd name="connsiteX89" fmla="*/ 6702266 w 6884912"/>
              <a:gd name="connsiteY89" fmla="*/ 75470 h 1161397"/>
              <a:gd name="connsiteX90" fmla="*/ 6845802 w 6884912"/>
              <a:gd name="connsiteY90" fmla="*/ 24496 h 1161397"/>
              <a:gd name="connsiteX91" fmla="*/ 6884912 w 6884912"/>
              <a:gd name="connsiteY9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92172 w 6884912"/>
              <a:gd name="connsiteY34" fmla="*/ 629819 h 1161397"/>
              <a:gd name="connsiteX35" fmla="*/ 1731986 w 6884912"/>
              <a:gd name="connsiteY35" fmla="*/ 589682 h 1161397"/>
              <a:gd name="connsiteX36" fmla="*/ 1940326 w 6884912"/>
              <a:gd name="connsiteY36" fmla="*/ 582611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127968 w 6884912"/>
              <a:gd name="connsiteY50" fmla="*/ 287613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287859 w 6884912"/>
              <a:gd name="connsiteY53" fmla="*/ 287558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907640 w 6884912"/>
              <a:gd name="connsiteY61" fmla="*/ 207568 h 1161397"/>
              <a:gd name="connsiteX62" fmla="*/ 4013061 w 6884912"/>
              <a:gd name="connsiteY62" fmla="*/ 224874 h 1161397"/>
              <a:gd name="connsiteX63" fmla="*/ 4134285 w 6884912"/>
              <a:gd name="connsiteY63" fmla="*/ 235592 h 1161397"/>
              <a:gd name="connsiteX64" fmla="*/ 4220717 w 6884912"/>
              <a:gd name="connsiteY64" fmla="*/ 192946 h 1161397"/>
              <a:gd name="connsiteX65" fmla="*/ 4228802 w 6884912"/>
              <a:gd name="connsiteY65" fmla="*/ 201468 h 1161397"/>
              <a:gd name="connsiteX66" fmla="*/ 4424852 w 6884912"/>
              <a:gd name="connsiteY66" fmla="*/ 127591 h 1161397"/>
              <a:gd name="connsiteX67" fmla="*/ 4617330 w 6884912"/>
              <a:gd name="connsiteY67" fmla="*/ 111163 h 1161397"/>
              <a:gd name="connsiteX68" fmla="*/ 4730870 w 6884912"/>
              <a:gd name="connsiteY68" fmla="*/ 129432 h 1161397"/>
              <a:gd name="connsiteX69" fmla="*/ 4785037 w 6884912"/>
              <a:gd name="connsiteY69" fmla="*/ 161964 h 1161397"/>
              <a:gd name="connsiteX70" fmla="*/ 4844073 w 6884912"/>
              <a:gd name="connsiteY70" fmla="*/ 161768 h 1161397"/>
              <a:gd name="connsiteX71" fmla="*/ 4856454 w 6884912"/>
              <a:gd name="connsiteY71" fmla="*/ 130488 h 1161397"/>
              <a:gd name="connsiteX72" fmla="*/ 4920038 w 6884912"/>
              <a:gd name="connsiteY72" fmla="*/ 140418 h 1161397"/>
              <a:gd name="connsiteX73" fmla="*/ 5016639 w 6884912"/>
              <a:gd name="connsiteY73" fmla="*/ 158905 h 1161397"/>
              <a:gd name="connsiteX74" fmla="*/ 5072009 w 6884912"/>
              <a:gd name="connsiteY74" fmla="*/ 161502 h 1161397"/>
              <a:gd name="connsiteX75" fmla="*/ 5223626 w 6884912"/>
              <a:gd name="connsiteY75" fmla="*/ 177356 h 1161397"/>
              <a:gd name="connsiteX76" fmla="*/ 5467502 w 6884912"/>
              <a:gd name="connsiteY76" fmla="*/ 250963 h 1161397"/>
              <a:gd name="connsiteX77" fmla="*/ 5592395 w 6884912"/>
              <a:gd name="connsiteY77" fmla="*/ 265434 h 1161397"/>
              <a:gd name="connsiteX78" fmla="*/ 5613532 w 6884912"/>
              <a:gd name="connsiteY78" fmla="*/ 273379 h 1161397"/>
              <a:gd name="connsiteX79" fmla="*/ 5642173 w 6884912"/>
              <a:gd name="connsiteY79" fmla="*/ 266904 h 1161397"/>
              <a:gd name="connsiteX80" fmla="*/ 5756910 w 6884912"/>
              <a:gd name="connsiteY80" fmla="*/ 239211 h 1161397"/>
              <a:gd name="connsiteX81" fmla="*/ 5846667 w 6884912"/>
              <a:gd name="connsiteY81" fmla="*/ 201786 h 1161397"/>
              <a:gd name="connsiteX82" fmla="*/ 6029542 w 6884912"/>
              <a:gd name="connsiteY82" fmla="*/ 210339 h 1161397"/>
              <a:gd name="connsiteX83" fmla="*/ 6290640 w 6884912"/>
              <a:gd name="connsiteY83" fmla="*/ 167441 h 1161397"/>
              <a:gd name="connsiteX84" fmla="*/ 6380420 w 6884912"/>
              <a:gd name="connsiteY84" fmla="*/ 173195 h 1161397"/>
              <a:gd name="connsiteX85" fmla="*/ 6507891 w 6884912"/>
              <a:gd name="connsiteY85" fmla="*/ 118474 h 1161397"/>
              <a:gd name="connsiteX86" fmla="*/ 6571807 w 6884912"/>
              <a:gd name="connsiteY86" fmla="*/ 98636 h 1161397"/>
              <a:gd name="connsiteX87" fmla="*/ 6671880 w 6884912"/>
              <a:gd name="connsiteY87" fmla="*/ 82931 h 1161397"/>
              <a:gd name="connsiteX88" fmla="*/ 6702266 w 6884912"/>
              <a:gd name="connsiteY88" fmla="*/ 75470 h 1161397"/>
              <a:gd name="connsiteX89" fmla="*/ 6845802 w 6884912"/>
              <a:gd name="connsiteY89" fmla="*/ 24496 h 1161397"/>
              <a:gd name="connsiteX90" fmla="*/ 6884912 w 6884912"/>
              <a:gd name="connsiteY9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88995 w 6884912"/>
              <a:gd name="connsiteY19" fmla="*/ 697048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92172 w 6884912"/>
              <a:gd name="connsiteY33" fmla="*/ 629819 h 1161397"/>
              <a:gd name="connsiteX34" fmla="*/ 1731986 w 6884912"/>
              <a:gd name="connsiteY34" fmla="*/ 589682 h 1161397"/>
              <a:gd name="connsiteX35" fmla="*/ 1940326 w 6884912"/>
              <a:gd name="connsiteY35" fmla="*/ 582611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127968 w 6884912"/>
              <a:gd name="connsiteY49" fmla="*/ 287613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287859 w 6884912"/>
              <a:gd name="connsiteY52" fmla="*/ 287558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907640 w 6884912"/>
              <a:gd name="connsiteY60" fmla="*/ 207568 h 1161397"/>
              <a:gd name="connsiteX61" fmla="*/ 4013061 w 6884912"/>
              <a:gd name="connsiteY61" fmla="*/ 224874 h 1161397"/>
              <a:gd name="connsiteX62" fmla="*/ 4134285 w 6884912"/>
              <a:gd name="connsiteY62" fmla="*/ 235592 h 1161397"/>
              <a:gd name="connsiteX63" fmla="*/ 4220717 w 6884912"/>
              <a:gd name="connsiteY63" fmla="*/ 192946 h 1161397"/>
              <a:gd name="connsiteX64" fmla="*/ 4228802 w 6884912"/>
              <a:gd name="connsiteY64" fmla="*/ 201468 h 1161397"/>
              <a:gd name="connsiteX65" fmla="*/ 4424852 w 6884912"/>
              <a:gd name="connsiteY65" fmla="*/ 127591 h 1161397"/>
              <a:gd name="connsiteX66" fmla="*/ 4617330 w 6884912"/>
              <a:gd name="connsiteY66" fmla="*/ 111163 h 1161397"/>
              <a:gd name="connsiteX67" fmla="*/ 4730870 w 6884912"/>
              <a:gd name="connsiteY67" fmla="*/ 129432 h 1161397"/>
              <a:gd name="connsiteX68" fmla="*/ 4785037 w 6884912"/>
              <a:gd name="connsiteY68" fmla="*/ 161964 h 1161397"/>
              <a:gd name="connsiteX69" fmla="*/ 4844073 w 6884912"/>
              <a:gd name="connsiteY69" fmla="*/ 161768 h 1161397"/>
              <a:gd name="connsiteX70" fmla="*/ 4856454 w 6884912"/>
              <a:gd name="connsiteY70" fmla="*/ 130488 h 1161397"/>
              <a:gd name="connsiteX71" fmla="*/ 4920038 w 6884912"/>
              <a:gd name="connsiteY71" fmla="*/ 140418 h 1161397"/>
              <a:gd name="connsiteX72" fmla="*/ 5016639 w 6884912"/>
              <a:gd name="connsiteY72" fmla="*/ 158905 h 1161397"/>
              <a:gd name="connsiteX73" fmla="*/ 5072009 w 6884912"/>
              <a:gd name="connsiteY73" fmla="*/ 161502 h 1161397"/>
              <a:gd name="connsiteX74" fmla="*/ 5223626 w 6884912"/>
              <a:gd name="connsiteY74" fmla="*/ 177356 h 1161397"/>
              <a:gd name="connsiteX75" fmla="*/ 5467502 w 6884912"/>
              <a:gd name="connsiteY75" fmla="*/ 250963 h 1161397"/>
              <a:gd name="connsiteX76" fmla="*/ 5592395 w 6884912"/>
              <a:gd name="connsiteY76" fmla="*/ 265434 h 1161397"/>
              <a:gd name="connsiteX77" fmla="*/ 5613532 w 6884912"/>
              <a:gd name="connsiteY77" fmla="*/ 273379 h 1161397"/>
              <a:gd name="connsiteX78" fmla="*/ 5642173 w 6884912"/>
              <a:gd name="connsiteY78" fmla="*/ 266904 h 1161397"/>
              <a:gd name="connsiteX79" fmla="*/ 5756910 w 6884912"/>
              <a:gd name="connsiteY79" fmla="*/ 239211 h 1161397"/>
              <a:gd name="connsiteX80" fmla="*/ 5846667 w 6884912"/>
              <a:gd name="connsiteY80" fmla="*/ 201786 h 1161397"/>
              <a:gd name="connsiteX81" fmla="*/ 6029542 w 6884912"/>
              <a:gd name="connsiteY81" fmla="*/ 210339 h 1161397"/>
              <a:gd name="connsiteX82" fmla="*/ 6290640 w 6884912"/>
              <a:gd name="connsiteY82" fmla="*/ 167441 h 1161397"/>
              <a:gd name="connsiteX83" fmla="*/ 6380420 w 6884912"/>
              <a:gd name="connsiteY83" fmla="*/ 173195 h 1161397"/>
              <a:gd name="connsiteX84" fmla="*/ 6507891 w 6884912"/>
              <a:gd name="connsiteY84" fmla="*/ 118474 h 1161397"/>
              <a:gd name="connsiteX85" fmla="*/ 6571807 w 6884912"/>
              <a:gd name="connsiteY85" fmla="*/ 98636 h 1161397"/>
              <a:gd name="connsiteX86" fmla="*/ 6671880 w 6884912"/>
              <a:gd name="connsiteY86" fmla="*/ 82931 h 1161397"/>
              <a:gd name="connsiteX87" fmla="*/ 6702266 w 6884912"/>
              <a:gd name="connsiteY87" fmla="*/ 75470 h 1161397"/>
              <a:gd name="connsiteX88" fmla="*/ 6845802 w 6884912"/>
              <a:gd name="connsiteY88" fmla="*/ 24496 h 1161397"/>
              <a:gd name="connsiteX89" fmla="*/ 6884912 w 6884912"/>
              <a:gd name="connsiteY8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88995 w 6884912"/>
              <a:gd name="connsiteY19" fmla="*/ 697048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92172 w 6884912"/>
              <a:gd name="connsiteY32" fmla="*/ 629819 h 1161397"/>
              <a:gd name="connsiteX33" fmla="*/ 1731986 w 6884912"/>
              <a:gd name="connsiteY33" fmla="*/ 589682 h 1161397"/>
              <a:gd name="connsiteX34" fmla="*/ 1940326 w 6884912"/>
              <a:gd name="connsiteY34" fmla="*/ 582611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127968 w 6884912"/>
              <a:gd name="connsiteY48" fmla="*/ 287613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287859 w 6884912"/>
              <a:gd name="connsiteY51" fmla="*/ 287558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907640 w 6884912"/>
              <a:gd name="connsiteY59" fmla="*/ 207568 h 1161397"/>
              <a:gd name="connsiteX60" fmla="*/ 4013061 w 6884912"/>
              <a:gd name="connsiteY60" fmla="*/ 224874 h 1161397"/>
              <a:gd name="connsiteX61" fmla="*/ 4134285 w 6884912"/>
              <a:gd name="connsiteY61" fmla="*/ 235592 h 1161397"/>
              <a:gd name="connsiteX62" fmla="*/ 4220717 w 6884912"/>
              <a:gd name="connsiteY62" fmla="*/ 192946 h 1161397"/>
              <a:gd name="connsiteX63" fmla="*/ 4228802 w 6884912"/>
              <a:gd name="connsiteY63" fmla="*/ 201468 h 1161397"/>
              <a:gd name="connsiteX64" fmla="*/ 4424852 w 6884912"/>
              <a:gd name="connsiteY64" fmla="*/ 127591 h 1161397"/>
              <a:gd name="connsiteX65" fmla="*/ 4617330 w 6884912"/>
              <a:gd name="connsiteY65" fmla="*/ 111163 h 1161397"/>
              <a:gd name="connsiteX66" fmla="*/ 4730870 w 6884912"/>
              <a:gd name="connsiteY66" fmla="*/ 129432 h 1161397"/>
              <a:gd name="connsiteX67" fmla="*/ 4785037 w 6884912"/>
              <a:gd name="connsiteY67" fmla="*/ 161964 h 1161397"/>
              <a:gd name="connsiteX68" fmla="*/ 4844073 w 6884912"/>
              <a:gd name="connsiteY68" fmla="*/ 161768 h 1161397"/>
              <a:gd name="connsiteX69" fmla="*/ 4856454 w 6884912"/>
              <a:gd name="connsiteY69" fmla="*/ 130488 h 1161397"/>
              <a:gd name="connsiteX70" fmla="*/ 4920038 w 6884912"/>
              <a:gd name="connsiteY70" fmla="*/ 140418 h 1161397"/>
              <a:gd name="connsiteX71" fmla="*/ 5016639 w 6884912"/>
              <a:gd name="connsiteY71" fmla="*/ 158905 h 1161397"/>
              <a:gd name="connsiteX72" fmla="*/ 5072009 w 6884912"/>
              <a:gd name="connsiteY72" fmla="*/ 161502 h 1161397"/>
              <a:gd name="connsiteX73" fmla="*/ 5223626 w 6884912"/>
              <a:gd name="connsiteY73" fmla="*/ 177356 h 1161397"/>
              <a:gd name="connsiteX74" fmla="*/ 5467502 w 6884912"/>
              <a:gd name="connsiteY74" fmla="*/ 250963 h 1161397"/>
              <a:gd name="connsiteX75" fmla="*/ 5592395 w 6884912"/>
              <a:gd name="connsiteY75" fmla="*/ 265434 h 1161397"/>
              <a:gd name="connsiteX76" fmla="*/ 5613532 w 6884912"/>
              <a:gd name="connsiteY76" fmla="*/ 273379 h 1161397"/>
              <a:gd name="connsiteX77" fmla="*/ 5642173 w 6884912"/>
              <a:gd name="connsiteY77" fmla="*/ 266904 h 1161397"/>
              <a:gd name="connsiteX78" fmla="*/ 5756910 w 6884912"/>
              <a:gd name="connsiteY78" fmla="*/ 239211 h 1161397"/>
              <a:gd name="connsiteX79" fmla="*/ 5846667 w 6884912"/>
              <a:gd name="connsiteY79" fmla="*/ 201786 h 1161397"/>
              <a:gd name="connsiteX80" fmla="*/ 6029542 w 6884912"/>
              <a:gd name="connsiteY80" fmla="*/ 210339 h 1161397"/>
              <a:gd name="connsiteX81" fmla="*/ 6290640 w 6884912"/>
              <a:gd name="connsiteY81" fmla="*/ 167441 h 1161397"/>
              <a:gd name="connsiteX82" fmla="*/ 6380420 w 6884912"/>
              <a:gd name="connsiteY82" fmla="*/ 173195 h 1161397"/>
              <a:gd name="connsiteX83" fmla="*/ 6507891 w 6884912"/>
              <a:gd name="connsiteY83" fmla="*/ 118474 h 1161397"/>
              <a:gd name="connsiteX84" fmla="*/ 6571807 w 6884912"/>
              <a:gd name="connsiteY84" fmla="*/ 98636 h 1161397"/>
              <a:gd name="connsiteX85" fmla="*/ 6671880 w 6884912"/>
              <a:gd name="connsiteY85" fmla="*/ 82931 h 1161397"/>
              <a:gd name="connsiteX86" fmla="*/ 6702266 w 6884912"/>
              <a:gd name="connsiteY86" fmla="*/ 75470 h 1161397"/>
              <a:gd name="connsiteX87" fmla="*/ 6845802 w 6884912"/>
              <a:gd name="connsiteY87" fmla="*/ 24496 h 1161397"/>
              <a:gd name="connsiteX88" fmla="*/ 6884912 w 6884912"/>
              <a:gd name="connsiteY8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88995 w 6884912"/>
              <a:gd name="connsiteY19" fmla="*/ 697048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92172 w 6884912"/>
              <a:gd name="connsiteY31" fmla="*/ 629819 h 1161397"/>
              <a:gd name="connsiteX32" fmla="*/ 1731986 w 6884912"/>
              <a:gd name="connsiteY32" fmla="*/ 589682 h 1161397"/>
              <a:gd name="connsiteX33" fmla="*/ 1940326 w 6884912"/>
              <a:gd name="connsiteY33" fmla="*/ 582611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754324 w 6884912"/>
              <a:gd name="connsiteY42" fmla="*/ 424766 h 1161397"/>
              <a:gd name="connsiteX43" fmla="*/ 2848470 w 6884912"/>
              <a:gd name="connsiteY43" fmla="*/ 405966 h 1161397"/>
              <a:gd name="connsiteX44" fmla="*/ 2881772 w 6884912"/>
              <a:gd name="connsiteY44" fmla="*/ 387260 h 1161397"/>
              <a:gd name="connsiteX45" fmla="*/ 2929932 w 6884912"/>
              <a:gd name="connsiteY45" fmla="*/ 368912 h 1161397"/>
              <a:gd name="connsiteX46" fmla="*/ 3013020 w 6884912"/>
              <a:gd name="connsiteY46" fmla="*/ 327578 h 1161397"/>
              <a:gd name="connsiteX47" fmla="*/ 3127968 w 6884912"/>
              <a:gd name="connsiteY47" fmla="*/ 287613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287859 w 6884912"/>
              <a:gd name="connsiteY50" fmla="*/ 287558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907640 w 6884912"/>
              <a:gd name="connsiteY58" fmla="*/ 207568 h 1161397"/>
              <a:gd name="connsiteX59" fmla="*/ 4013061 w 6884912"/>
              <a:gd name="connsiteY59" fmla="*/ 224874 h 1161397"/>
              <a:gd name="connsiteX60" fmla="*/ 4134285 w 6884912"/>
              <a:gd name="connsiteY60" fmla="*/ 235592 h 1161397"/>
              <a:gd name="connsiteX61" fmla="*/ 4220717 w 6884912"/>
              <a:gd name="connsiteY61" fmla="*/ 192946 h 1161397"/>
              <a:gd name="connsiteX62" fmla="*/ 4228802 w 6884912"/>
              <a:gd name="connsiteY62" fmla="*/ 201468 h 1161397"/>
              <a:gd name="connsiteX63" fmla="*/ 4424852 w 6884912"/>
              <a:gd name="connsiteY63" fmla="*/ 127591 h 1161397"/>
              <a:gd name="connsiteX64" fmla="*/ 4617330 w 6884912"/>
              <a:gd name="connsiteY64" fmla="*/ 111163 h 1161397"/>
              <a:gd name="connsiteX65" fmla="*/ 4730870 w 6884912"/>
              <a:gd name="connsiteY65" fmla="*/ 129432 h 1161397"/>
              <a:gd name="connsiteX66" fmla="*/ 4785037 w 6884912"/>
              <a:gd name="connsiteY66" fmla="*/ 161964 h 1161397"/>
              <a:gd name="connsiteX67" fmla="*/ 4844073 w 6884912"/>
              <a:gd name="connsiteY67" fmla="*/ 161768 h 1161397"/>
              <a:gd name="connsiteX68" fmla="*/ 4856454 w 6884912"/>
              <a:gd name="connsiteY68" fmla="*/ 130488 h 1161397"/>
              <a:gd name="connsiteX69" fmla="*/ 4920038 w 6884912"/>
              <a:gd name="connsiteY69" fmla="*/ 140418 h 1161397"/>
              <a:gd name="connsiteX70" fmla="*/ 5016639 w 6884912"/>
              <a:gd name="connsiteY70" fmla="*/ 158905 h 1161397"/>
              <a:gd name="connsiteX71" fmla="*/ 5072009 w 6884912"/>
              <a:gd name="connsiteY71" fmla="*/ 161502 h 1161397"/>
              <a:gd name="connsiteX72" fmla="*/ 5223626 w 6884912"/>
              <a:gd name="connsiteY72" fmla="*/ 177356 h 1161397"/>
              <a:gd name="connsiteX73" fmla="*/ 5467502 w 6884912"/>
              <a:gd name="connsiteY73" fmla="*/ 250963 h 1161397"/>
              <a:gd name="connsiteX74" fmla="*/ 5592395 w 6884912"/>
              <a:gd name="connsiteY74" fmla="*/ 265434 h 1161397"/>
              <a:gd name="connsiteX75" fmla="*/ 5613532 w 6884912"/>
              <a:gd name="connsiteY75" fmla="*/ 273379 h 1161397"/>
              <a:gd name="connsiteX76" fmla="*/ 5642173 w 6884912"/>
              <a:gd name="connsiteY76" fmla="*/ 266904 h 1161397"/>
              <a:gd name="connsiteX77" fmla="*/ 5756910 w 6884912"/>
              <a:gd name="connsiteY77" fmla="*/ 239211 h 1161397"/>
              <a:gd name="connsiteX78" fmla="*/ 5846667 w 6884912"/>
              <a:gd name="connsiteY78" fmla="*/ 201786 h 1161397"/>
              <a:gd name="connsiteX79" fmla="*/ 6029542 w 6884912"/>
              <a:gd name="connsiteY79" fmla="*/ 210339 h 1161397"/>
              <a:gd name="connsiteX80" fmla="*/ 6290640 w 6884912"/>
              <a:gd name="connsiteY80" fmla="*/ 167441 h 1161397"/>
              <a:gd name="connsiteX81" fmla="*/ 6380420 w 6884912"/>
              <a:gd name="connsiteY81" fmla="*/ 173195 h 1161397"/>
              <a:gd name="connsiteX82" fmla="*/ 6507891 w 6884912"/>
              <a:gd name="connsiteY82" fmla="*/ 118474 h 1161397"/>
              <a:gd name="connsiteX83" fmla="*/ 6571807 w 6884912"/>
              <a:gd name="connsiteY83" fmla="*/ 98636 h 1161397"/>
              <a:gd name="connsiteX84" fmla="*/ 6671880 w 6884912"/>
              <a:gd name="connsiteY84" fmla="*/ 82931 h 1161397"/>
              <a:gd name="connsiteX85" fmla="*/ 6702266 w 6884912"/>
              <a:gd name="connsiteY85" fmla="*/ 75470 h 1161397"/>
              <a:gd name="connsiteX86" fmla="*/ 6845802 w 6884912"/>
              <a:gd name="connsiteY86" fmla="*/ 24496 h 1161397"/>
              <a:gd name="connsiteX87" fmla="*/ 6884912 w 6884912"/>
              <a:gd name="connsiteY8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907640 w 6884912"/>
              <a:gd name="connsiteY57" fmla="*/ 207568 h 1161397"/>
              <a:gd name="connsiteX58" fmla="*/ 4013061 w 6884912"/>
              <a:gd name="connsiteY58" fmla="*/ 224874 h 1161397"/>
              <a:gd name="connsiteX59" fmla="*/ 4134285 w 6884912"/>
              <a:gd name="connsiteY59" fmla="*/ 235592 h 1161397"/>
              <a:gd name="connsiteX60" fmla="*/ 4220717 w 6884912"/>
              <a:gd name="connsiteY60" fmla="*/ 192946 h 1161397"/>
              <a:gd name="connsiteX61" fmla="*/ 4228802 w 6884912"/>
              <a:gd name="connsiteY61" fmla="*/ 201468 h 1161397"/>
              <a:gd name="connsiteX62" fmla="*/ 4424852 w 6884912"/>
              <a:gd name="connsiteY62" fmla="*/ 127591 h 1161397"/>
              <a:gd name="connsiteX63" fmla="*/ 4617330 w 6884912"/>
              <a:gd name="connsiteY63" fmla="*/ 111163 h 1161397"/>
              <a:gd name="connsiteX64" fmla="*/ 4730870 w 6884912"/>
              <a:gd name="connsiteY64" fmla="*/ 129432 h 1161397"/>
              <a:gd name="connsiteX65" fmla="*/ 4785037 w 6884912"/>
              <a:gd name="connsiteY65" fmla="*/ 161964 h 1161397"/>
              <a:gd name="connsiteX66" fmla="*/ 4844073 w 6884912"/>
              <a:gd name="connsiteY66" fmla="*/ 161768 h 1161397"/>
              <a:gd name="connsiteX67" fmla="*/ 4856454 w 6884912"/>
              <a:gd name="connsiteY67" fmla="*/ 130488 h 1161397"/>
              <a:gd name="connsiteX68" fmla="*/ 4920038 w 6884912"/>
              <a:gd name="connsiteY68" fmla="*/ 140418 h 1161397"/>
              <a:gd name="connsiteX69" fmla="*/ 5016639 w 6884912"/>
              <a:gd name="connsiteY69" fmla="*/ 158905 h 1161397"/>
              <a:gd name="connsiteX70" fmla="*/ 5072009 w 6884912"/>
              <a:gd name="connsiteY70" fmla="*/ 161502 h 1161397"/>
              <a:gd name="connsiteX71" fmla="*/ 5223626 w 6884912"/>
              <a:gd name="connsiteY71" fmla="*/ 177356 h 1161397"/>
              <a:gd name="connsiteX72" fmla="*/ 5467502 w 6884912"/>
              <a:gd name="connsiteY72" fmla="*/ 250963 h 1161397"/>
              <a:gd name="connsiteX73" fmla="*/ 5592395 w 6884912"/>
              <a:gd name="connsiteY73" fmla="*/ 265434 h 1161397"/>
              <a:gd name="connsiteX74" fmla="*/ 5613532 w 6884912"/>
              <a:gd name="connsiteY74" fmla="*/ 273379 h 1161397"/>
              <a:gd name="connsiteX75" fmla="*/ 5642173 w 6884912"/>
              <a:gd name="connsiteY75" fmla="*/ 266904 h 1161397"/>
              <a:gd name="connsiteX76" fmla="*/ 5756910 w 6884912"/>
              <a:gd name="connsiteY76" fmla="*/ 239211 h 1161397"/>
              <a:gd name="connsiteX77" fmla="*/ 5846667 w 6884912"/>
              <a:gd name="connsiteY77" fmla="*/ 201786 h 1161397"/>
              <a:gd name="connsiteX78" fmla="*/ 6029542 w 6884912"/>
              <a:gd name="connsiteY78" fmla="*/ 210339 h 1161397"/>
              <a:gd name="connsiteX79" fmla="*/ 6290640 w 6884912"/>
              <a:gd name="connsiteY79" fmla="*/ 167441 h 1161397"/>
              <a:gd name="connsiteX80" fmla="*/ 6380420 w 6884912"/>
              <a:gd name="connsiteY80" fmla="*/ 173195 h 1161397"/>
              <a:gd name="connsiteX81" fmla="*/ 6507891 w 6884912"/>
              <a:gd name="connsiteY81" fmla="*/ 118474 h 1161397"/>
              <a:gd name="connsiteX82" fmla="*/ 6571807 w 6884912"/>
              <a:gd name="connsiteY82" fmla="*/ 98636 h 1161397"/>
              <a:gd name="connsiteX83" fmla="*/ 6671880 w 6884912"/>
              <a:gd name="connsiteY83" fmla="*/ 82931 h 1161397"/>
              <a:gd name="connsiteX84" fmla="*/ 6702266 w 6884912"/>
              <a:gd name="connsiteY84" fmla="*/ 75470 h 1161397"/>
              <a:gd name="connsiteX85" fmla="*/ 6845802 w 6884912"/>
              <a:gd name="connsiteY85" fmla="*/ 24496 h 1161397"/>
              <a:gd name="connsiteX86" fmla="*/ 6884912 w 6884912"/>
              <a:gd name="connsiteY8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907640 w 6884912"/>
              <a:gd name="connsiteY57" fmla="*/ 207568 h 1161397"/>
              <a:gd name="connsiteX58" fmla="*/ 4013061 w 6884912"/>
              <a:gd name="connsiteY58" fmla="*/ 224874 h 1161397"/>
              <a:gd name="connsiteX59" fmla="*/ 4134285 w 6884912"/>
              <a:gd name="connsiteY59" fmla="*/ 235592 h 1161397"/>
              <a:gd name="connsiteX60" fmla="*/ 4220717 w 6884912"/>
              <a:gd name="connsiteY60" fmla="*/ 192946 h 1161397"/>
              <a:gd name="connsiteX61" fmla="*/ 4228802 w 6884912"/>
              <a:gd name="connsiteY61" fmla="*/ 201468 h 1161397"/>
              <a:gd name="connsiteX62" fmla="*/ 4424852 w 6884912"/>
              <a:gd name="connsiteY62" fmla="*/ 127591 h 1161397"/>
              <a:gd name="connsiteX63" fmla="*/ 4617330 w 6884912"/>
              <a:gd name="connsiteY63" fmla="*/ 111163 h 1161397"/>
              <a:gd name="connsiteX64" fmla="*/ 4730870 w 6884912"/>
              <a:gd name="connsiteY64" fmla="*/ 129432 h 1161397"/>
              <a:gd name="connsiteX65" fmla="*/ 4785037 w 6884912"/>
              <a:gd name="connsiteY65" fmla="*/ 161964 h 1161397"/>
              <a:gd name="connsiteX66" fmla="*/ 4844073 w 6884912"/>
              <a:gd name="connsiteY66" fmla="*/ 161768 h 1161397"/>
              <a:gd name="connsiteX67" fmla="*/ 4856454 w 6884912"/>
              <a:gd name="connsiteY67" fmla="*/ 130488 h 1161397"/>
              <a:gd name="connsiteX68" fmla="*/ 4920038 w 6884912"/>
              <a:gd name="connsiteY68" fmla="*/ 140418 h 1161397"/>
              <a:gd name="connsiteX69" fmla="*/ 5016639 w 6884912"/>
              <a:gd name="connsiteY69" fmla="*/ 158905 h 1161397"/>
              <a:gd name="connsiteX70" fmla="*/ 5072009 w 6884912"/>
              <a:gd name="connsiteY70" fmla="*/ 161502 h 1161397"/>
              <a:gd name="connsiteX71" fmla="*/ 5223626 w 6884912"/>
              <a:gd name="connsiteY71" fmla="*/ 177356 h 1161397"/>
              <a:gd name="connsiteX72" fmla="*/ 5467502 w 6884912"/>
              <a:gd name="connsiteY72" fmla="*/ 250963 h 1161397"/>
              <a:gd name="connsiteX73" fmla="*/ 5592395 w 6884912"/>
              <a:gd name="connsiteY73" fmla="*/ 265434 h 1161397"/>
              <a:gd name="connsiteX74" fmla="*/ 5613532 w 6884912"/>
              <a:gd name="connsiteY74" fmla="*/ 273379 h 1161397"/>
              <a:gd name="connsiteX75" fmla="*/ 5642173 w 6884912"/>
              <a:gd name="connsiteY75" fmla="*/ 266904 h 1161397"/>
              <a:gd name="connsiteX76" fmla="*/ 5756910 w 6884912"/>
              <a:gd name="connsiteY76" fmla="*/ 239211 h 1161397"/>
              <a:gd name="connsiteX77" fmla="*/ 5846667 w 6884912"/>
              <a:gd name="connsiteY77" fmla="*/ 201786 h 1161397"/>
              <a:gd name="connsiteX78" fmla="*/ 6029542 w 6884912"/>
              <a:gd name="connsiteY78" fmla="*/ 210339 h 1161397"/>
              <a:gd name="connsiteX79" fmla="*/ 6290640 w 6884912"/>
              <a:gd name="connsiteY79" fmla="*/ 167441 h 1161397"/>
              <a:gd name="connsiteX80" fmla="*/ 6380420 w 6884912"/>
              <a:gd name="connsiteY80" fmla="*/ 173195 h 1161397"/>
              <a:gd name="connsiteX81" fmla="*/ 6507891 w 6884912"/>
              <a:gd name="connsiteY81" fmla="*/ 118474 h 1161397"/>
              <a:gd name="connsiteX82" fmla="*/ 6571807 w 6884912"/>
              <a:gd name="connsiteY82" fmla="*/ 98636 h 1161397"/>
              <a:gd name="connsiteX83" fmla="*/ 6671880 w 6884912"/>
              <a:gd name="connsiteY83" fmla="*/ 82931 h 1161397"/>
              <a:gd name="connsiteX84" fmla="*/ 6702266 w 6884912"/>
              <a:gd name="connsiteY84" fmla="*/ 75470 h 1161397"/>
              <a:gd name="connsiteX85" fmla="*/ 6845802 w 6884912"/>
              <a:gd name="connsiteY85" fmla="*/ 24496 h 1161397"/>
              <a:gd name="connsiteX86" fmla="*/ 6884912 w 6884912"/>
              <a:gd name="connsiteY8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907640 w 6884912"/>
              <a:gd name="connsiteY56" fmla="*/ 207568 h 1161397"/>
              <a:gd name="connsiteX57" fmla="*/ 4013061 w 6884912"/>
              <a:gd name="connsiteY57" fmla="*/ 224874 h 1161397"/>
              <a:gd name="connsiteX58" fmla="*/ 4134285 w 6884912"/>
              <a:gd name="connsiteY58" fmla="*/ 235592 h 1161397"/>
              <a:gd name="connsiteX59" fmla="*/ 4220717 w 6884912"/>
              <a:gd name="connsiteY59" fmla="*/ 192946 h 1161397"/>
              <a:gd name="connsiteX60" fmla="*/ 4228802 w 6884912"/>
              <a:gd name="connsiteY60" fmla="*/ 201468 h 1161397"/>
              <a:gd name="connsiteX61" fmla="*/ 4424852 w 6884912"/>
              <a:gd name="connsiteY61" fmla="*/ 127591 h 1161397"/>
              <a:gd name="connsiteX62" fmla="*/ 4617330 w 6884912"/>
              <a:gd name="connsiteY62" fmla="*/ 111163 h 1161397"/>
              <a:gd name="connsiteX63" fmla="*/ 4730870 w 6884912"/>
              <a:gd name="connsiteY63" fmla="*/ 129432 h 1161397"/>
              <a:gd name="connsiteX64" fmla="*/ 4785037 w 6884912"/>
              <a:gd name="connsiteY64" fmla="*/ 161964 h 1161397"/>
              <a:gd name="connsiteX65" fmla="*/ 4844073 w 6884912"/>
              <a:gd name="connsiteY65" fmla="*/ 161768 h 1161397"/>
              <a:gd name="connsiteX66" fmla="*/ 4856454 w 6884912"/>
              <a:gd name="connsiteY66" fmla="*/ 130488 h 1161397"/>
              <a:gd name="connsiteX67" fmla="*/ 4920038 w 6884912"/>
              <a:gd name="connsiteY67" fmla="*/ 140418 h 1161397"/>
              <a:gd name="connsiteX68" fmla="*/ 5016639 w 6884912"/>
              <a:gd name="connsiteY68" fmla="*/ 158905 h 1161397"/>
              <a:gd name="connsiteX69" fmla="*/ 5072009 w 6884912"/>
              <a:gd name="connsiteY69" fmla="*/ 161502 h 1161397"/>
              <a:gd name="connsiteX70" fmla="*/ 5223626 w 6884912"/>
              <a:gd name="connsiteY70" fmla="*/ 177356 h 1161397"/>
              <a:gd name="connsiteX71" fmla="*/ 5467502 w 6884912"/>
              <a:gd name="connsiteY71" fmla="*/ 250963 h 1161397"/>
              <a:gd name="connsiteX72" fmla="*/ 5592395 w 6884912"/>
              <a:gd name="connsiteY72" fmla="*/ 265434 h 1161397"/>
              <a:gd name="connsiteX73" fmla="*/ 5613532 w 6884912"/>
              <a:gd name="connsiteY73" fmla="*/ 273379 h 1161397"/>
              <a:gd name="connsiteX74" fmla="*/ 5642173 w 6884912"/>
              <a:gd name="connsiteY74" fmla="*/ 266904 h 1161397"/>
              <a:gd name="connsiteX75" fmla="*/ 5756910 w 6884912"/>
              <a:gd name="connsiteY75" fmla="*/ 239211 h 1161397"/>
              <a:gd name="connsiteX76" fmla="*/ 5846667 w 6884912"/>
              <a:gd name="connsiteY76" fmla="*/ 201786 h 1161397"/>
              <a:gd name="connsiteX77" fmla="*/ 6029542 w 6884912"/>
              <a:gd name="connsiteY77" fmla="*/ 210339 h 1161397"/>
              <a:gd name="connsiteX78" fmla="*/ 6290640 w 6884912"/>
              <a:gd name="connsiteY78" fmla="*/ 167441 h 1161397"/>
              <a:gd name="connsiteX79" fmla="*/ 6380420 w 6884912"/>
              <a:gd name="connsiteY79" fmla="*/ 173195 h 1161397"/>
              <a:gd name="connsiteX80" fmla="*/ 6507891 w 6884912"/>
              <a:gd name="connsiteY80" fmla="*/ 118474 h 1161397"/>
              <a:gd name="connsiteX81" fmla="*/ 6571807 w 6884912"/>
              <a:gd name="connsiteY81" fmla="*/ 98636 h 1161397"/>
              <a:gd name="connsiteX82" fmla="*/ 6671880 w 6884912"/>
              <a:gd name="connsiteY82" fmla="*/ 82931 h 1161397"/>
              <a:gd name="connsiteX83" fmla="*/ 6702266 w 6884912"/>
              <a:gd name="connsiteY83" fmla="*/ 75470 h 1161397"/>
              <a:gd name="connsiteX84" fmla="*/ 6845802 w 6884912"/>
              <a:gd name="connsiteY84" fmla="*/ 24496 h 1161397"/>
              <a:gd name="connsiteX85" fmla="*/ 6884912 w 6884912"/>
              <a:gd name="connsiteY8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907640 w 6884912"/>
              <a:gd name="connsiteY55" fmla="*/ 207568 h 1161397"/>
              <a:gd name="connsiteX56" fmla="*/ 4013061 w 6884912"/>
              <a:gd name="connsiteY56" fmla="*/ 224874 h 1161397"/>
              <a:gd name="connsiteX57" fmla="*/ 4134285 w 6884912"/>
              <a:gd name="connsiteY57" fmla="*/ 235592 h 1161397"/>
              <a:gd name="connsiteX58" fmla="*/ 4220717 w 6884912"/>
              <a:gd name="connsiteY58" fmla="*/ 192946 h 1161397"/>
              <a:gd name="connsiteX59" fmla="*/ 4228802 w 6884912"/>
              <a:gd name="connsiteY59" fmla="*/ 201468 h 1161397"/>
              <a:gd name="connsiteX60" fmla="*/ 4424852 w 6884912"/>
              <a:gd name="connsiteY60" fmla="*/ 127591 h 1161397"/>
              <a:gd name="connsiteX61" fmla="*/ 4617330 w 6884912"/>
              <a:gd name="connsiteY61" fmla="*/ 111163 h 1161397"/>
              <a:gd name="connsiteX62" fmla="*/ 4730870 w 6884912"/>
              <a:gd name="connsiteY62" fmla="*/ 129432 h 1161397"/>
              <a:gd name="connsiteX63" fmla="*/ 4785037 w 6884912"/>
              <a:gd name="connsiteY63" fmla="*/ 161964 h 1161397"/>
              <a:gd name="connsiteX64" fmla="*/ 4844073 w 6884912"/>
              <a:gd name="connsiteY64" fmla="*/ 161768 h 1161397"/>
              <a:gd name="connsiteX65" fmla="*/ 4856454 w 6884912"/>
              <a:gd name="connsiteY65" fmla="*/ 130488 h 1161397"/>
              <a:gd name="connsiteX66" fmla="*/ 4920038 w 6884912"/>
              <a:gd name="connsiteY66" fmla="*/ 140418 h 1161397"/>
              <a:gd name="connsiteX67" fmla="*/ 5016639 w 6884912"/>
              <a:gd name="connsiteY67" fmla="*/ 158905 h 1161397"/>
              <a:gd name="connsiteX68" fmla="*/ 5072009 w 6884912"/>
              <a:gd name="connsiteY68" fmla="*/ 161502 h 1161397"/>
              <a:gd name="connsiteX69" fmla="*/ 5223626 w 6884912"/>
              <a:gd name="connsiteY69" fmla="*/ 177356 h 1161397"/>
              <a:gd name="connsiteX70" fmla="*/ 5467502 w 6884912"/>
              <a:gd name="connsiteY70" fmla="*/ 250963 h 1161397"/>
              <a:gd name="connsiteX71" fmla="*/ 5592395 w 6884912"/>
              <a:gd name="connsiteY71" fmla="*/ 265434 h 1161397"/>
              <a:gd name="connsiteX72" fmla="*/ 5613532 w 6884912"/>
              <a:gd name="connsiteY72" fmla="*/ 273379 h 1161397"/>
              <a:gd name="connsiteX73" fmla="*/ 5642173 w 6884912"/>
              <a:gd name="connsiteY73" fmla="*/ 266904 h 1161397"/>
              <a:gd name="connsiteX74" fmla="*/ 5756910 w 6884912"/>
              <a:gd name="connsiteY74" fmla="*/ 239211 h 1161397"/>
              <a:gd name="connsiteX75" fmla="*/ 5846667 w 6884912"/>
              <a:gd name="connsiteY75" fmla="*/ 201786 h 1161397"/>
              <a:gd name="connsiteX76" fmla="*/ 6029542 w 6884912"/>
              <a:gd name="connsiteY76" fmla="*/ 210339 h 1161397"/>
              <a:gd name="connsiteX77" fmla="*/ 6290640 w 6884912"/>
              <a:gd name="connsiteY77" fmla="*/ 167441 h 1161397"/>
              <a:gd name="connsiteX78" fmla="*/ 6380420 w 6884912"/>
              <a:gd name="connsiteY78" fmla="*/ 173195 h 1161397"/>
              <a:gd name="connsiteX79" fmla="*/ 6507891 w 6884912"/>
              <a:gd name="connsiteY79" fmla="*/ 118474 h 1161397"/>
              <a:gd name="connsiteX80" fmla="*/ 6571807 w 6884912"/>
              <a:gd name="connsiteY80" fmla="*/ 98636 h 1161397"/>
              <a:gd name="connsiteX81" fmla="*/ 6671880 w 6884912"/>
              <a:gd name="connsiteY81" fmla="*/ 82931 h 1161397"/>
              <a:gd name="connsiteX82" fmla="*/ 6702266 w 6884912"/>
              <a:gd name="connsiteY82" fmla="*/ 75470 h 1161397"/>
              <a:gd name="connsiteX83" fmla="*/ 6845802 w 6884912"/>
              <a:gd name="connsiteY83" fmla="*/ 24496 h 1161397"/>
              <a:gd name="connsiteX84" fmla="*/ 6884912 w 6884912"/>
              <a:gd name="connsiteY8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24852 w 6884912"/>
              <a:gd name="connsiteY59" fmla="*/ 127591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4856454 w 6884912"/>
              <a:gd name="connsiteY64" fmla="*/ 130488 h 1161397"/>
              <a:gd name="connsiteX65" fmla="*/ 4920038 w 6884912"/>
              <a:gd name="connsiteY65" fmla="*/ 140418 h 1161397"/>
              <a:gd name="connsiteX66" fmla="*/ 5016639 w 6884912"/>
              <a:gd name="connsiteY66" fmla="*/ 158905 h 1161397"/>
              <a:gd name="connsiteX67" fmla="*/ 5072009 w 6884912"/>
              <a:gd name="connsiteY67" fmla="*/ 161502 h 1161397"/>
              <a:gd name="connsiteX68" fmla="*/ 5223626 w 6884912"/>
              <a:gd name="connsiteY68" fmla="*/ 177356 h 1161397"/>
              <a:gd name="connsiteX69" fmla="*/ 5467502 w 6884912"/>
              <a:gd name="connsiteY69" fmla="*/ 250963 h 1161397"/>
              <a:gd name="connsiteX70" fmla="*/ 5592395 w 6884912"/>
              <a:gd name="connsiteY70" fmla="*/ 265434 h 1161397"/>
              <a:gd name="connsiteX71" fmla="*/ 5613532 w 6884912"/>
              <a:gd name="connsiteY71" fmla="*/ 273379 h 1161397"/>
              <a:gd name="connsiteX72" fmla="*/ 5642173 w 6884912"/>
              <a:gd name="connsiteY72" fmla="*/ 266904 h 1161397"/>
              <a:gd name="connsiteX73" fmla="*/ 5756910 w 6884912"/>
              <a:gd name="connsiteY73" fmla="*/ 239211 h 1161397"/>
              <a:gd name="connsiteX74" fmla="*/ 5846667 w 6884912"/>
              <a:gd name="connsiteY74" fmla="*/ 201786 h 1161397"/>
              <a:gd name="connsiteX75" fmla="*/ 6029542 w 6884912"/>
              <a:gd name="connsiteY75" fmla="*/ 210339 h 1161397"/>
              <a:gd name="connsiteX76" fmla="*/ 6290640 w 6884912"/>
              <a:gd name="connsiteY76" fmla="*/ 167441 h 1161397"/>
              <a:gd name="connsiteX77" fmla="*/ 6380420 w 6884912"/>
              <a:gd name="connsiteY77" fmla="*/ 173195 h 1161397"/>
              <a:gd name="connsiteX78" fmla="*/ 6507891 w 6884912"/>
              <a:gd name="connsiteY78" fmla="*/ 118474 h 1161397"/>
              <a:gd name="connsiteX79" fmla="*/ 6571807 w 6884912"/>
              <a:gd name="connsiteY79" fmla="*/ 98636 h 1161397"/>
              <a:gd name="connsiteX80" fmla="*/ 6671880 w 6884912"/>
              <a:gd name="connsiteY80" fmla="*/ 82931 h 1161397"/>
              <a:gd name="connsiteX81" fmla="*/ 6702266 w 6884912"/>
              <a:gd name="connsiteY81" fmla="*/ 75470 h 1161397"/>
              <a:gd name="connsiteX82" fmla="*/ 6845802 w 6884912"/>
              <a:gd name="connsiteY82" fmla="*/ 24496 h 1161397"/>
              <a:gd name="connsiteX83" fmla="*/ 6884912 w 6884912"/>
              <a:gd name="connsiteY8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16623 w 6884912"/>
              <a:gd name="connsiteY59" fmla="*/ 153623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4856454 w 6884912"/>
              <a:gd name="connsiteY64" fmla="*/ 130488 h 1161397"/>
              <a:gd name="connsiteX65" fmla="*/ 4920038 w 6884912"/>
              <a:gd name="connsiteY65" fmla="*/ 140418 h 1161397"/>
              <a:gd name="connsiteX66" fmla="*/ 5016639 w 6884912"/>
              <a:gd name="connsiteY66" fmla="*/ 158905 h 1161397"/>
              <a:gd name="connsiteX67" fmla="*/ 5072009 w 6884912"/>
              <a:gd name="connsiteY67" fmla="*/ 161502 h 1161397"/>
              <a:gd name="connsiteX68" fmla="*/ 5223626 w 6884912"/>
              <a:gd name="connsiteY68" fmla="*/ 177356 h 1161397"/>
              <a:gd name="connsiteX69" fmla="*/ 5467502 w 6884912"/>
              <a:gd name="connsiteY69" fmla="*/ 250963 h 1161397"/>
              <a:gd name="connsiteX70" fmla="*/ 5592395 w 6884912"/>
              <a:gd name="connsiteY70" fmla="*/ 265434 h 1161397"/>
              <a:gd name="connsiteX71" fmla="*/ 5613532 w 6884912"/>
              <a:gd name="connsiteY71" fmla="*/ 273379 h 1161397"/>
              <a:gd name="connsiteX72" fmla="*/ 5642173 w 6884912"/>
              <a:gd name="connsiteY72" fmla="*/ 266904 h 1161397"/>
              <a:gd name="connsiteX73" fmla="*/ 5756910 w 6884912"/>
              <a:gd name="connsiteY73" fmla="*/ 239211 h 1161397"/>
              <a:gd name="connsiteX74" fmla="*/ 5846667 w 6884912"/>
              <a:gd name="connsiteY74" fmla="*/ 201786 h 1161397"/>
              <a:gd name="connsiteX75" fmla="*/ 6029542 w 6884912"/>
              <a:gd name="connsiteY75" fmla="*/ 210339 h 1161397"/>
              <a:gd name="connsiteX76" fmla="*/ 6290640 w 6884912"/>
              <a:gd name="connsiteY76" fmla="*/ 167441 h 1161397"/>
              <a:gd name="connsiteX77" fmla="*/ 6380420 w 6884912"/>
              <a:gd name="connsiteY77" fmla="*/ 173195 h 1161397"/>
              <a:gd name="connsiteX78" fmla="*/ 6507891 w 6884912"/>
              <a:gd name="connsiteY78" fmla="*/ 118474 h 1161397"/>
              <a:gd name="connsiteX79" fmla="*/ 6571807 w 6884912"/>
              <a:gd name="connsiteY79" fmla="*/ 98636 h 1161397"/>
              <a:gd name="connsiteX80" fmla="*/ 6671880 w 6884912"/>
              <a:gd name="connsiteY80" fmla="*/ 82931 h 1161397"/>
              <a:gd name="connsiteX81" fmla="*/ 6702266 w 6884912"/>
              <a:gd name="connsiteY81" fmla="*/ 75470 h 1161397"/>
              <a:gd name="connsiteX82" fmla="*/ 6845802 w 6884912"/>
              <a:gd name="connsiteY82" fmla="*/ 24496 h 1161397"/>
              <a:gd name="connsiteX83" fmla="*/ 6884912 w 6884912"/>
              <a:gd name="connsiteY8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16623 w 6884912"/>
              <a:gd name="connsiteY59" fmla="*/ 153623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4856454 w 6884912"/>
              <a:gd name="connsiteY64" fmla="*/ 130488 h 1161397"/>
              <a:gd name="connsiteX65" fmla="*/ 5016639 w 6884912"/>
              <a:gd name="connsiteY65" fmla="*/ 158905 h 1161397"/>
              <a:gd name="connsiteX66" fmla="*/ 5072009 w 6884912"/>
              <a:gd name="connsiteY66" fmla="*/ 161502 h 1161397"/>
              <a:gd name="connsiteX67" fmla="*/ 5223626 w 6884912"/>
              <a:gd name="connsiteY67" fmla="*/ 177356 h 1161397"/>
              <a:gd name="connsiteX68" fmla="*/ 5467502 w 6884912"/>
              <a:gd name="connsiteY68" fmla="*/ 250963 h 1161397"/>
              <a:gd name="connsiteX69" fmla="*/ 5592395 w 6884912"/>
              <a:gd name="connsiteY69" fmla="*/ 265434 h 1161397"/>
              <a:gd name="connsiteX70" fmla="*/ 5613532 w 6884912"/>
              <a:gd name="connsiteY70" fmla="*/ 273379 h 1161397"/>
              <a:gd name="connsiteX71" fmla="*/ 5642173 w 6884912"/>
              <a:gd name="connsiteY71" fmla="*/ 266904 h 1161397"/>
              <a:gd name="connsiteX72" fmla="*/ 5756910 w 6884912"/>
              <a:gd name="connsiteY72" fmla="*/ 239211 h 1161397"/>
              <a:gd name="connsiteX73" fmla="*/ 5846667 w 6884912"/>
              <a:gd name="connsiteY73" fmla="*/ 201786 h 1161397"/>
              <a:gd name="connsiteX74" fmla="*/ 6029542 w 6884912"/>
              <a:gd name="connsiteY74" fmla="*/ 210339 h 1161397"/>
              <a:gd name="connsiteX75" fmla="*/ 6290640 w 6884912"/>
              <a:gd name="connsiteY75" fmla="*/ 167441 h 1161397"/>
              <a:gd name="connsiteX76" fmla="*/ 6380420 w 6884912"/>
              <a:gd name="connsiteY76" fmla="*/ 173195 h 1161397"/>
              <a:gd name="connsiteX77" fmla="*/ 6507891 w 6884912"/>
              <a:gd name="connsiteY77" fmla="*/ 118474 h 1161397"/>
              <a:gd name="connsiteX78" fmla="*/ 6571807 w 6884912"/>
              <a:gd name="connsiteY78" fmla="*/ 98636 h 1161397"/>
              <a:gd name="connsiteX79" fmla="*/ 6671880 w 6884912"/>
              <a:gd name="connsiteY79" fmla="*/ 82931 h 1161397"/>
              <a:gd name="connsiteX80" fmla="*/ 6702266 w 6884912"/>
              <a:gd name="connsiteY80" fmla="*/ 75470 h 1161397"/>
              <a:gd name="connsiteX81" fmla="*/ 6845802 w 6884912"/>
              <a:gd name="connsiteY81" fmla="*/ 24496 h 1161397"/>
              <a:gd name="connsiteX82" fmla="*/ 6884912 w 6884912"/>
              <a:gd name="connsiteY8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16623 w 6884912"/>
              <a:gd name="connsiteY59" fmla="*/ 153623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5016639 w 6884912"/>
              <a:gd name="connsiteY64" fmla="*/ 158905 h 1161397"/>
              <a:gd name="connsiteX65" fmla="*/ 5072009 w 6884912"/>
              <a:gd name="connsiteY65" fmla="*/ 161502 h 1161397"/>
              <a:gd name="connsiteX66" fmla="*/ 5223626 w 6884912"/>
              <a:gd name="connsiteY66" fmla="*/ 177356 h 1161397"/>
              <a:gd name="connsiteX67" fmla="*/ 5467502 w 6884912"/>
              <a:gd name="connsiteY67" fmla="*/ 250963 h 1161397"/>
              <a:gd name="connsiteX68" fmla="*/ 5592395 w 6884912"/>
              <a:gd name="connsiteY68" fmla="*/ 265434 h 1161397"/>
              <a:gd name="connsiteX69" fmla="*/ 5613532 w 6884912"/>
              <a:gd name="connsiteY69" fmla="*/ 273379 h 1161397"/>
              <a:gd name="connsiteX70" fmla="*/ 5642173 w 6884912"/>
              <a:gd name="connsiteY70" fmla="*/ 266904 h 1161397"/>
              <a:gd name="connsiteX71" fmla="*/ 5756910 w 6884912"/>
              <a:gd name="connsiteY71" fmla="*/ 239211 h 1161397"/>
              <a:gd name="connsiteX72" fmla="*/ 5846667 w 6884912"/>
              <a:gd name="connsiteY72" fmla="*/ 201786 h 1161397"/>
              <a:gd name="connsiteX73" fmla="*/ 6029542 w 6884912"/>
              <a:gd name="connsiteY73" fmla="*/ 210339 h 1161397"/>
              <a:gd name="connsiteX74" fmla="*/ 6290640 w 6884912"/>
              <a:gd name="connsiteY74" fmla="*/ 167441 h 1161397"/>
              <a:gd name="connsiteX75" fmla="*/ 6380420 w 6884912"/>
              <a:gd name="connsiteY75" fmla="*/ 173195 h 1161397"/>
              <a:gd name="connsiteX76" fmla="*/ 6507891 w 6884912"/>
              <a:gd name="connsiteY76" fmla="*/ 118474 h 1161397"/>
              <a:gd name="connsiteX77" fmla="*/ 6571807 w 6884912"/>
              <a:gd name="connsiteY77" fmla="*/ 98636 h 1161397"/>
              <a:gd name="connsiteX78" fmla="*/ 6671880 w 6884912"/>
              <a:gd name="connsiteY78" fmla="*/ 82931 h 1161397"/>
              <a:gd name="connsiteX79" fmla="*/ 6702266 w 6884912"/>
              <a:gd name="connsiteY79" fmla="*/ 75470 h 1161397"/>
              <a:gd name="connsiteX80" fmla="*/ 6845802 w 6884912"/>
              <a:gd name="connsiteY80" fmla="*/ 24496 h 1161397"/>
              <a:gd name="connsiteX81" fmla="*/ 6884912 w 6884912"/>
              <a:gd name="connsiteY81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31799" y="1126149"/>
                  <a:pt x="298798" y="1044531"/>
                  <a:pt x="355512" y="1036593"/>
                </a:cubicBezTo>
                <a:cubicBezTo>
                  <a:pt x="427149" y="1015055"/>
                  <a:pt x="466407" y="1043128"/>
                  <a:pt x="519354" y="1038706"/>
                </a:cubicBezTo>
                <a:cubicBezTo>
                  <a:pt x="536908" y="1031720"/>
                  <a:pt x="669410" y="970661"/>
                  <a:pt x="689654" y="966675"/>
                </a:cubicBezTo>
                <a:cubicBezTo>
                  <a:pt x="736045" y="948784"/>
                  <a:pt x="769339" y="947890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cubicBezTo>
                  <a:pt x="1200307" y="688370"/>
                  <a:pt x="1275301" y="651309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50503" y="614507"/>
                  <a:pt x="1381945" y="616030"/>
                  <a:pt x="1391606" y="615229"/>
                </a:cubicBez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85857" y="623401"/>
                  <a:pt x="1592172" y="629819"/>
                </a:cubicBezTo>
                <a:cubicBezTo>
                  <a:pt x="1651945" y="578091"/>
                  <a:pt x="1659006" y="610309"/>
                  <a:pt x="1731986" y="589682"/>
                </a:cubicBezTo>
                <a:cubicBezTo>
                  <a:pt x="1817442" y="583260"/>
                  <a:pt x="1884494" y="589156"/>
                  <a:pt x="1940326" y="582611"/>
                </a:cubicBezTo>
                <a:cubicBezTo>
                  <a:pt x="1967287" y="583845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754324" y="424766"/>
                </a:ln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72664" y="234091"/>
                  <a:pt x="3860868" y="210929"/>
                  <a:pt x="3907640" y="207568"/>
                </a:cubicBezTo>
                <a:lnTo>
                  <a:pt x="4013061" y="224874"/>
                </a:ln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196151" y="208022"/>
                  <a:pt x="4228802" y="201468"/>
                </a:cubicBezTo>
                <a:cubicBezTo>
                  <a:pt x="4261453" y="194914"/>
                  <a:pt x="4351868" y="168674"/>
                  <a:pt x="4416623" y="153623"/>
                </a:cubicBezTo>
                <a:cubicBezTo>
                  <a:pt x="4490845" y="140294"/>
                  <a:pt x="4527062" y="166416"/>
                  <a:pt x="4617330" y="111163"/>
                </a:cubicBezTo>
                <a:cubicBezTo>
                  <a:pt x="4668333" y="111470"/>
                  <a:pt x="4702919" y="120965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lnTo>
                  <a:pt x="5016639" y="158905"/>
                </a:ln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9541" y="192266"/>
                  <a:pt x="5406040" y="236283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106" y="196974"/>
                  <a:pt x="5955547" y="216063"/>
                  <a:pt x="6029542" y="210339"/>
                </a:cubicBezTo>
                <a:cubicBezTo>
                  <a:pt x="6084527" y="201461"/>
                  <a:pt x="6232160" y="173632"/>
                  <a:pt x="6290640" y="167441"/>
                </a:cubicBezTo>
                <a:cubicBezTo>
                  <a:pt x="6330523" y="169653"/>
                  <a:pt x="6344211" y="181356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0FBE8EC-1812-4EE8-AE95-F57CA25AA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V="1">
            <a:off x="8566205" y="0"/>
            <a:ext cx="3625795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290640 w 6884912"/>
              <a:gd name="connsiteY101" fmla="*/ 167441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290640 w 6884912"/>
              <a:gd name="connsiteY100" fmla="*/ 167441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134285 w 6884912"/>
              <a:gd name="connsiteY77" fmla="*/ 235592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290640 w 6884912"/>
              <a:gd name="connsiteY99" fmla="*/ 167441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134285 w 6884912"/>
              <a:gd name="connsiteY76" fmla="*/ 235592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785037 w 6884912"/>
              <a:gd name="connsiteY83" fmla="*/ 161964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290640 w 6884912"/>
              <a:gd name="connsiteY98" fmla="*/ 167441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4013061 w 6884912"/>
              <a:gd name="connsiteY74" fmla="*/ 224874 h 1161397"/>
              <a:gd name="connsiteX75" fmla="*/ 4134285 w 6884912"/>
              <a:gd name="connsiteY75" fmla="*/ 235592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785037 w 6884912"/>
              <a:gd name="connsiteY82" fmla="*/ 161964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290640 w 6884912"/>
              <a:gd name="connsiteY97" fmla="*/ 167441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4013061 w 6884912"/>
              <a:gd name="connsiteY73" fmla="*/ 224874 h 1161397"/>
              <a:gd name="connsiteX74" fmla="*/ 4134285 w 6884912"/>
              <a:gd name="connsiteY74" fmla="*/ 235592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785037 w 6884912"/>
              <a:gd name="connsiteY81" fmla="*/ 161964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290640 w 6884912"/>
              <a:gd name="connsiteY96" fmla="*/ 167441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907640 w 6884912"/>
              <a:gd name="connsiteY71" fmla="*/ 207568 h 1161397"/>
              <a:gd name="connsiteX72" fmla="*/ 4013061 w 6884912"/>
              <a:gd name="connsiteY72" fmla="*/ 224874 h 1161397"/>
              <a:gd name="connsiteX73" fmla="*/ 4134285 w 6884912"/>
              <a:gd name="connsiteY73" fmla="*/ 235592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785037 w 6884912"/>
              <a:gd name="connsiteY80" fmla="*/ 161964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290640 w 6884912"/>
              <a:gd name="connsiteY95" fmla="*/ 167441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907640 w 6884912"/>
              <a:gd name="connsiteY70" fmla="*/ 207568 h 1161397"/>
              <a:gd name="connsiteX71" fmla="*/ 4013061 w 6884912"/>
              <a:gd name="connsiteY71" fmla="*/ 224874 h 1161397"/>
              <a:gd name="connsiteX72" fmla="*/ 4134285 w 6884912"/>
              <a:gd name="connsiteY72" fmla="*/ 235592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785037 w 6884912"/>
              <a:gd name="connsiteY79" fmla="*/ 161964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290640 w 6884912"/>
              <a:gd name="connsiteY94" fmla="*/ 167441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907640 w 6884912"/>
              <a:gd name="connsiteY69" fmla="*/ 207568 h 1161397"/>
              <a:gd name="connsiteX70" fmla="*/ 4013061 w 6884912"/>
              <a:gd name="connsiteY70" fmla="*/ 224874 h 1161397"/>
              <a:gd name="connsiteX71" fmla="*/ 4134285 w 6884912"/>
              <a:gd name="connsiteY71" fmla="*/ 235592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785037 w 6884912"/>
              <a:gd name="connsiteY78" fmla="*/ 161964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290640 w 6884912"/>
              <a:gd name="connsiteY93" fmla="*/ 167441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907640 w 6884912"/>
              <a:gd name="connsiteY69" fmla="*/ 207568 h 1161397"/>
              <a:gd name="connsiteX70" fmla="*/ 4013061 w 6884912"/>
              <a:gd name="connsiteY70" fmla="*/ 224874 h 1161397"/>
              <a:gd name="connsiteX71" fmla="*/ 4134285 w 6884912"/>
              <a:gd name="connsiteY71" fmla="*/ 235592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424852 w 6884912"/>
              <a:gd name="connsiteY74" fmla="*/ 127591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785037 w 6884912"/>
              <a:gd name="connsiteY78" fmla="*/ 161964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290640 w 6884912"/>
              <a:gd name="connsiteY93" fmla="*/ 167441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907640 w 6884912"/>
              <a:gd name="connsiteY69" fmla="*/ 207568 h 1161397"/>
              <a:gd name="connsiteX70" fmla="*/ 4013061 w 6884912"/>
              <a:gd name="connsiteY70" fmla="*/ 224874 h 1161397"/>
              <a:gd name="connsiteX71" fmla="*/ 4134285 w 6884912"/>
              <a:gd name="connsiteY71" fmla="*/ 235592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424852 w 6884912"/>
              <a:gd name="connsiteY74" fmla="*/ 127591 h 1161397"/>
              <a:gd name="connsiteX75" fmla="*/ 4617330 w 6884912"/>
              <a:gd name="connsiteY75" fmla="*/ 111163 h 1161397"/>
              <a:gd name="connsiteX76" fmla="*/ 4730870 w 6884912"/>
              <a:gd name="connsiteY76" fmla="*/ 129432 h 1161397"/>
              <a:gd name="connsiteX77" fmla="*/ 4785037 w 6884912"/>
              <a:gd name="connsiteY77" fmla="*/ 161964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290640 w 6884912"/>
              <a:gd name="connsiteY92" fmla="*/ 167441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907640 w 6884912"/>
              <a:gd name="connsiteY68" fmla="*/ 207568 h 1161397"/>
              <a:gd name="connsiteX69" fmla="*/ 4013061 w 6884912"/>
              <a:gd name="connsiteY69" fmla="*/ 224874 h 1161397"/>
              <a:gd name="connsiteX70" fmla="*/ 4134285 w 6884912"/>
              <a:gd name="connsiteY70" fmla="*/ 235592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424852 w 6884912"/>
              <a:gd name="connsiteY73" fmla="*/ 127591 h 1161397"/>
              <a:gd name="connsiteX74" fmla="*/ 4617330 w 6884912"/>
              <a:gd name="connsiteY74" fmla="*/ 111163 h 1161397"/>
              <a:gd name="connsiteX75" fmla="*/ 4730870 w 6884912"/>
              <a:gd name="connsiteY75" fmla="*/ 129432 h 1161397"/>
              <a:gd name="connsiteX76" fmla="*/ 4785037 w 6884912"/>
              <a:gd name="connsiteY76" fmla="*/ 161964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290640 w 6884912"/>
              <a:gd name="connsiteY91" fmla="*/ 167441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127968 w 6884912"/>
              <a:gd name="connsiteY57" fmla="*/ 287613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907640 w 6884912"/>
              <a:gd name="connsiteY68" fmla="*/ 207568 h 1161397"/>
              <a:gd name="connsiteX69" fmla="*/ 4013061 w 6884912"/>
              <a:gd name="connsiteY69" fmla="*/ 224874 h 1161397"/>
              <a:gd name="connsiteX70" fmla="*/ 4134285 w 6884912"/>
              <a:gd name="connsiteY70" fmla="*/ 235592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424852 w 6884912"/>
              <a:gd name="connsiteY73" fmla="*/ 127591 h 1161397"/>
              <a:gd name="connsiteX74" fmla="*/ 4617330 w 6884912"/>
              <a:gd name="connsiteY74" fmla="*/ 111163 h 1161397"/>
              <a:gd name="connsiteX75" fmla="*/ 4730870 w 6884912"/>
              <a:gd name="connsiteY75" fmla="*/ 129432 h 1161397"/>
              <a:gd name="connsiteX76" fmla="*/ 4785037 w 6884912"/>
              <a:gd name="connsiteY76" fmla="*/ 161964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6029542 w 6884912"/>
              <a:gd name="connsiteY89" fmla="*/ 210339 h 1161397"/>
              <a:gd name="connsiteX90" fmla="*/ 6290640 w 6884912"/>
              <a:gd name="connsiteY90" fmla="*/ 167441 h 1161397"/>
              <a:gd name="connsiteX91" fmla="*/ 6380420 w 6884912"/>
              <a:gd name="connsiteY91" fmla="*/ 173195 h 1161397"/>
              <a:gd name="connsiteX92" fmla="*/ 6507891 w 6884912"/>
              <a:gd name="connsiteY92" fmla="*/ 118474 h 1161397"/>
              <a:gd name="connsiteX93" fmla="*/ 6571807 w 6884912"/>
              <a:gd name="connsiteY93" fmla="*/ 98636 h 1161397"/>
              <a:gd name="connsiteX94" fmla="*/ 6671880 w 6884912"/>
              <a:gd name="connsiteY94" fmla="*/ 82931 h 1161397"/>
              <a:gd name="connsiteX95" fmla="*/ 6702266 w 6884912"/>
              <a:gd name="connsiteY95" fmla="*/ 75470 h 1161397"/>
              <a:gd name="connsiteX96" fmla="*/ 6845802 w 6884912"/>
              <a:gd name="connsiteY96" fmla="*/ 24496 h 1161397"/>
              <a:gd name="connsiteX97" fmla="*/ 6884912 w 6884912"/>
              <a:gd name="connsiteY9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127968 w 6884912"/>
              <a:gd name="connsiteY56" fmla="*/ 287613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287859 w 6884912"/>
              <a:gd name="connsiteY59" fmla="*/ 287558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907640 w 6884912"/>
              <a:gd name="connsiteY67" fmla="*/ 207568 h 1161397"/>
              <a:gd name="connsiteX68" fmla="*/ 4013061 w 6884912"/>
              <a:gd name="connsiteY68" fmla="*/ 224874 h 1161397"/>
              <a:gd name="connsiteX69" fmla="*/ 4134285 w 6884912"/>
              <a:gd name="connsiteY69" fmla="*/ 235592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424852 w 6884912"/>
              <a:gd name="connsiteY72" fmla="*/ 127591 h 1161397"/>
              <a:gd name="connsiteX73" fmla="*/ 4617330 w 6884912"/>
              <a:gd name="connsiteY73" fmla="*/ 111163 h 1161397"/>
              <a:gd name="connsiteX74" fmla="*/ 4730870 w 6884912"/>
              <a:gd name="connsiteY74" fmla="*/ 129432 h 1161397"/>
              <a:gd name="connsiteX75" fmla="*/ 4785037 w 6884912"/>
              <a:gd name="connsiteY75" fmla="*/ 161964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6029542 w 6884912"/>
              <a:gd name="connsiteY88" fmla="*/ 210339 h 1161397"/>
              <a:gd name="connsiteX89" fmla="*/ 6290640 w 6884912"/>
              <a:gd name="connsiteY89" fmla="*/ 167441 h 1161397"/>
              <a:gd name="connsiteX90" fmla="*/ 6380420 w 6884912"/>
              <a:gd name="connsiteY90" fmla="*/ 173195 h 1161397"/>
              <a:gd name="connsiteX91" fmla="*/ 6507891 w 6884912"/>
              <a:gd name="connsiteY91" fmla="*/ 118474 h 1161397"/>
              <a:gd name="connsiteX92" fmla="*/ 6571807 w 6884912"/>
              <a:gd name="connsiteY92" fmla="*/ 98636 h 1161397"/>
              <a:gd name="connsiteX93" fmla="*/ 6671880 w 6884912"/>
              <a:gd name="connsiteY93" fmla="*/ 82931 h 1161397"/>
              <a:gd name="connsiteX94" fmla="*/ 6702266 w 6884912"/>
              <a:gd name="connsiteY94" fmla="*/ 75470 h 1161397"/>
              <a:gd name="connsiteX95" fmla="*/ 6845802 w 6884912"/>
              <a:gd name="connsiteY95" fmla="*/ 24496 h 1161397"/>
              <a:gd name="connsiteX96" fmla="*/ 6884912 w 6884912"/>
              <a:gd name="connsiteY9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92172 w 6884912"/>
              <a:gd name="connsiteY39" fmla="*/ 629819 h 1161397"/>
              <a:gd name="connsiteX40" fmla="*/ 1731986 w 6884912"/>
              <a:gd name="connsiteY40" fmla="*/ 589682 h 1161397"/>
              <a:gd name="connsiteX41" fmla="*/ 1940326 w 6884912"/>
              <a:gd name="connsiteY41" fmla="*/ 582611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127968 w 6884912"/>
              <a:gd name="connsiteY55" fmla="*/ 287613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287859 w 6884912"/>
              <a:gd name="connsiteY58" fmla="*/ 287558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907640 w 6884912"/>
              <a:gd name="connsiteY66" fmla="*/ 207568 h 1161397"/>
              <a:gd name="connsiteX67" fmla="*/ 4013061 w 6884912"/>
              <a:gd name="connsiteY67" fmla="*/ 224874 h 1161397"/>
              <a:gd name="connsiteX68" fmla="*/ 4134285 w 6884912"/>
              <a:gd name="connsiteY68" fmla="*/ 235592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424852 w 6884912"/>
              <a:gd name="connsiteY71" fmla="*/ 127591 h 1161397"/>
              <a:gd name="connsiteX72" fmla="*/ 4617330 w 6884912"/>
              <a:gd name="connsiteY72" fmla="*/ 111163 h 1161397"/>
              <a:gd name="connsiteX73" fmla="*/ 4730870 w 6884912"/>
              <a:gd name="connsiteY73" fmla="*/ 129432 h 1161397"/>
              <a:gd name="connsiteX74" fmla="*/ 4785037 w 6884912"/>
              <a:gd name="connsiteY74" fmla="*/ 161964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6029542 w 6884912"/>
              <a:gd name="connsiteY87" fmla="*/ 210339 h 1161397"/>
              <a:gd name="connsiteX88" fmla="*/ 6290640 w 6884912"/>
              <a:gd name="connsiteY88" fmla="*/ 167441 h 1161397"/>
              <a:gd name="connsiteX89" fmla="*/ 6380420 w 6884912"/>
              <a:gd name="connsiteY89" fmla="*/ 173195 h 1161397"/>
              <a:gd name="connsiteX90" fmla="*/ 6507891 w 6884912"/>
              <a:gd name="connsiteY90" fmla="*/ 118474 h 1161397"/>
              <a:gd name="connsiteX91" fmla="*/ 6571807 w 6884912"/>
              <a:gd name="connsiteY91" fmla="*/ 98636 h 1161397"/>
              <a:gd name="connsiteX92" fmla="*/ 6671880 w 6884912"/>
              <a:gd name="connsiteY92" fmla="*/ 82931 h 1161397"/>
              <a:gd name="connsiteX93" fmla="*/ 6702266 w 6884912"/>
              <a:gd name="connsiteY93" fmla="*/ 75470 h 1161397"/>
              <a:gd name="connsiteX94" fmla="*/ 6845802 w 6884912"/>
              <a:gd name="connsiteY94" fmla="*/ 24496 h 1161397"/>
              <a:gd name="connsiteX95" fmla="*/ 6884912 w 6884912"/>
              <a:gd name="connsiteY9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92172 w 6884912"/>
              <a:gd name="connsiteY38" fmla="*/ 629819 h 1161397"/>
              <a:gd name="connsiteX39" fmla="*/ 1731986 w 6884912"/>
              <a:gd name="connsiteY39" fmla="*/ 589682 h 1161397"/>
              <a:gd name="connsiteX40" fmla="*/ 1940326 w 6884912"/>
              <a:gd name="connsiteY40" fmla="*/ 582611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127968 w 6884912"/>
              <a:gd name="connsiteY54" fmla="*/ 287613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287859 w 6884912"/>
              <a:gd name="connsiteY57" fmla="*/ 287558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907640 w 6884912"/>
              <a:gd name="connsiteY65" fmla="*/ 207568 h 1161397"/>
              <a:gd name="connsiteX66" fmla="*/ 4013061 w 6884912"/>
              <a:gd name="connsiteY66" fmla="*/ 224874 h 1161397"/>
              <a:gd name="connsiteX67" fmla="*/ 4134285 w 6884912"/>
              <a:gd name="connsiteY67" fmla="*/ 235592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424852 w 6884912"/>
              <a:gd name="connsiteY70" fmla="*/ 127591 h 1161397"/>
              <a:gd name="connsiteX71" fmla="*/ 4617330 w 6884912"/>
              <a:gd name="connsiteY71" fmla="*/ 111163 h 1161397"/>
              <a:gd name="connsiteX72" fmla="*/ 4730870 w 6884912"/>
              <a:gd name="connsiteY72" fmla="*/ 129432 h 1161397"/>
              <a:gd name="connsiteX73" fmla="*/ 4785037 w 6884912"/>
              <a:gd name="connsiteY73" fmla="*/ 161964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467502 w 6884912"/>
              <a:gd name="connsiteY80" fmla="*/ 250963 h 1161397"/>
              <a:gd name="connsiteX81" fmla="*/ 5592395 w 6884912"/>
              <a:gd name="connsiteY81" fmla="*/ 265434 h 1161397"/>
              <a:gd name="connsiteX82" fmla="*/ 5613532 w 6884912"/>
              <a:gd name="connsiteY82" fmla="*/ 273379 h 1161397"/>
              <a:gd name="connsiteX83" fmla="*/ 5642173 w 6884912"/>
              <a:gd name="connsiteY83" fmla="*/ 266904 h 1161397"/>
              <a:gd name="connsiteX84" fmla="*/ 5756910 w 6884912"/>
              <a:gd name="connsiteY84" fmla="*/ 239211 h 1161397"/>
              <a:gd name="connsiteX85" fmla="*/ 5846667 w 6884912"/>
              <a:gd name="connsiteY85" fmla="*/ 201786 h 1161397"/>
              <a:gd name="connsiteX86" fmla="*/ 6029542 w 6884912"/>
              <a:gd name="connsiteY86" fmla="*/ 210339 h 1161397"/>
              <a:gd name="connsiteX87" fmla="*/ 6290640 w 6884912"/>
              <a:gd name="connsiteY87" fmla="*/ 167441 h 1161397"/>
              <a:gd name="connsiteX88" fmla="*/ 6380420 w 6884912"/>
              <a:gd name="connsiteY88" fmla="*/ 173195 h 1161397"/>
              <a:gd name="connsiteX89" fmla="*/ 6507891 w 6884912"/>
              <a:gd name="connsiteY89" fmla="*/ 118474 h 1161397"/>
              <a:gd name="connsiteX90" fmla="*/ 6571807 w 6884912"/>
              <a:gd name="connsiteY90" fmla="*/ 98636 h 1161397"/>
              <a:gd name="connsiteX91" fmla="*/ 6671880 w 6884912"/>
              <a:gd name="connsiteY91" fmla="*/ 82931 h 1161397"/>
              <a:gd name="connsiteX92" fmla="*/ 6702266 w 6884912"/>
              <a:gd name="connsiteY92" fmla="*/ 75470 h 1161397"/>
              <a:gd name="connsiteX93" fmla="*/ 6845802 w 6884912"/>
              <a:gd name="connsiteY93" fmla="*/ 24496 h 1161397"/>
              <a:gd name="connsiteX94" fmla="*/ 6884912 w 6884912"/>
              <a:gd name="connsiteY9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92172 w 6884912"/>
              <a:gd name="connsiteY37" fmla="*/ 629819 h 1161397"/>
              <a:gd name="connsiteX38" fmla="*/ 1731986 w 6884912"/>
              <a:gd name="connsiteY38" fmla="*/ 589682 h 1161397"/>
              <a:gd name="connsiteX39" fmla="*/ 1940326 w 6884912"/>
              <a:gd name="connsiteY39" fmla="*/ 582611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127968 w 6884912"/>
              <a:gd name="connsiteY53" fmla="*/ 287613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287859 w 6884912"/>
              <a:gd name="connsiteY56" fmla="*/ 287558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907640 w 6884912"/>
              <a:gd name="connsiteY64" fmla="*/ 207568 h 1161397"/>
              <a:gd name="connsiteX65" fmla="*/ 4013061 w 6884912"/>
              <a:gd name="connsiteY65" fmla="*/ 224874 h 1161397"/>
              <a:gd name="connsiteX66" fmla="*/ 4134285 w 6884912"/>
              <a:gd name="connsiteY66" fmla="*/ 235592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424852 w 6884912"/>
              <a:gd name="connsiteY69" fmla="*/ 127591 h 1161397"/>
              <a:gd name="connsiteX70" fmla="*/ 4617330 w 6884912"/>
              <a:gd name="connsiteY70" fmla="*/ 111163 h 1161397"/>
              <a:gd name="connsiteX71" fmla="*/ 4730870 w 6884912"/>
              <a:gd name="connsiteY71" fmla="*/ 129432 h 1161397"/>
              <a:gd name="connsiteX72" fmla="*/ 4785037 w 6884912"/>
              <a:gd name="connsiteY72" fmla="*/ 161964 h 1161397"/>
              <a:gd name="connsiteX73" fmla="*/ 4844073 w 6884912"/>
              <a:gd name="connsiteY73" fmla="*/ 161768 h 1161397"/>
              <a:gd name="connsiteX74" fmla="*/ 4856454 w 6884912"/>
              <a:gd name="connsiteY74" fmla="*/ 130488 h 1161397"/>
              <a:gd name="connsiteX75" fmla="*/ 4920038 w 6884912"/>
              <a:gd name="connsiteY75" fmla="*/ 140418 h 1161397"/>
              <a:gd name="connsiteX76" fmla="*/ 5016639 w 6884912"/>
              <a:gd name="connsiteY76" fmla="*/ 158905 h 1161397"/>
              <a:gd name="connsiteX77" fmla="*/ 5072009 w 6884912"/>
              <a:gd name="connsiteY77" fmla="*/ 161502 h 1161397"/>
              <a:gd name="connsiteX78" fmla="*/ 5223626 w 6884912"/>
              <a:gd name="connsiteY78" fmla="*/ 177356 h 1161397"/>
              <a:gd name="connsiteX79" fmla="*/ 5467502 w 6884912"/>
              <a:gd name="connsiteY79" fmla="*/ 250963 h 1161397"/>
              <a:gd name="connsiteX80" fmla="*/ 5592395 w 6884912"/>
              <a:gd name="connsiteY80" fmla="*/ 265434 h 1161397"/>
              <a:gd name="connsiteX81" fmla="*/ 5613532 w 6884912"/>
              <a:gd name="connsiteY81" fmla="*/ 273379 h 1161397"/>
              <a:gd name="connsiteX82" fmla="*/ 5642173 w 6884912"/>
              <a:gd name="connsiteY82" fmla="*/ 266904 h 1161397"/>
              <a:gd name="connsiteX83" fmla="*/ 5756910 w 6884912"/>
              <a:gd name="connsiteY83" fmla="*/ 239211 h 1161397"/>
              <a:gd name="connsiteX84" fmla="*/ 5846667 w 6884912"/>
              <a:gd name="connsiteY84" fmla="*/ 201786 h 1161397"/>
              <a:gd name="connsiteX85" fmla="*/ 6029542 w 6884912"/>
              <a:gd name="connsiteY85" fmla="*/ 210339 h 1161397"/>
              <a:gd name="connsiteX86" fmla="*/ 6290640 w 6884912"/>
              <a:gd name="connsiteY86" fmla="*/ 167441 h 1161397"/>
              <a:gd name="connsiteX87" fmla="*/ 6380420 w 6884912"/>
              <a:gd name="connsiteY87" fmla="*/ 173195 h 1161397"/>
              <a:gd name="connsiteX88" fmla="*/ 6507891 w 6884912"/>
              <a:gd name="connsiteY88" fmla="*/ 118474 h 1161397"/>
              <a:gd name="connsiteX89" fmla="*/ 6571807 w 6884912"/>
              <a:gd name="connsiteY89" fmla="*/ 98636 h 1161397"/>
              <a:gd name="connsiteX90" fmla="*/ 6671880 w 6884912"/>
              <a:gd name="connsiteY90" fmla="*/ 82931 h 1161397"/>
              <a:gd name="connsiteX91" fmla="*/ 6702266 w 6884912"/>
              <a:gd name="connsiteY91" fmla="*/ 75470 h 1161397"/>
              <a:gd name="connsiteX92" fmla="*/ 6845802 w 6884912"/>
              <a:gd name="connsiteY92" fmla="*/ 24496 h 1161397"/>
              <a:gd name="connsiteX93" fmla="*/ 6884912 w 6884912"/>
              <a:gd name="connsiteY9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92172 w 6884912"/>
              <a:gd name="connsiteY36" fmla="*/ 629819 h 1161397"/>
              <a:gd name="connsiteX37" fmla="*/ 1731986 w 6884912"/>
              <a:gd name="connsiteY37" fmla="*/ 589682 h 1161397"/>
              <a:gd name="connsiteX38" fmla="*/ 1940326 w 6884912"/>
              <a:gd name="connsiteY38" fmla="*/ 582611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127968 w 6884912"/>
              <a:gd name="connsiteY52" fmla="*/ 287613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287859 w 6884912"/>
              <a:gd name="connsiteY55" fmla="*/ 287558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907640 w 6884912"/>
              <a:gd name="connsiteY63" fmla="*/ 207568 h 1161397"/>
              <a:gd name="connsiteX64" fmla="*/ 4013061 w 6884912"/>
              <a:gd name="connsiteY64" fmla="*/ 224874 h 1161397"/>
              <a:gd name="connsiteX65" fmla="*/ 4134285 w 6884912"/>
              <a:gd name="connsiteY65" fmla="*/ 235592 h 1161397"/>
              <a:gd name="connsiteX66" fmla="*/ 4220717 w 6884912"/>
              <a:gd name="connsiteY66" fmla="*/ 192946 h 1161397"/>
              <a:gd name="connsiteX67" fmla="*/ 4228802 w 6884912"/>
              <a:gd name="connsiteY67" fmla="*/ 201468 h 1161397"/>
              <a:gd name="connsiteX68" fmla="*/ 4424852 w 6884912"/>
              <a:gd name="connsiteY68" fmla="*/ 127591 h 1161397"/>
              <a:gd name="connsiteX69" fmla="*/ 4617330 w 6884912"/>
              <a:gd name="connsiteY69" fmla="*/ 111163 h 1161397"/>
              <a:gd name="connsiteX70" fmla="*/ 4730870 w 6884912"/>
              <a:gd name="connsiteY70" fmla="*/ 129432 h 1161397"/>
              <a:gd name="connsiteX71" fmla="*/ 4785037 w 6884912"/>
              <a:gd name="connsiteY71" fmla="*/ 161964 h 1161397"/>
              <a:gd name="connsiteX72" fmla="*/ 4844073 w 6884912"/>
              <a:gd name="connsiteY72" fmla="*/ 161768 h 1161397"/>
              <a:gd name="connsiteX73" fmla="*/ 4856454 w 6884912"/>
              <a:gd name="connsiteY73" fmla="*/ 130488 h 1161397"/>
              <a:gd name="connsiteX74" fmla="*/ 4920038 w 6884912"/>
              <a:gd name="connsiteY74" fmla="*/ 140418 h 1161397"/>
              <a:gd name="connsiteX75" fmla="*/ 5016639 w 6884912"/>
              <a:gd name="connsiteY75" fmla="*/ 158905 h 1161397"/>
              <a:gd name="connsiteX76" fmla="*/ 5072009 w 6884912"/>
              <a:gd name="connsiteY76" fmla="*/ 161502 h 1161397"/>
              <a:gd name="connsiteX77" fmla="*/ 5223626 w 6884912"/>
              <a:gd name="connsiteY77" fmla="*/ 177356 h 1161397"/>
              <a:gd name="connsiteX78" fmla="*/ 5467502 w 6884912"/>
              <a:gd name="connsiteY78" fmla="*/ 250963 h 1161397"/>
              <a:gd name="connsiteX79" fmla="*/ 5592395 w 6884912"/>
              <a:gd name="connsiteY79" fmla="*/ 265434 h 1161397"/>
              <a:gd name="connsiteX80" fmla="*/ 5613532 w 6884912"/>
              <a:gd name="connsiteY80" fmla="*/ 273379 h 1161397"/>
              <a:gd name="connsiteX81" fmla="*/ 5642173 w 6884912"/>
              <a:gd name="connsiteY81" fmla="*/ 266904 h 1161397"/>
              <a:gd name="connsiteX82" fmla="*/ 5756910 w 6884912"/>
              <a:gd name="connsiteY82" fmla="*/ 239211 h 1161397"/>
              <a:gd name="connsiteX83" fmla="*/ 5846667 w 6884912"/>
              <a:gd name="connsiteY83" fmla="*/ 201786 h 1161397"/>
              <a:gd name="connsiteX84" fmla="*/ 6029542 w 6884912"/>
              <a:gd name="connsiteY84" fmla="*/ 210339 h 1161397"/>
              <a:gd name="connsiteX85" fmla="*/ 6290640 w 6884912"/>
              <a:gd name="connsiteY85" fmla="*/ 167441 h 1161397"/>
              <a:gd name="connsiteX86" fmla="*/ 6380420 w 6884912"/>
              <a:gd name="connsiteY86" fmla="*/ 173195 h 1161397"/>
              <a:gd name="connsiteX87" fmla="*/ 6507891 w 6884912"/>
              <a:gd name="connsiteY87" fmla="*/ 118474 h 1161397"/>
              <a:gd name="connsiteX88" fmla="*/ 6571807 w 6884912"/>
              <a:gd name="connsiteY88" fmla="*/ 98636 h 1161397"/>
              <a:gd name="connsiteX89" fmla="*/ 6671880 w 6884912"/>
              <a:gd name="connsiteY89" fmla="*/ 82931 h 1161397"/>
              <a:gd name="connsiteX90" fmla="*/ 6702266 w 6884912"/>
              <a:gd name="connsiteY90" fmla="*/ 75470 h 1161397"/>
              <a:gd name="connsiteX91" fmla="*/ 6845802 w 6884912"/>
              <a:gd name="connsiteY91" fmla="*/ 24496 h 1161397"/>
              <a:gd name="connsiteX92" fmla="*/ 6884912 w 6884912"/>
              <a:gd name="connsiteY9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92172 w 6884912"/>
              <a:gd name="connsiteY36" fmla="*/ 629819 h 1161397"/>
              <a:gd name="connsiteX37" fmla="*/ 1731986 w 6884912"/>
              <a:gd name="connsiteY37" fmla="*/ 589682 h 1161397"/>
              <a:gd name="connsiteX38" fmla="*/ 1940326 w 6884912"/>
              <a:gd name="connsiteY38" fmla="*/ 582611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127968 w 6884912"/>
              <a:gd name="connsiteY52" fmla="*/ 287613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287859 w 6884912"/>
              <a:gd name="connsiteY55" fmla="*/ 287558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907640 w 6884912"/>
              <a:gd name="connsiteY63" fmla="*/ 207568 h 1161397"/>
              <a:gd name="connsiteX64" fmla="*/ 4013061 w 6884912"/>
              <a:gd name="connsiteY64" fmla="*/ 224874 h 1161397"/>
              <a:gd name="connsiteX65" fmla="*/ 4134285 w 6884912"/>
              <a:gd name="connsiteY65" fmla="*/ 235592 h 1161397"/>
              <a:gd name="connsiteX66" fmla="*/ 4220717 w 6884912"/>
              <a:gd name="connsiteY66" fmla="*/ 192946 h 1161397"/>
              <a:gd name="connsiteX67" fmla="*/ 4228802 w 6884912"/>
              <a:gd name="connsiteY67" fmla="*/ 201468 h 1161397"/>
              <a:gd name="connsiteX68" fmla="*/ 4424852 w 6884912"/>
              <a:gd name="connsiteY68" fmla="*/ 127591 h 1161397"/>
              <a:gd name="connsiteX69" fmla="*/ 4617330 w 6884912"/>
              <a:gd name="connsiteY69" fmla="*/ 111163 h 1161397"/>
              <a:gd name="connsiteX70" fmla="*/ 4730870 w 6884912"/>
              <a:gd name="connsiteY70" fmla="*/ 129432 h 1161397"/>
              <a:gd name="connsiteX71" fmla="*/ 4785037 w 6884912"/>
              <a:gd name="connsiteY71" fmla="*/ 161964 h 1161397"/>
              <a:gd name="connsiteX72" fmla="*/ 4844073 w 6884912"/>
              <a:gd name="connsiteY72" fmla="*/ 161768 h 1161397"/>
              <a:gd name="connsiteX73" fmla="*/ 4856454 w 6884912"/>
              <a:gd name="connsiteY73" fmla="*/ 130488 h 1161397"/>
              <a:gd name="connsiteX74" fmla="*/ 4920038 w 6884912"/>
              <a:gd name="connsiteY74" fmla="*/ 140418 h 1161397"/>
              <a:gd name="connsiteX75" fmla="*/ 5016639 w 6884912"/>
              <a:gd name="connsiteY75" fmla="*/ 158905 h 1161397"/>
              <a:gd name="connsiteX76" fmla="*/ 5072009 w 6884912"/>
              <a:gd name="connsiteY76" fmla="*/ 161502 h 1161397"/>
              <a:gd name="connsiteX77" fmla="*/ 5223626 w 6884912"/>
              <a:gd name="connsiteY77" fmla="*/ 177356 h 1161397"/>
              <a:gd name="connsiteX78" fmla="*/ 5467502 w 6884912"/>
              <a:gd name="connsiteY78" fmla="*/ 250963 h 1161397"/>
              <a:gd name="connsiteX79" fmla="*/ 5592395 w 6884912"/>
              <a:gd name="connsiteY79" fmla="*/ 265434 h 1161397"/>
              <a:gd name="connsiteX80" fmla="*/ 5613532 w 6884912"/>
              <a:gd name="connsiteY80" fmla="*/ 273379 h 1161397"/>
              <a:gd name="connsiteX81" fmla="*/ 5642173 w 6884912"/>
              <a:gd name="connsiteY81" fmla="*/ 266904 h 1161397"/>
              <a:gd name="connsiteX82" fmla="*/ 5756910 w 6884912"/>
              <a:gd name="connsiteY82" fmla="*/ 239211 h 1161397"/>
              <a:gd name="connsiteX83" fmla="*/ 5846667 w 6884912"/>
              <a:gd name="connsiteY83" fmla="*/ 201786 h 1161397"/>
              <a:gd name="connsiteX84" fmla="*/ 6029542 w 6884912"/>
              <a:gd name="connsiteY84" fmla="*/ 210339 h 1161397"/>
              <a:gd name="connsiteX85" fmla="*/ 6290640 w 6884912"/>
              <a:gd name="connsiteY85" fmla="*/ 167441 h 1161397"/>
              <a:gd name="connsiteX86" fmla="*/ 6380420 w 6884912"/>
              <a:gd name="connsiteY86" fmla="*/ 173195 h 1161397"/>
              <a:gd name="connsiteX87" fmla="*/ 6507891 w 6884912"/>
              <a:gd name="connsiteY87" fmla="*/ 118474 h 1161397"/>
              <a:gd name="connsiteX88" fmla="*/ 6571807 w 6884912"/>
              <a:gd name="connsiteY88" fmla="*/ 98636 h 1161397"/>
              <a:gd name="connsiteX89" fmla="*/ 6671880 w 6884912"/>
              <a:gd name="connsiteY89" fmla="*/ 82931 h 1161397"/>
              <a:gd name="connsiteX90" fmla="*/ 6702266 w 6884912"/>
              <a:gd name="connsiteY90" fmla="*/ 75470 h 1161397"/>
              <a:gd name="connsiteX91" fmla="*/ 6845802 w 6884912"/>
              <a:gd name="connsiteY91" fmla="*/ 24496 h 1161397"/>
              <a:gd name="connsiteX92" fmla="*/ 6884912 w 6884912"/>
              <a:gd name="connsiteY9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601644 w 6884912"/>
              <a:gd name="connsiteY8" fmla="*/ 1003997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92172 w 6884912"/>
              <a:gd name="connsiteY35" fmla="*/ 629819 h 1161397"/>
              <a:gd name="connsiteX36" fmla="*/ 1731986 w 6884912"/>
              <a:gd name="connsiteY36" fmla="*/ 589682 h 1161397"/>
              <a:gd name="connsiteX37" fmla="*/ 1940326 w 6884912"/>
              <a:gd name="connsiteY37" fmla="*/ 582611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127968 w 6884912"/>
              <a:gd name="connsiteY51" fmla="*/ 287613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287859 w 6884912"/>
              <a:gd name="connsiteY54" fmla="*/ 287558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907640 w 6884912"/>
              <a:gd name="connsiteY62" fmla="*/ 207568 h 1161397"/>
              <a:gd name="connsiteX63" fmla="*/ 4013061 w 6884912"/>
              <a:gd name="connsiteY63" fmla="*/ 224874 h 1161397"/>
              <a:gd name="connsiteX64" fmla="*/ 4134285 w 6884912"/>
              <a:gd name="connsiteY64" fmla="*/ 235592 h 1161397"/>
              <a:gd name="connsiteX65" fmla="*/ 4220717 w 6884912"/>
              <a:gd name="connsiteY65" fmla="*/ 192946 h 1161397"/>
              <a:gd name="connsiteX66" fmla="*/ 4228802 w 6884912"/>
              <a:gd name="connsiteY66" fmla="*/ 201468 h 1161397"/>
              <a:gd name="connsiteX67" fmla="*/ 4424852 w 6884912"/>
              <a:gd name="connsiteY67" fmla="*/ 127591 h 1161397"/>
              <a:gd name="connsiteX68" fmla="*/ 4617330 w 6884912"/>
              <a:gd name="connsiteY68" fmla="*/ 111163 h 1161397"/>
              <a:gd name="connsiteX69" fmla="*/ 4730870 w 6884912"/>
              <a:gd name="connsiteY69" fmla="*/ 129432 h 1161397"/>
              <a:gd name="connsiteX70" fmla="*/ 4785037 w 6884912"/>
              <a:gd name="connsiteY70" fmla="*/ 161964 h 1161397"/>
              <a:gd name="connsiteX71" fmla="*/ 4844073 w 6884912"/>
              <a:gd name="connsiteY71" fmla="*/ 161768 h 1161397"/>
              <a:gd name="connsiteX72" fmla="*/ 4856454 w 6884912"/>
              <a:gd name="connsiteY72" fmla="*/ 130488 h 1161397"/>
              <a:gd name="connsiteX73" fmla="*/ 4920038 w 6884912"/>
              <a:gd name="connsiteY73" fmla="*/ 140418 h 1161397"/>
              <a:gd name="connsiteX74" fmla="*/ 5016639 w 6884912"/>
              <a:gd name="connsiteY74" fmla="*/ 158905 h 1161397"/>
              <a:gd name="connsiteX75" fmla="*/ 5072009 w 6884912"/>
              <a:gd name="connsiteY75" fmla="*/ 161502 h 1161397"/>
              <a:gd name="connsiteX76" fmla="*/ 5223626 w 6884912"/>
              <a:gd name="connsiteY76" fmla="*/ 177356 h 1161397"/>
              <a:gd name="connsiteX77" fmla="*/ 5467502 w 6884912"/>
              <a:gd name="connsiteY77" fmla="*/ 250963 h 1161397"/>
              <a:gd name="connsiteX78" fmla="*/ 5592395 w 6884912"/>
              <a:gd name="connsiteY78" fmla="*/ 265434 h 1161397"/>
              <a:gd name="connsiteX79" fmla="*/ 5613532 w 6884912"/>
              <a:gd name="connsiteY79" fmla="*/ 273379 h 1161397"/>
              <a:gd name="connsiteX80" fmla="*/ 5642173 w 6884912"/>
              <a:gd name="connsiteY80" fmla="*/ 266904 h 1161397"/>
              <a:gd name="connsiteX81" fmla="*/ 5756910 w 6884912"/>
              <a:gd name="connsiteY81" fmla="*/ 239211 h 1161397"/>
              <a:gd name="connsiteX82" fmla="*/ 5846667 w 6884912"/>
              <a:gd name="connsiteY82" fmla="*/ 201786 h 1161397"/>
              <a:gd name="connsiteX83" fmla="*/ 6029542 w 6884912"/>
              <a:gd name="connsiteY83" fmla="*/ 210339 h 1161397"/>
              <a:gd name="connsiteX84" fmla="*/ 6290640 w 6884912"/>
              <a:gd name="connsiteY84" fmla="*/ 167441 h 1161397"/>
              <a:gd name="connsiteX85" fmla="*/ 6380420 w 6884912"/>
              <a:gd name="connsiteY85" fmla="*/ 173195 h 1161397"/>
              <a:gd name="connsiteX86" fmla="*/ 6507891 w 6884912"/>
              <a:gd name="connsiteY86" fmla="*/ 118474 h 1161397"/>
              <a:gd name="connsiteX87" fmla="*/ 6571807 w 6884912"/>
              <a:gd name="connsiteY87" fmla="*/ 98636 h 1161397"/>
              <a:gd name="connsiteX88" fmla="*/ 6671880 w 6884912"/>
              <a:gd name="connsiteY88" fmla="*/ 82931 h 1161397"/>
              <a:gd name="connsiteX89" fmla="*/ 6702266 w 6884912"/>
              <a:gd name="connsiteY89" fmla="*/ 75470 h 1161397"/>
              <a:gd name="connsiteX90" fmla="*/ 6845802 w 6884912"/>
              <a:gd name="connsiteY90" fmla="*/ 24496 h 1161397"/>
              <a:gd name="connsiteX91" fmla="*/ 6884912 w 6884912"/>
              <a:gd name="connsiteY9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92172 w 6884912"/>
              <a:gd name="connsiteY35" fmla="*/ 629819 h 1161397"/>
              <a:gd name="connsiteX36" fmla="*/ 1731986 w 6884912"/>
              <a:gd name="connsiteY36" fmla="*/ 589682 h 1161397"/>
              <a:gd name="connsiteX37" fmla="*/ 1940326 w 6884912"/>
              <a:gd name="connsiteY37" fmla="*/ 582611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127968 w 6884912"/>
              <a:gd name="connsiteY51" fmla="*/ 287613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287859 w 6884912"/>
              <a:gd name="connsiteY54" fmla="*/ 287558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907640 w 6884912"/>
              <a:gd name="connsiteY62" fmla="*/ 207568 h 1161397"/>
              <a:gd name="connsiteX63" fmla="*/ 4013061 w 6884912"/>
              <a:gd name="connsiteY63" fmla="*/ 224874 h 1161397"/>
              <a:gd name="connsiteX64" fmla="*/ 4134285 w 6884912"/>
              <a:gd name="connsiteY64" fmla="*/ 235592 h 1161397"/>
              <a:gd name="connsiteX65" fmla="*/ 4220717 w 6884912"/>
              <a:gd name="connsiteY65" fmla="*/ 192946 h 1161397"/>
              <a:gd name="connsiteX66" fmla="*/ 4228802 w 6884912"/>
              <a:gd name="connsiteY66" fmla="*/ 201468 h 1161397"/>
              <a:gd name="connsiteX67" fmla="*/ 4424852 w 6884912"/>
              <a:gd name="connsiteY67" fmla="*/ 127591 h 1161397"/>
              <a:gd name="connsiteX68" fmla="*/ 4617330 w 6884912"/>
              <a:gd name="connsiteY68" fmla="*/ 111163 h 1161397"/>
              <a:gd name="connsiteX69" fmla="*/ 4730870 w 6884912"/>
              <a:gd name="connsiteY69" fmla="*/ 129432 h 1161397"/>
              <a:gd name="connsiteX70" fmla="*/ 4785037 w 6884912"/>
              <a:gd name="connsiteY70" fmla="*/ 161964 h 1161397"/>
              <a:gd name="connsiteX71" fmla="*/ 4844073 w 6884912"/>
              <a:gd name="connsiteY71" fmla="*/ 161768 h 1161397"/>
              <a:gd name="connsiteX72" fmla="*/ 4856454 w 6884912"/>
              <a:gd name="connsiteY72" fmla="*/ 130488 h 1161397"/>
              <a:gd name="connsiteX73" fmla="*/ 4920038 w 6884912"/>
              <a:gd name="connsiteY73" fmla="*/ 140418 h 1161397"/>
              <a:gd name="connsiteX74" fmla="*/ 5016639 w 6884912"/>
              <a:gd name="connsiteY74" fmla="*/ 158905 h 1161397"/>
              <a:gd name="connsiteX75" fmla="*/ 5072009 w 6884912"/>
              <a:gd name="connsiteY75" fmla="*/ 161502 h 1161397"/>
              <a:gd name="connsiteX76" fmla="*/ 5223626 w 6884912"/>
              <a:gd name="connsiteY76" fmla="*/ 177356 h 1161397"/>
              <a:gd name="connsiteX77" fmla="*/ 5467502 w 6884912"/>
              <a:gd name="connsiteY77" fmla="*/ 250963 h 1161397"/>
              <a:gd name="connsiteX78" fmla="*/ 5592395 w 6884912"/>
              <a:gd name="connsiteY78" fmla="*/ 265434 h 1161397"/>
              <a:gd name="connsiteX79" fmla="*/ 5613532 w 6884912"/>
              <a:gd name="connsiteY79" fmla="*/ 273379 h 1161397"/>
              <a:gd name="connsiteX80" fmla="*/ 5642173 w 6884912"/>
              <a:gd name="connsiteY80" fmla="*/ 266904 h 1161397"/>
              <a:gd name="connsiteX81" fmla="*/ 5756910 w 6884912"/>
              <a:gd name="connsiteY81" fmla="*/ 239211 h 1161397"/>
              <a:gd name="connsiteX82" fmla="*/ 5846667 w 6884912"/>
              <a:gd name="connsiteY82" fmla="*/ 201786 h 1161397"/>
              <a:gd name="connsiteX83" fmla="*/ 6029542 w 6884912"/>
              <a:gd name="connsiteY83" fmla="*/ 210339 h 1161397"/>
              <a:gd name="connsiteX84" fmla="*/ 6290640 w 6884912"/>
              <a:gd name="connsiteY84" fmla="*/ 167441 h 1161397"/>
              <a:gd name="connsiteX85" fmla="*/ 6380420 w 6884912"/>
              <a:gd name="connsiteY85" fmla="*/ 173195 h 1161397"/>
              <a:gd name="connsiteX86" fmla="*/ 6507891 w 6884912"/>
              <a:gd name="connsiteY86" fmla="*/ 118474 h 1161397"/>
              <a:gd name="connsiteX87" fmla="*/ 6571807 w 6884912"/>
              <a:gd name="connsiteY87" fmla="*/ 98636 h 1161397"/>
              <a:gd name="connsiteX88" fmla="*/ 6671880 w 6884912"/>
              <a:gd name="connsiteY88" fmla="*/ 82931 h 1161397"/>
              <a:gd name="connsiteX89" fmla="*/ 6702266 w 6884912"/>
              <a:gd name="connsiteY89" fmla="*/ 75470 h 1161397"/>
              <a:gd name="connsiteX90" fmla="*/ 6845802 w 6884912"/>
              <a:gd name="connsiteY90" fmla="*/ 24496 h 1161397"/>
              <a:gd name="connsiteX91" fmla="*/ 6884912 w 6884912"/>
              <a:gd name="connsiteY9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92172 w 6884912"/>
              <a:gd name="connsiteY34" fmla="*/ 629819 h 1161397"/>
              <a:gd name="connsiteX35" fmla="*/ 1731986 w 6884912"/>
              <a:gd name="connsiteY35" fmla="*/ 589682 h 1161397"/>
              <a:gd name="connsiteX36" fmla="*/ 1940326 w 6884912"/>
              <a:gd name="connsiteY36" fmla="*/ 582611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127968 w 6884912"/>
              <a:gd name="connsiteY50" fmla="*/ 287613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287859 w 6884912"/>
              <a:gd name="connsiteY53" fmla="*/ 287558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907640 w 6884912"/>
              <a:gd name="connsiteY61" fmla="*/ 207568 h 1161397"/>
              <a:gd name="connsiteX62" fmla="*/ 4013061 w 6884912"/>
              <a:gd name="connsiteY62" fmla="*/ 224874 h 1161397"/>
              <a:gd name="connsiteX63" fmla="*/ 4134285 w 6884912"/>
              <a:gd name="connsiteY63" fmla="*/ 235592 h 1161397"/>
              <a:gd name="connsiteX64" fmla="*/ 4220717 w 6884912"/>
              <a:gd name="connsiteY64" fmla="*/ 192946 h 1161397"/>
              <a:gd name="connsiteX65" fmla="*/ 4228802 w 6884912"/>
              <a:gd name="connsiteY65" fmla="*/ 201468 h 1161397"/>
              <a:gd name="connsiteX66" fmla="*/ 4424852 w 6884912"/>
              <a:gd name="connsiteY66" fmla="*/ 127591 h 1161397"/>
              <a:gd name="connsiteX67" fmla="*/ 4617330 w 6884912"/>
              <a:gd name="connsiteY67" fmla="*/ 111163 h 1161397"/>
              <a:gd name="connsiteX68" fmla="*/ 4730870 w 6884912"/>
              <a:gd name="connsiteY68" fmla="*/ 129432 h 1161397"/>
              <a:gd name="connsiteX69" fmla="*/ 4785037 w 6884912"/>
              <a:gd name="connsiteY69" fmla="*/ 161964 h 1161397"/>
              <a:gd name="connsiteX70" fmla="*/ 4844073 w 6884912"/>
              <a:gd name="connsiteY70" fmla="*/ 161768 h 1161397"/>
              <a:gd name="connsiteX71" fmla="*/ 4856454 w 6884912"/>
              <a:gd name="connsiteY71" fmla="*/ 130488 h 1161397"/>
              <a:gd name="connsiteX72" fmla="*/ 4920038 w 6884912"/>
              <a:gd name="connsiteY72" fmla="*/ 140418 h 1161397"/>
              <a:gd name="connsiteX73" fmla="*/ 5016639 w 6884912"/>
              <a:gd name="connsiteY73" fmla="*/ 158905 h 1161397"/>
              <a:gd name="connsiteX74" fmla="*/ 5072009 w 6884912"/>
              <a:gd name="connsiteY74" fmla="*/ 161502 h 1161397"/>
              <a:gd name="connsiteX75" fmla="*/ 5223626 w 6884912"/>
              <a:gd name="connsiteY75" fmla="*/ 177356 h 1161397"/>
              <a:gd name="connsiteX76" fmla="*/ 5467502 w 6884912"/>
              <a:gd name="connsiteY76" fmla="*/ 250963 h 1161397"/>
              <a:gd name="connsiteX77" fmla="*/ 5592395 w 6884912"/>
              <a:gd name="connsiteY77" fmla="*/ 265434 h 1161397"/>
              <a:gd name="connsiteX78" fmla="*/ 5613532 w 6884912"/>
              <a:gd name="connsiteY78" fmla="*/ 273379 h 1161397"/>
              <a:gd name="connsiteX79" fmla="*/ 5642173 w 6884912"/>
              <a:gd name="connsiteY79" fmla="*/ 266904 h 1161397"/>
              <a:gd name="connsiteX80" fmla="*/ 5756910 w 6884912"/>
              <a:gd name="connsiteY80" fmla="*/ 239211 h 1161397"/>
              <a:gd name="connsiteX81" fmla="*/ 5846667 w 6884912"/>
              <a:gd name="connsiteY81" fmla="*/ 201786 h 1161397"/>
              <a:gd name="connsiteX82" fmla="*/ 6029542 w 6884912"/>
              <a:gd name="connsiteY82" fmla="*/ 210339 h 1161397"/>
              <a:gd name="connsiteX83" fmla="*/ 6290640 w 6884912"/>
              <a:gd name="connsiteY83" fmla="*/ 167441 h 1161397"/>
              <a:gd name="connsiteX84" fmla="*/ 6380420 w 6884912"/>
              <a:gd name="connsiteY84" fmla="*/ 173195 h 1161397"/>
              <a:gd name="connsiteX85" fmla="*/ 6507891 w 6884912"/>
              <a:gd name="connsiteY85" fmla="*/ 118474 h 1161397"/>
              <a:gd name="connsiteX86" fmla="*/ 6571807 w 6884912"/>
              <a:gd name="connsiteY86" fmla="*/ 98636 h 1161397"/>
              <a:gd name="connsiteX87" fmla="*/ 6671880 w 6884912"/>
              <a:gd name="connsiteY87" fmla="*/ 82931 h 1161397"/>
              <a:gd name="connsiteX88" fmla="*/ 6702266 w 6884912"/>
              <a:gd name="connsiteY88" fmla="*/ 75470 h 1161397"/>
              <a:gd name="connsiteX89" fmla="*/ 6845802 w 6884912"/>
              <a:gd name="connsiteY89" fmla="*/ 24496 h 1161397"/>
              <a:gd name="connsiteX90" fmla="*/ 6884912 w 6884912"/>
              <a:gd name="connsiteY9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88995 w 6884912"/>
              <a:gd name="connsiteY19" fmla="*/ 697048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92172 w 6884912"/>
              <a:gd name="connsiteY33" fmla="*/ 629819 h 1161397"/>
              <a:gd name="connsiteX34" fmla="*/ 1731986 w 6884912"/>
              <a:gd name="connsiteY34" fmla="*/ 589682 h 1161397"/>
              <a:gd name="connsiteX35" fmla="*/ 1940326 w 6884912"/>
              <a:gd name="connsiteY35" fmla="*/ 582611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127968 w 6884912"/>
              <a:gd name="connsiteY49" fmla="*/ 287613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287859 w 6884912"/>
              <a:gd name="connsiteY52" fmla="*/ 287558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907640 w 6884912"/>
              <a:gd name="connsiteY60" fmla="*/ 207568 h 1161397"/>
              <a:gd name="connsiteX61" fmla="*/ 4013061 w 6884912"/>
              <a:gd name="connsiteY61" fmla="*/ 224874 h 1161397"/>
              <a:gd name="connsiteX62" fmla="*/ 4134285 w 6884912"/>
              <a:gd name="connsiteY62" fmla="*/ 235592 h 1161397"/>
              <a:gd name="connsiteX63" fmla="*/ 4220717 w 6884912"/>
              <a:gd name="connsiteY63" fmla="*/ 192946 h 1161397"/>
              <a:gd name="connsiteX64" fmla="*/ 4228802 w 6884912"/>
              <a:gd name="connsiteY64" fmla="*/ 201468 h 1161397"/>
              <a:gd name="connsiteX65" fmla="*/ 4424852 w 6884912"/>
              <a:gd name="connsiteY65" fmla="*/ 127591 h 1161397"/>
              <a:gd name="connsiteX66" fmla="*/ 4617330 w 6884912"/>
              <a:gd name="connsiteY66" fmla="*/ 111163 h 1161397"/>
              <a:gd name="connsiteX67" fmla="*/ 4730870 w 6884912"/>
              <a:gd name="connsiteY67" fmla="*/ 129432 h 1161397"/>
              <a:gd name="connsiteX68" fmla="*/ 4785037 w 6884912"/>
              <a:gd name="connsiteY68" fmla="*/ 161964 h 1161397"/>
              <a:gd name="connsiteX69" fmla="*/ 4844073 w 6884912"/>
              <a:gd name="connsiteY69" fmla="*/ 161768 h 1161397"/>
              <a:gd name="connsiteX70" fmla="*/ 4856454 w 6884912"/>
              <a:gd name="connsiteY70" fmla="*/ 130488 h 1161397"/>
              <a:gd name="connsiteX71" fmla="*/ 4920038 w 6884912"/>
              <a:gd name="connsiteY71" fmla="*/ 140418 h 1161397"/>
              <a:gd name="connsiteX72" fmla="*/ 5016639 w 6884912"/>
              <a:gd name="connsiteY72" fmla="*/ 158905 h 1161397"/>
              <a:gd name="connsiteX73" fmla="*/ 5072009 w 6884912"/>
              <a:gd name="connsiteY73" fmla="*/ 161502 h 1161397"/>
              <a:gd name="connsiteX74" fmla="*/ 5223626 w 6884912"/>
              <a:gd name="connsiteY74" fmla="*/ 177356 h 1161397"/>
              <a:gd name="connsiteX75" fmla="*/ 5467502 w 6884912"/>
              <a:gd name="connsiteY75" fmla="*/ 250963 h 1161397"/>
              <a:gd name="connsiteX76" fmla="*/ 5592395 w 6884912"/>
              <a:gd name="connsiteY76" fmla="*/ 265434 h 1161397"/>
              <a:gd name="connsiteX77" fmla="*/ 5613532 w 6884912"/>
              <a:gd name="connsiteY77" fmla="*/ 273379 h 1161397"/>
              <a:gd name="connsiteX78" fmla="*/ 5642173 w 6884912"/>
              <a:gd name="connsiteY78" fmla="*/ 266904 h 1161397"/>
              <a:gd name="connsiteX79" fmla="*/ 5756910 w 6884912"/>
              <a:gd name="connsiteY79" fmla="*/ 239211 h 1161397"/>
              <a:gd name="connsiteX80" fmla="*/ 5846667 w 6884912"/>
              <a:gd name="connsiteY80" fmla="*/ 201786 h 1161397"/>
              <a:gd name="connsiteX81" fmla="*/ 6029542 w 6884912"/>
              <a:gd name="connsiteY81" fmla="*/ 210339 h 1161397"/>
              <a:gd name="connsiteX82" fmla="*/ 6290640 w 6884912"/>
              <a:gd name="connsiteY82" fmla="*/ 167441 h 1161397"/>
              <a:gd name="connsiteX83" fmla="*/ 6380420 w 6884912"/>
              <a:gd name="connsiteY83" fmla="*/ 173195 h 1161397"/>
              <a:gd name="connsiteX84" fmla="*/ 6507891 w 6884912"/>
              <a:gd name="connsiteY84" fmla="*/ 118474 h 1161397"/>
              <a:gd name="connsiteX85" fmla="*/ 6571807 w 6884912"/>
              <a:gd name="connsiteY85" fmla="*/ 98636 h 1161397"/>
              <a:gd name="connsiteX86" fmla="*/ 6671880 w 6884912"/>
              <a:gd name="connsiteY86" fmla="*/ 82931 h 1161397"/>
              <a:gd name="connsiteX87" fmla="*/ 6702266 w 6884912"/>
              <a:gd name="connsiteY87" fmla="*/ 75470 h 1161397"/>
              <a:gd name="connsiteX88" fmla="*/ 6845802 w 6884912"/>
              <a:gd name="connsiteY88" fmla="*/ 24496 h 1161397"/>
              <a:gd name="connsiteX89" fmla="*/ 6884912 w 6884912"/>
              <a:gd name="connsiteY8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88995 w 6884912"/>
              <a:gd name="connsiteY19" fmla="*/ 697048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92172 w 6884912"/>
              <a:gd name="connsiteY32" fmla="*/ 629819 h 1161397"/>
              <a:gd name="connsiteX33" fmla="*/ 1731986 w 6884912"/>
              <a:gd name="connsiteY33" fmla="*/ 589682 h 1161397"/>
              <a:gd name="connsiteX34" fmla="*/ 1940326 w 6884912"/>
              <a:gd name="connsiteY34" fmla="*/ 582611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127968 w 6884912"/>
              <a:gd name="connsiteY48" fmla="*/ 287613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287859 w 6884912"/>
              <a:gd name="connsiteY51" fmla="*/ 287558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907640 w 6884912"/>
              <a:gd name="connsiteY59" fmla="*/ 207568 h 1161397"/>
              <a:gd name="connsiteX60" fmla="*/ 4013061 w 6884912"/>
              <a:gd name="connsiteY60" fmla="*/ 224874 h 1161397"/>
              <a:gd name="connsiteX61" fmla="*/ 4134285 w 6884912"/>
              <a:gd name="connsiteY61" fmla="*/ 235592 h 1161397"/>
              <a:gd name="connsiteX62" fmla="*/ 4220717 w 6884912"/>
              <a:gd name="connsiteY62" fmla="*/ 192946 h 1161397"/>
              <a:gd name="connsiteX63" fmla="*/ 4228802 w 6884912"/>
              <a:gd name="connsiteY63" fmla="*/ 201468 h 1161397"/>
              <a:gd name="connsiteX64" fmla="*/ 4424852 w 6884912"/>
              <a:gd name="connsiteY64" fmla="*/ 127591 h 1161397"/>
              <a:gd name="connsiteX65" fmla="*/ 4617330 w 6884912"/>
              <a:gd name="connsiteY65" fmla="*/ 111163 h 1161397"/>
              <a:gd name="connsiteX66" fmla="*/ 4730870 w 6884912"/>
              <a:gd name="connsiteY66" fmla="*/ 129432 h 1161397"/>
              <a:gd name="connsiteX67" fmla="*/ 4785037 w 6884912"/>
              <a:gd name="connsiteY67" fmla="*/ 161964 h 1161397"/>
              <a:gd name="connsiteX68" fmla="*/ 4844073 w 6884912"/>
              <a:gd name="connsiteY68" fmla="*/ 161768 h 1161397"/>
              <a:gd name="connsiteX69" fmla="*/ 4856454 w 6884912"/>
              <a:gd name="connsiteY69" fmla="*/ 130488 h 1161397"/>
              <a:gd name="connsiteX70" fmla="*/ 4920038 w 6884912"/>
              <a:gd name="connsiteY70" fmla="*/ 140418 h 1161397"/>
              <a:gd name="connsiteX71" fmla="*/ 5016639 w 6884912"/>
              <a:gd name="connsiteY71" fmla="*/ 158905 h 1161397"/>
              <a:gd name="connsiteX72" fmla="*/ 5072009 w 6884912"/>
              <a:gd name="connsiteY72" fmla="*/ 161502 h 1161397"/>
              <a:gd name="connsiteX73" fmla="*/ 5223626 w 6884912"/>
              <a:gd name="connsiteY73" fmla="*/ 177356 h 1161397"/>
              <a:gd name="connsiteX74" fmla="*/ 5467502 w 6884912"/>
              <a:gd name="connsiteY74" fmla="*/ 250963 h 1161397"/>
              <a:gd name="connsiteX75" fmla="*/ 5592395 w 6884912"/>
              <a:gd name="connsiteY75" fmla="*/ 265434 h 1161397"/>
              <a:gd name="connsiteX76" fmla="*/ 5613532 w 6884912"/>
              <a:gd name="connsiteY76" fmla="*/ 273379 h 1161397"/>
              <a:gd name="connsiteX77" fmla="*/ 5642173 w 6884912"/>
              <a:gd name="connsiteY77" fmla="*/ 266904 h 1161397"/>
              <a:gd name="connsiteX78" fmla="*/ 5756910 w 6884912"/>
              <a:gd name="connsiteY78" fmla="*/ 239211 h 1161397"/>
              <a:gd name="connsiteX79" fmla="*/ 5846667 w 6884912"/>
              <a:gd name="connsiteY79" fmla="*/ 201786 h 1161397"/>
              <a:gd name="connsiteX80" fmla="*/ 6029542 w 6884912"/>
              <a:gd name="connsiteY80" fmla="*/ 210339 h 1161397"/>
              <a:gd name="connsiteX81" fmla="*/ 6290640 w 6884912"/>
              <a:gd name="connsiteY81" fmla="*/ 167441 h 1161397"/>
              <a:gd name="connsiteX82" fmla="*/ 6380420 w 6884912"/>
              <a:gd name="connsiteY82" fmla="*/ 173195 h 1161397"/>
              <a:gd name="connsiteX83" fmla="*/ 6507891 w 6884912"/>
              <a:gd name="connsiteY83" fmla="*/ 118474 h 1161397"/>
              <a:gd name="connsiteX84" fmla="*/ 6571807 w 6884912"/>
              <a:gd name="connsiteY84" fmla="*/ 98636 h 1161397"/>
              <a:gd name="connsiteX85" fmla="*/ 6671880 w 6884912"/>
              <a:gd name="connsiteY85" fmla="*/ 82931 h 1161397"/>
              <a:gd name="connsiteX86" fmla="*/ 6702266 w 6884912"/>
              <a:gd name="connsiteY86" fmla="*/ 75470 h 1161397"/>
              <a:gd name="connsiteX87" fmla="*/ 6845802 w 6884912"/>
              <a:gd name="connsiteY87" fmla="*/ 24496 h 1161397"/>
              <a:gd name="connsiteX88" fmla="*/ 6884912 w 6884912"/>
              <a:gd name="connsiteY8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88995 w 6884912"/>
              <a:gd name="connsiteY19" fmla="*/ 697048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92172 w 6884912"/>
              <a:gd name="connsiteY31" fmla="*/ 629819 h 1161397"/>
              <a:gd name="connsiteX32" fmla="*/ 1731986 w 6884912"/>
              <a:gd name="connsiteY32" fmla="*/ 589682 h 1161397"/>
              <a:gd name="connsiteX33" fmla="*/ 1940326 w 6884912"/>
              <a:gd name="connsiteY33" fmla="*/ 582611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754324 w 6884912"/>
              <a:gd name="connsiteY42" fmla="*/ 424766 h 1161397"/>
              <a:gd name="connsiteX43" fmla="*/ 2848470 w 6884912"/>
              <a:gd name="connsiteY43" fmla="*/ 405966 h 1161397"/>
              <a:gd name="connsiteX44" fmla="*/ 2881772 w 6884912"/>
              <a:gd name="connsiteY44" fmla="*/ 387260 h 1161397"/>
              <a:gd name="connsiteX45" fmla="*/ 2929932 w 6884912"/>
              <a:gd name="connsiteY45" fmla="*/ 368912 h 1161397"/>
              <a:gd name="connsiteX46" fmla="*/ 3013020 w 6884912"/>
              <a:gd name="connsiteY46" fmla="*/ 327578 h 1161397"/>
              <a:gd name="connsiteX47" fmla="*/ 3127968 w 6884912"/>
              <a:gd name="connsiteY47" fmla="*/ 287613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287859 w 6884912"/>
              <a:gd name="connsiteY50" fmla="*/ 287558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907640 w 6884912"/>
              <a:gd name="connsiteY58" fmla="*/ 207568 h 1161397"/>
              <a:gd name="connsiteX59" fmla="*/ 4013061 w 6884912"/>
              <a:gd name="connsiteY59" fmla="*/ 224874 h 1161397"/>
              <a:gd name="connsiteX60" fmla="*/ 4134285 w 6884912"/>
              <a:gd name="connsiteY60" fmla="*/ 235592 h 1161397"/>
              <a:gd name="connsiteX61" fmla="*/ 4220717 w 6884912"/>
              <a:gd name="connsiteY61" fmla="*/ 192946 h 1161397"/>
              <a:gd name="connsiteX62" fmla="*/ 4228802 w 6884912"/>
              <a:gd name="connsiteY62" fmla="*/ 201468 h 1161397"/>
              <a:gd name="connsiteX63" fmla="*/ 4424852 w 6884912"/>
              <a:gd name="connsiteY63" fmla="*/ 127591 h 1161397"/>
              <a:gd name="connsiteX64" fmla="*/ 4617330 w 6884912"/>
              <a:gd name="connsiteY64" fmla="*/ 111163 h 1161397"/>
              <a:gd name="connsiteX65" fmla="*/ 4730870 w 6884912"/>
              <a:gd name="connsiteY65" fmla="*/ 129432 h 1161397"/>
              <a:gd name="connsiteX66" fmla="*/ 4785037 w 6884912"/>
              <a:gd name="connsiteY66" fmla="*/ 161964 h 1161397"/>
              <a:gd name="connsiteX67" fmla="*/ 4844073 w 6884912"/>
              <a:gd name="connsiteY67" fmla="*/ 161768 h 1161397"/>
              <a:gd name="connsiteX68" fmla="*/ 4856454 w 6884912"/>
              <a:gd name="connsiteY68" fmla="*/ 130488 h 1161397"/>
              <a:gd name="connsiteX69" fmla="*/ 4920038 w 6884912"/>
              <a:gd name="connsiteY69" fmla="*/ 140418 h 1161397"/>
              <a:gd name="connsiteX70" fmla="*/ 5016639 w 6884912"/>
              <a:gd name="connsiteY70" fmla="*/ 158905 h 1161397"/>
              <a:gd name="connsiteX71" fmla="*/ 5072009 w 6884912"/>
              <a:gd name="connsiteY71" fmla="*/ 161502 h 1161397"/>
              <a:gd name="connsiteX72" fmla="*/ 5223626 w 6884912"/>
              <a:gd name="connsiteY72" fmla="*/ 177356 h 1161397"/>
              <a:gd name="connsiteX73" fmla="*/ 5467502 w 6884912"/>
              <a:gd name="connsiteY73" fmla="*/ 250963 h 1161397"/>
              <a:gd name="connsiteX74" fmla="*/ 5592395 w 6884912"/>
              <a:gd name="connsiteY74" fmla="*/ 265434 h 1161397"/>
              <a:gd name="connsiteX75" fmla="*/ 5613532 w 6884912"/>
              <a:gd name="connsiteY75" fmla="*/ 273379 h 1161397"/>
              <a:gd name="connsiteX76" fmla="*/ 5642173 w 6884912"/>
              <a:gd name="connsiteY76" fmla="*/ 266904 h 1161397"/>
              <a:gd name="connsiteX77" fmla="*/ 5756910 w 6884912"/>
              <a:gd name="connsiteY77" fmla="*/ 239211 h 1161397"/>
              <a:gd name="connsiteX78" fmla="*/ 5846667 w 6884912"/>
              <a:gd name="connsiteY78" fmla="*/ 201786 h 1161397"/>
              <a:gd name="connsiteX79" fmla="*/ 6029542 w 6884912"/>
              <a:gd name="connsiteY79" fmla="*/ 210339 h 1161397"/>
              <a:gd name="connsiteX80" fmla="*/ 6290640 w 6884912"/>
              <a:gd name="connsiteY80" fmla="*/ 167441 h 1161397"/>
              <a:gd name="connsiteX81" fmla="*/ 6380420 w 6884912"/>
              <a:gd name="connsiteY81" fmla="*/ 173195 h 1161397"/>
              <a:gd name="connsiteX82" fmla="*/ 6507891 w 6884912"/>
              <a:gd name="connsiteY82" fmla="*/ 118474 h 1161397"/>
              <a:gd name="connsiteX83" fmla="*/ 6571807 w 6884912"/>
              <a:gd name="connsiteY83" fmla="*/ 98636 h 1161397"/>
              <a:gd name="connsiteX84" fmla="*/ 6671880 w 6884912"/>
              <a:gd name="connsiteY84" fmla="*/ 82931 h 1161397"/>
              <a:gd name="connsiteX85" fmla="*/ 6702266 w 6884912"/>
              <a:gd name="connsiteY85" fmla="*/ 75470 h 1161397"/>
              <a:gd name="connsiteX86" fmla="*/ 6845802 w 6884912"/>
              <a:gd name="connsiteY86" fmla="*/ 24496 h 1161397"/>
              <a:gd name="connsiteX87" fmla="*/ 6884912 w 6884912"/>
              <a:gd name="connsiteY8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73197 w 6884912"/>
              <a:gd name="connsiteY9" fmla="*/ 1010060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907640 w 6884912"/>
              <a:gd name="connsiteY57" fmla="*/ 207568 h 1161397"/>
              <a:gd name="connsiteX58" fmla="*/ 4013061 w 6884912"/>
              <a:gd name="connsiteY58" fmla="*/ 224874 h 1161397"/>
              <a:gd name="connsiteX59" fmla="*/ 4134285 w 6884912"/>
              <a:gd name="connsiteY59" fmla="*/ 235592 h 1161397"/>
              <a:gd name="connsiteX60" fmla="*/ 4220717 w 6884912"/>
              <a:gd name="connsiteY60" fmla="*/ 192946 h 1161397"/>
              <a:gd name="connsiteX61" fmla="*/ 4228802 w 6884912"/>
              <a:gd name="connsiteY61" fmla="*/ 201468 h 1161397"/>
              <a:gd name="connsiteX62" fmla="*/ 4424852 w 6884912"/>
              <a:gd name="connsiteY62" fmla="*/ 127591 h 1161397"/>
              <a:gd name="connsiteX63" fmla="*/ 4617330 w 6884912"/>
              <a:gd name="connsiteY63" fmla="*/ 111163 h 1161397"/>
              <a:gd name="connsiteX64" fmla="*/ 4730870 w 6884912"/>
              <a:gd name="connsiteY64" fmla="*/ 129432 h 1161397"/>
              <a:gd name="connsiteX65" fmla="*/ 4785037 w 6884912"/>
              <a:gd name="connsiteY65" fmla="*/ 161964 h 1161397"/>
              <a:gd name="connsiteX66" fmla="*/ 4844073 w 6884912"/>
              <a:gd name="connsiteY66" fmla="*/ 161768 h 1161397"/>
              <a:gd name="connsiteX67" fmla="*/ 4856454 w 6884912"/>
              <a:gd name="connsiteY67" fmla="*/ 130488 h 1161397"/>
              <a:gd name="connsiteX68" fmla="*/ 4920038 w 6884912"/>
              <a:gd name="connsiteY68" fmla="*/ 140418 h 1161397"/>
              <a:gd name="connsiteX69" fmla="*/ 5016639 w 6884912"/>
              <a:gd name="connsiteY69" fmla="*/ 158905 h 1161397"/>
              <a:gd name="connsiteX70" fmla="*/ 5072009 w 6884912"/>
              <a:gd name="connsiteY70" fmla="*/ 161502 h 1161397"/>
              <a:gd name="connsiteX71" fmla="*/ 5223626 w 6884912"/>
              <a:gd name="connsiteY71" fmla="*/ 177356 h 1161397"/>
              <a:gd name="connsiteX72" fmla="*/ 5467502 w 6884912"/>
              <a:gd name="connsiteY72" fmla="*/ 250963 h 1161397"/>
              <a:gd name="connsiteX73" fmla="*/ 5592395 w 6884912"/>
              <a:gd name="connsiteY73" fmla="*/ 265434 h 1161397"/>
              <a:gd name="connsiteX74" fmla="*/ 5613532 w 6884912"/>
              <a:gd name="connsiteY74" fmla="*/ 273379 h 1161397"/>
              <a:gd name="connsiteX75" fmla="*/ 5642173 w 6884912"/>
              <a:gd name="connsiteY75" fmla="*/ 266904 h 1161397"/>
              <a:gd name="connsiteX76" fmla="*/ 5756910 w 6884912"/>
              <a:gd name="connsiteY76" fmla="*/ 239211 h 1161397"/>
              <a:gd name="connsiteX77" fmla="*/ 5846667 w 6884912"/>
              <a:gd name="connsiteY77" fmla="*/ 201786 h 1161397"/>
              <a:gd name="connsiteX78" fmla="*/ 6029542 w 6884912"/>
              <a:gd name="connsiteY78" fmla="*/ 210339 h 1161397"/>
              <a:gd name="connsiteX79" fmla="*/ 6290640 w 6884912"/>
              <a:gd name="connsiteY79" fmla="*/ 167441 h 1161397"/>
              <a:gd name="connsiteX80" fmla="*/ 6380420 w 6884912"/>
              <a:gd name="connsiteY80" fmla="*/ 173195 h 1161397"/>
              <a:gd name="connsiteX81" fmla="*/ 6507891 w 6884912"/>
              <a:gd name="connsiteY81" fmla="*/ 118474 h 1161397"/>
              <a:gd name="connsiteX82" fmla="*/ 6571807 w 6884912"/>
              <a:gd name="connsiteY82" fmla="*/ 98636 h 1161397"/>
              <a:gd name="connsiteX83" fmla="*/ 6671880 w 6884912"/>
              <a:gd name="connsiteY83" fmla="*/ 82931 h 1161397"/>
              <a:gd name="connsiteX84" fmla="*/ 6702266 w 6884912"/>
              <a:gd name="connsiteY84" fmla="*/ 75470 h 1161397"/>
              <a:gd name="connsiteX85" fmla="*/ 6845802 w 6884912"/>
              <a:gd name="connsiteY85" fmla="*/ 24496 h 1161397"/>
              <a:gd name="connsiteX86" fmla="*/ 6884912 w 6884912"/>
              <a:gd name="connsiteY8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907640 w 6884912"/>
              <a:gd name="connsiteY57" fmla="*/ 207568 h 1161397"/>
              <a:gd name="connsiteX58" fmla="*/ 4013061 w 6884912"/>
              <a:gd name="connsiteY58" fmla="*/ 224874 h 1161397"/>
              <a:gd name="connsiteX59" fmla="*/ 4134285 w 6884912"/>
              <a:gd name="connsiteY59" fmla="*/ 235592 h 1161397"/>
              <a:gd name="connsiteX60" fmla="*/ 4220717 w 6884912"/>
              <a:gd name="connsiteY60" fmla="*/ 192946 h 1161397"/>
              <a:gd name="connsiteX61" fmla="*/ 4228802 w 6884912"/>
              <a:gd name="connsiteY61" fmla="*/ 201468 h 1161397"/>
              <a:gd name="connsiteX62" fmla="*/ 4424852 w 6884912"/>
              <a:gd name="connsiteY62" fmla="*/ 127591 h 1161397"/>
              <a:gd name="connsiteX63" fmla="*/ 4617330 w 6884912"/>
              <a:gd name="connsiteY63" fmla="*/ 111163 h 1161397"/>
              <a:gd name="connsiteX64" fmla="*/ 4730870 w 6884912"/>
              <a:gd name="connsiteY64" fmla="*/ 129432 h 1161397"/>
              <a:gd name="connsiteX65" fmla="*/ 4785037 w 6884912"/>
              <a:gd name="connsiteY65" fmla="*/ 161964 h 1161397"/>
              <a:gd name="connsiteX66" fmla="*/ 4844073 w 6884912"/>
              <a:gd name="connsiteY66" fmla="*/ 161768 h 1161397"/>
              <a:gd name="connsiteX67" fmla="*/ 4856454 w 6884912"/>
              <a:gd name="connsiteY67" fmla="*/ 130488 h 1161397"/>
              <a:gd name="connsiteX68" fmla="*/ 4920038 w 6884912"/>
              <a:gd name="connsiteY68" fmla="*/ 140418 h 1161397"/>
              <a:gd name="connsiteX69" fmla="*/ 5016639 w 6884912"/>
              <a:gd name="connsiteY69" fmla="*/ 158905 h 1161397"/>
              <a:gd name="connsiteX70" fmla="*/ 5072009 w 6884912"/>
              <a:gd name="connsiteY70" fmla="*/ 161502 h 1161397"/>
              <a:gd name="connsiteX71" fmla="*/ 5223626 w 6884912"/>
              <a:gd name="connsiteY71" fmla="*/ 177356 h 1161397"/>
              <a:gd name="connsiteX72" fmla="*/ 5467502 w 6884912"/>
              <a:gd name="connsiteY72" fmla="*/ 250963 h 1161397"/>
              <a:gd name="connsiteX73" fmla="*/ 5592395 w 6884912"/>
              <a:gd name="connsiteY73" fmla="*/ 265434 h 1161397"/>
              <a:gd name="connsiteX74" fmla="*/ 5613532 w 6884912"/>
              <a:gd name="connsiteY74" fmla="*/ 273379 h 1161397"/>
              <a:gd name="connsiteX75" fmla="*/ 5642173 w 6884912"/>
              <a:gd name="connsiteY75" fmla="*/ 266904 h 1161397"/>
              <a:gd name="connsiteX76" fmla="*/ 5756910 w 6884912"/>
              <a:gd name="connsiteY76" fmla="*/ 239211 h 1161397"/>
              <a:gd name="connsiteX77" fmla="*/ 5846667 w 6884912"/>
              <a:gd name="connsiteY77" fmla="*/ 201786 h 1161397"/>
              <a:gd name="connsiteX78" fmla="*/ 6029542 w 6884912"/>
              <a:gd name="connsiteY78" fmla="*/ 210339 h 1161397"/>
              <a:gd name="connsiteX79" fmla="*/ 6290640 w 6884912"/>
              <a:gd name="connsiteY79" fmla="*/ 167441 h 1161397"/>
              <a:gd name="connsiteX80" fmla="*/ 6380420 w 6884912"/>
              <a:gd name="connsiteY80" fmla="*/ 173195 h 1161397"/>
              <a:gd name="connsiteX81" fmla="*/ 6507891 w 6884912"/>
              <a:gd name="connsiteY81" fmla="*/ 118474 h 1161397"/>
              <a:gd name="connsiteX82" fmla="*/ 6571807 w 6884912"/>
              <a:gd name="connsiteY82" fmla="*/ 98636 h 1161397"/>
              <a:gd name="connsiteX83" fmla="*/ 6671880 w 6884912"/>
              <a:gd name="connsiteY83" fmla="*/ 82931 h 1161397"/>
              <a:gd name="connsiteX84" fmla="*/ 6702266 w 6884912"/>
              <a:gd name="connsiteY84" fmla="*/ 75470 h 1161397"/>
              <a:gd name="connsiteX85" fmla="*/ 6845802 w 6884912"/>
              <a:gd name="connsiteY85" fmla="*/ 24496 h 1161397"/>
              <a:gd name="connsiteX86" fmla="*/ 6884912 w 6884912"/>
              <a:gd name="connsiteY8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907640 w 6884912"/>
              <a:gd name="connsiteY56" fmla="*/ 207568 h 1161397"/>
              <a:gd name="connsiteX57" fmla="*/ 4013061 w 6884912"/>
              <a:gd name="connsiteY57" fmla="*/ 224874 h 1161397"/>
              <a:gd name="connsiteX58" fmla="*/ 4134285 w 6884912"/>
              <a:gd name="connsiteY58" fmla="*/ 235592 h 1161397"/>
              <a:gd name="connsiteX59" fmla="*/ 4220717 w 6884912"/>
              <a:gd name="connsiteY59" fmla="*/ 192946 h 1161397"/>
              <a:gd name="connsiteX60" fmla="*/ 4228802 w 6884912"/>
              <a:gd name="connsiteY60" fmla="*/ 201468 h 1161397"/>
              <a:gd name="connsiteX61" fmla="*/ 4424852 w 6884912"/>
              <a:gd name="connsiteY61" fmla="*/ 127591 h 1161397"/>
              <a:gd name="connsiteX62" fmla="*/ 4617330 w 6884912"/>
              <a:gd name="connsiteY62" fmla="*/ 111163 h 1161397"/>
              <a:gd name="connsiteX63" fmla="*/ 4730870 w 6884912"/>
              <a:gd name="connsiteY63" fmla="*/ 129432 h 1161397"/>
              <a:gd name="connsiteX64" fmla="*/ 4785037 w 6884912"/>
              <a:gd name="connsiteY64" fmla="*/ 161964 h 1161397"/>
              <a:gd name="connsiteX65" fmla="*/ 4844073 w 6884912"/>
              <a:gd name="connsiteY65" fmla="*/ 161768 h 1161397"/>
              <a:gd name="connsiteX66" fmla="*/ 4856454 w 6884912"/>
              <a:gd name="connsiteY66" fmla="*/ 130488 h 1161397"/>
              <a:gd name="connsiteX67" fmla="*/ 4920038 w 6884912"/>
              <a:gd name="connsiteY67" fmla="*/ 140418 h 1161397"/>
              <a:gd name="connsiteX68" fmla="*/ 5016639 w 6884912"/>
              <a:gd name="connsiteY68" fmla="*/ 158905 h 1161397"/>
              <a:gd name="connsiteX69" fmla="*/ 5072009 w 6884912"/>
              <a:gd name="connsiteY69" fmla="*/ 161502 h 1161397"/>
              <a:gd name="connsiteX70" fmla="*/ 5223626 w 6884912"/>
              <a:gd name="connsiteY70" fmla="*/ 177356 h 1161397"/>
              <a:gd name="connsiteX71" fmla="*/ 5467502 w 6884912"/>
              <a:gd name="connsiteY71" fmla="*/ 250963 h 1161397"/>
              <a:gd name="connsiteX72" fmla="*/ 5592395 w 6884912"/>
              <a:gd name="connsiteY72" fmla="*/ 265434 h 1161397"/>
              <a:gd name="connsiteX73" fmla="*/ 5613532 w 6884912"/>
              <a:gd name="connsiteY73" fmla="*/ 273379 h 1161397"/>
              <a:gd name="connsiteX74" fmla="*/ 5642173 w 6884912"/>
              <a:gd name="connsiteY74" fmla="*/ 266904 h 1161397"/>
              <a:gd name="connsiteX75" fmla="*/ 5756910 w 6884912"/>
              <a:gd name="connsiteY75" fmla="*/ 239211 h 1161397"/>
              <a:gd name="connsiteX76" fmla="*/ 5846667 w 6884912"/>
              <a:gd name="connsiteY76" fmla="*/ 201786 h 1161397"/>
              <a:gd name="connsiteX77" fmla="*/ 6029542 w 6884912"/>
              <a:gd name="connsiteY77" fmla="*/ 210339 h 1161397"/>
              <a:gd name="connsiteX78" fmla="*/ 6290640 w 6884912"/>
              <a:gd name="connsiteY78" fmla="*/ 167441 h 1161397"/>
              <a:gd name="connsiteX79" fmla="*/ 6380420 w 6884912"/>
              <a:gd name="connsiteY79" fmla="*/ 173195 h 1161397"/>
              <a:gd name="connsiteX80" fmla="*/ 6507891 w 6884912"/>
              <a:gd name="connsiteY80" fmla="*/ 118474 h 1161397"/>
              <a:gd name="connsiteX81" fmla="*/ 6571807 w 6884912"/>
              <a:gd name="connsiteY81" fmla="*/ 98636 h 1161397"/>
              <a:gd name="connsiteX82" fmla="*/ 6671880 w 6884912"/>
              <a:gd name="connsiteY82" fmla="*/ 82931 h 1161397"/>
              <a:gd name="connsiteX83" fmla="*/ 6702266 w 6884912"/>
              <a:gd name="connsiteY83" fmla="*/ 75470 h 1161397"/>
              <a:gd name="connsiteX84" fmla="*/ 6845802 w 6884912"/>
              <a:gd name="connsiteY84" fmla="*/ 24496 h 1161397"/>
              <a:gd name="connsiteX85" fmla="*/ 6884912 w 6884912"/>
              <a:gd name="connsiteY8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907640 w 6884912"/>
              <a:gd name="connsiteY55" fmla="*/ 207568 h 1161397"/>
              <a:gd name="connsiteX56" fmla="*/ 4013061 w 6884912"/>
              <a:gd name="connsiteY56" fmla="*/ 224874 h 1161397"/>
              <a:gd name="connsiteX57" fmla="*/ 4134285 w 6884912"/>
              <a:gd name="connsiteY57" fmla="*/ 235592 h 1161397"/>
              <a:gd name="connsiteX58" fmla="*/ 4220717 w 6884912"/>
              <a:gd name="connsiteY58" fmla="*/ 192946 h 1161397"/>
              <a:gd name="connsiteX59" fmla="*/ 4228802 w 6884912"/>
              <a:gd name="connsiteY59" fmla="*/ 201468 h 1161397"/>
              <a:gd name="connsiteX60" fmla="*/ 4424852 w 6884912"/>
              <a:gd name="connsiteY60" fmla="*/ 127591 h 1161397"/>
              <a:gd name="connsiteX61" fmla="*/ 4617330 w 6884912"/>
              <a:gd name="connsiteY61" fmla="*/ 111163 h 1161397"/>
              <a:gd name="connsiteX62" fmla="*/ 4730870 w 6884912"/>
              <a:gd name="connsiteY62" fmla="*/ 129432 h 1161397"/>
              <a:gd name="connsiteX63" fmla="*/ 4785037 w 6884912"/>
              <a:gd name="connsiteY63" fmla="*/ 161964 h 1161397"/>
              <a:gd name="connsiteX64" fmla="*/ 4844073 w 6884912"/>
              <a:gd name="connsiteY64" fmla="*/ 161768 h 1161397"/>
              <a:gd name="connsiteX65" fmla="*/ 4856454 w 6884912"/>
              <a:gd name="connsiteY65" fmla="*/ 130488 h 1161397"/>
              <a:gd name="connsiteX66" fmla="*/ 4920038 w 6884912"/>
              <a:gd name="connsiteY66" fmla="*/ 140418 h 1161397"/>
              <a:gd name="connsiteX67" fmla="*/ 5016639 w 6884912"/>
              <a:gd name="connsiteY67" fmla="*/ 158905 h 1161397"/>
              <a:gd name="connsiteX68" fmla="*/ 5072009 w 6884912"/>
              <a:gd name="connsiteY68" fmla="*/ 161502 h 1161397"/>
              <a:gd name="connsiteX69" fmla="*/ 5223626 w 6884912"/>
              <a:gd name="connsiteY69" fmla="*/ 177356 h 1161397"/>
              <a:gd name="connsiteX70" fmla="*/ 5467502 w 6884912"/>
              <a:gd name="connsiteY70" fmla="*/ 250963 h 1161397"/>
              <a:gd name="connsiteX71" fmla="*/ 5592395 w 6884912"/>
              <a:gd name="connsiteY71" fmla="*/ 265434 h 1161397"/>
              <a:gd name="connsiteX72" fmla="*/ 5613532 w 6884912"/>
              <a:gd name="connsiteY72" fmla="*/ 273379 h 1161397"/>
              <a:gd name="connsiteX73" fmla="*/ 5642173 w 6884912"/>
              <a:gd name="connsiteY73" fmla="*/ 266904 h 1161397"/>
              <a:gd name="connsiteX74" fmla="*/ 5756910 w 6884912"/>
              <a:gd name="connsiteY74" fmla="*/ 239211 h 1161397"/>
              <a:gd name="connsiteX75" fmla="*/ 5846667 w 6884912"/>
              <a:gd name="connsiteY75" fmla="*/ 201786 h 1161397"/>
              <a:gd name="connsiteX76" fmla="*/ 6029542 w 6884912"/>
              <a:gd name="connsiteY76" fmla="*/ 210339 h 1161397"/>
              <a:gd name="connsiteX77" fmla="*/ 6290640 w 6884912"/>
              <a:gd name="connsiteY77" fmla="*/ 167441 h 1161397"/>
              <a:gd name="connsiteX78" fmla="*/ 6380420 w 6884912"/>
              <a:gd name="connsiteY78" fmla="*/ 173195 h 1161397"/>
              <a:gd name="connsiteX79" fmla="*/ 6507891 w 6884912"/>
              <a:gd name="connsiteY79" fmla="*/ 118474 h 1161397"/>
              <a:gd name="connsiteX80" fmla="*/ 6571807 w 6884912"/>
              <a:gd name="connsiteY80" fmla="*/ 98636 h 1161397"/>
              <a:gd name="connsiteX81" fmla="*/ 6671880 w 6884912"/>
              <a:gd name="connsiteY81" fmla="*/ 82931 h 1161397"/>
              <a:gd name="connsiteX82" fmla="*/ 6702266 w 6884912"/>
              <a:gd name="connsiteY82" fmla="*/ 75470 h 1161397"/>
              <a:gd name="connsiteX83" fmla="*/ 6845802 w 6884912"/>
              <a:gd name="connsiteY83" fmla="*/ 24496 h 1161397"/>
              <a:gd name="connsiteX84" fmla="*/ 6884912 w 6884912"/>
              <a:gd name="connsiteY8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24852 w 6884912"/>
              <a:gd name="connsiteY59" fmla="*/ 127591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4856454 w 6884912"/>
              <a:gd name="connsiteY64" fmla="*/ 130488 h 1161397"/>
              <a:gd name="connsiteX65" fmla="*/ 4920038 w 6884912"/>
              <a:gd name="connsiteY65" fmla="*/ 140418 h 1161397"/>
              <a:gd name="connsiteX66" fmla="*/ 5016639 w 6884912"/>
              <a:gd name="connsiteY66" fmla="*/ 158905 h 1161397"/>
              <a:gd name="connsiteX67" fmla="*/ 5072009 w 6884912"/>
              <a:gd name="connsiteY67" fmla="*/ 161502 h 1161397"/>
              <a:gd name="connsiteX68" fmla="*/ 5223626 w 6884912"/>
              <a:gd name="connsiteY68" fmla="*/ 177356 h 1161397"/>
              <a:gd name="connsiteX69" fmla="*/ 5467502 w 6884912"/>
              <a:gd name="connsiteY69" fmla="*/ 250963 h 1161397"/>
              <a:gd name="connsiteX70" fmla="*/ 5592395 w 6884912"/>
              <a:gd name="connsiteY70" fmla="*/ 265434 h 1161397"/>
              <a:gd name="connsiteX71" fmla="*/ 5613532 w 6884912"/>
              <a:gd name="connsiteY71" fmla="*/ 273379 h 1161397"/>
              <a:gd name="connsiteX72" fmla="*/ 5642173 w 6884912"/>
              <a:gd name="connsiteY72" fmla="*/ 266904 h 1161397"/>
              <a:gd name="connsiteX73" fmla="*/ 5756910 w 6884912"/>
              <a:gd name="connsiteY73" fmla="*/ 239211 h 1161397"/>
              <a:gd name="connsiteX74" fmla="*/ 5846667 w 6884912"/>
              <a:gd name="connsiteY74" fmla="*/ 201786 h 1161397"/>
              <a:gd name="connsiteX75" fmla="*/ 6029542 w 6884912"/>
              <a:gd name="connsiteY75" fmla="*/ 210339 h 1161397"/>
              <a:gd name="connsiteX76" fmla="*/ 6290640 w 6884912"/>
              <a:gd name="connsiteY76" fmla="*/ 167441 h 1161397"/>
              <a:gd name="connsiteX77" fmla="*/ 6380420 w 6884912"/>
              <a:gd name="connsiteY77" fmla="*/ 173195 h 1161397"/>
              <a:gd name="connsiteX78" fmla="*/ 6507891 w 6884912"/>
              <a:gd name="connsiteY78" fmla="*/ 118474 h 1161397"/>
              <a:gd name="connsiteX79" fmla="*/ 6571807 w 6884912"/>
              <a:gd name="connsiteY79" fmla="*/ 98636 h 1161397"/>
              <a:gd name="connsiteX80" fmla="*/ 6671880 w 6884912"/>
              <a:gd name="connsiteY80" fmla="*/ 82931 h 1161397"/>
              <a:gd name="connsiteX81" fmla="*/ 6702266 w 6884912"/>
              <a:gd name="connsiteY81" fmla="*/ 75470 h 1161397"/>
              <a:gd name="connsiteX82" fmla="*/ 6845802 w 6884912"/>
              <a:gd name="connsiteY82" fmla="*/ 24496 h 1161397"/>
              <a:gd name="connsiteX83" fmla="*/ 6884912 w 6884912"/>
              <a:gd name="connsiteY8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16623 w 6884912"/>
              <a:gd name="connsiteY59" fmla="*/ 153623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4856454 w 6884912"/>
              <a:gd name="connsiteY64" fmla="*/ 130488 h 1161397"/>
              <a:gd name="connsiteX65" fmla="*/ 4920038 w 6884912"/>
              <a:gd name="connsiteY65" fmla="*/ 140418 h 1161397"/>
              <a:gd name="connsiteX66" fmla="*/ 5016639 w 6884912"/>
              <a:gd name="connsiteY66" fmla="*/ 158905 h 1161397"/>
              <a:gd name="connsiteX67" fmla="*/ 5072009 w 6884912"/>
              <a:gd name="connsiteY67" fmla="*/ 161502 h 1161397"/>
              <a:gd name="connsiteX68" fmla="*/ 5223626 w 6884912"/>
              <a:gd name="connsiteY68" fmla="*/ 177356 h 1161397"/>
              <a:gd name="connsiteX69" fmla="*/ 5467502 w 6884912"/>
              <a:gd name="connsiteY69" fmla="*/ 250963 h 1161397"/>
              <a:gd name="connsiteX70" fmla="*/ 5592395 w 6884912"/>
              <a:gd name="connsiteY70" fmla="*/ 265434 h 1161397"/>
              <a:gd name="connsiteX71" fmla="*/ 5613532 w 6884912"/>
              <a:gd name="connsiteY71" fmla="*/ 273379 h 1161397"/>
              <a:gd name="connsiteX72" fmla="*/ 5642173 w 6884912"/>
              <a:gd name="connsiteY72" fmla="*/ 266904 h 1161397"/>
              <a:gd name="connsiteX73" fmla="*/ 5756910 w 6884912"/>
              <a:gd name="connsiteY73" fmla="*/ 239211 h 1161397"/>
              <a:gd name="connsiteX74" fmla="*/ 5846667 w 6884912"/>
              <a:gd name="connsiteY74" fmla="*/ 201786 h 1161397"/>
              <a:gd name="connsiteX75" fmla="*/ 6029542 w 6884912"/>
              <a:gd name="connsiteY75" fmla="*/ 210339 h 1161397"/>
              <a:gd name="connsiteX76" fmla="*/ 6290640 w 6884912"/>
              <a:gd name="connsiteY76" fmla="*/ 167441 h 1161397"/>
              <a:gd name="connsiteX77" fmla="*/ 6380420 w 6884912"/>
              <a:gd name="connsiteY77" fmla="*/ 173195 h 1161397"/>
              <a:gd name="connsiteX78" fmla="*/ 6507891 w 6884912"/>
              <a:gd name="connsiteY78" fmla="*/ 118474 h 1161397"/>
              <a:gd name="connsiteX79" fmla="*/ 6571807 w 6884912"/>
              <a:gd name="connsiteY79" fmla="*/ 98636 h 1161397"/>
              <a:gd name="connsiteX80" fmla="*/ 6671880 w 6884912"/>
              <a:gd name="connsiteY80" fmla="*/ 82931 h 1161397"/>
              <a:gd name="connsiteX81" fmla="*/ 6702266 w 6884912"/>
              <a:gd name="connsiteY81" fmla="*/ 75470 h 1161397"/>
              <a:gd name="connsiteX82" fmla="*/ 6845802 w 6884912"/>
              <a:gd name="connsiteY82" fmla="*/ 24496 h 1161397"/>
              <a:gd name="connsiteX83" fmla="*/ 6884912 w 6884912"/>
              <a:gd name="connsiteY8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16623 w 6884912"/>
              <a:gd name="connsiteY59" fmla="*/ 153623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4856454 w 6884912"/>
              <a:gd name="connsiteY64" fmla="*/ 130488 h 1161397"/>
              <a:gd name="connsiteX65" fmla="*/ 5016639 w 6884912"/>
              <a:gd name="connsiteY65" fmla="*/ 158905 h 1161397"/>
              <a:gd name="connsiteX66" fmla="*/ 5072009 w 6884912"/>
              <a:gd name="connsiteY66" fmla="*/ 161502 h 1161397"/>
              <a:gd name="connsiteX67" fmla="*/ 5223626 w 6884912"/>
              <a:gd name="connsiteY67" fmla="*/ 177356 h 1161397"/>
              <a:gd name="connsiteX68" fmla="*/ 5467502 w 6884912"/>
              <a:gd name="connsiteY68" fmla="*/ 250963 h 1161397"/>
              <a:gd name="connsiteX69" fmla="*/ 5592395 w 6884912"/>
              <a:gd name="connsiteY69" fmla="*/ 265434 h 1161397"/>
              <a:gd name="connsiteX70" fmla="*/ 5613532 w 6884912"/>
              <a:gd name="connsiteY70" fmla="*/ 273379 h 1161397"/>
              <a:gd name="connsiteX71" fmla="*/ 5642173 w 6884912"/>
              <a:gd name="connsiteY71" fmla="*/ 266904 h 1161397"/>
              <a:gd name="connsiteX72" fmla="*/ 5756910 w 6884912"/>
              <a:gd name="connsiteY72" fmla="*/ 239211 h 1161397"/>
              <a:gd name="connsiteX73" fmla="*/ 5846667 w 6884912"/>
              <a:gd name="connsiteY73" fmla="*/ 201786 h 1161397"/>
              <a:gd name="connsiteX74" fmla="*/ 6029542 w 6884912"/>
              <a:gd name="connsiteY74" fmla="*/ 210339 h 1161397"/>
              <a:gd name="connsiteX75" fmla="*/ 6290640 w 6884912"/>
              <a:gd name="connsiteY75" fmla="*/ 167441 h 1161397"/>
              <a:gd name="connsiteX76" fmla="*/ 6380420 w 6884912"/>
              <a:gd name="connsiteY76" fmla="*/ 173195 h 1161397"/>
              <a:gd name="connsiteX77" fmla="*/ 6507891 w 6884912"/>
              <a:gd name="connsiteY77" fmla="*/ 118474 h 1161397"/>
              <a:gd name="connsiteX78" fmla="*/ 6571807 w 6884912"/>
              <a:gd name="connsiteY78" fmla="*/ 98636 h 1161397"/>
              <a:gd name="connsiteX79" fmla="*/ 6671880 w 6884912"/>
              <a:gd name="connsiteY79" fmla="*/ 82931 h 1161397"/>
              <a:gd name="connsiteX80" fmla="*/ 6702266 w 6884912"/>
              <a:gd name="connsiteY80" fmla="*/ 75470 h 1161397"/>
              <a:gd name="connsiteX81" fmla="*/ 6845802 w 6884912"/>
              <a:gd name="connsiteY81" fmla="*/ 24496 h 1161397"/>
              <a:gd name="connsiteX82" fmla="*/ 6884912 w 6884912"/>
              <a:gd name="connsiteY8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55512 w 6884912"/>
              <a:gd name="connsiteY7" fmla="*/ 1036593 h 1161397"/>
              <a:gd name="connsiteX8" fmla="*/ 519354 w 6884912"/>
              <a:gd name="connsiteY8" fmla="*/ 1038706 h 1161397"/>
              <a:gd name="connsiteX9" fmla="*/ 689654 w 6884912"/>
              <a:gd name="connsiteY9" fmla="*/ 966675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92172 w 6884912"/>
              <a:gd name="connsiteY30" fmla="*/ 629819 h 1161397"/>
              <a:gd name="connsiteX31" fmla="*/ 1731986 w 6884912"/>
              <a:gd name="connsiteY31" fmla="*/ 589682 h 1161397"/>
              <a:gd name="connsiteX32" fmla="*/ 1940326 w 6884912"/>
              <a:gd name="connsiteY32" fmla="*/ 582611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754324 w 6884912"/>
              <a:gd name="connsiteY41" fmla="*/ 424766 h 1161397"/>
              <a:gd name="connsiteX42" fmla="*/ 2848470 w 6884912"/>
              <a:gd name="connsiteY42" fmla="*/ 405966 h 1161397"/>
              <a:gd name="connsiteX43" fmla="*/ 2881772 w 6884912"/>
              <a:gd name="connsiteY43" fmla="*/ 387260 h 1161397"/>
              <a:gd name="connsiteX44" fmla="*/ 2929932 w 6884912"/>
              <a:gd name="connsiteY44" fmla="*/ 368912 h 1161397"/>
              <a:gd name="connsiteX45" fmla="*/ 3013020 w 6884912"/>
              <a:gd name="connsiteY45" fmla="*/ 327578 h 1161397"/>
              <a:gd name="connsiteX46" fmla="*/ 3127968 w 6884912"/>
              <a:gd name="connsiteY46" fmla="*/ 287613 h 1161397"/>
              <a:gd name="connsiteX47" fmla="*/ 3222191 w 6884912"/>
              <a:gd name="connsiteY47" fmla="*/ 307887 h 1161397"/>
              <a:gd name="connsiteX48" fmla="*/ 3227953 w 6884912"/>
              <a:gd name="connsiteY48" fmla="*/ 297650 h 1161397"/>
              <a:gd name="connsiteX49" fmla="*/ 3287859 w 6884912"/>
              <a:gd name="connsiteY49" fmla="*/ 287558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907640 w 6884912"/>
              <a:gd name="connsiteY54" fmla="*/ 207568 h 1161397"/>
              <a:gd name="connsiteX55" fmla="*/ 4013061 w 6884912"/>
              <a:gd name="connsiteY55" fmla="*/ 224874 h 1161397"/>
              <a:gd name="connsiteX56" fmla="*/ 4134285 w 6884912"/>
              <a:gd name="connsiteY56" fmla="*/ 235592 h 1161397"/>
              <a:gd name="connsiteX57" fmla="*/ 4220717 w 6884912"/>
              <a:gd name="connsiteY57" fmla="*/ 192946 h 1161397"/>
              <a:gd name="connsiteX58" fmla="*/ 4228802 w 6884912"/>
              <a:gd name="connsiteY58" fmla="*/ 201468 h 1161397"/>
              <a:gd name="connsiteX59" fmla="*/ 4416623 w 6884912"/>
              <a:gd name="connsiteY59" fmla="*/ 153623 h 1161397"/>
              <a:gd name="connsiteX60" fmla="*/ 4617330 w 6884912"/>
              <a:gd name="connsiteY60" fmla="*/ 111163 h 1161397"/>
              <a:gd name="connsiteX61" fmla="*/ 4730870 w 6884912"/>
              <a:gd name="connsiteY61" fmla="*/ 129432 h 1161397"/>
              <a:gd name="connsiteX62" fmla="*/ 4785037 w 6884912"/>
              <a:gd name="connsiteY62" fmla="*/ 161964 h 1161397"/>
              <a:gd name="connsiteX63" fmla="*/ 4844073 w 6884912"/>
              <a:gd name="connsiteY63" fmla="*/ 161768 h 1161397"/>
              <a:gd name="connsiteX64" fmla="*/ 5016639 w 6884912"/>
              <a:gd name="connsiteY64" fmla="*/ 158905 h 1161397"/>
              <a:gd name="connsiteX65" fmla="*/ 5072009 w 6884912"/>
              <a:gd name="connsiteY65" fmla="*/ 161502 h 1161397"/>
              <a:gd name="connsiteX66" fmla="*/ 5223626 w 6884912"/>
              <a:gd name="connsiteY66" fmla="*/ 177356 h 1161397"/>
              <a:gd name="connsiteX67" fmla="*/ 5467502 w 6884912"/>
              <a:gd name="connsiteY67" fmla="*/ 250963 h 1161397"/>
              <a:gd name="connsiteX68" fmla="*/ 5592395 w 6884912"/>
              <a:gd name="connsiteY68" fmla="*/ 265434 h 1161397"/>
              <a:gd name="connsiteX69" fmla="*/ 5613532 w 6884912"/>
              <a:gd name="connsiteY69" fmla="*/ 273379 h 1161397"/>
              <a:gd name="connsiteX70" fmla="*/ 5642173 w 6884912"/>
              <a:gd name="connsiteY70" fmla="*/ 266904 h 1161397"/>
              <a:gd name="connsiteX71" fmla="*/ 5756910 w 6884912"/>
              <a:gd name="connsiteY71" fmla="*/ 239211 h 1161397"/>
              <a:gd name="connsiteX72" fmla="*/ 5846667 w 6884912"/>
              <a:gd name="connsiteY72" fmla="*/ 201786 h 1161397"/>
              <a:gd name="connsiteX73" fmla="*/ 6029542 w 6884912"/>
              <a:gd name="connsiteY73" fmla="*/ 210339 h 1161397"/>
              <a:gd name="connsiteX74" fmla="*/ 6290640 w 6884912"/>
              <a:gd name="connsiteY74" fmla="*/ 167441 h 1161397"/>
              <a:gd name="connsiteX75" fmla="*/ 6380420 w 6884912"/>
              <a:gd name="connsiteY75" fmla="*/ 173195 h 1161397"/>
              <a:gd name="connsiteX76" fmla="*/ 6507891 w 6884912"/>
              <a:gd name="connsiteY76" fmla="*/ 118474 h 1161397"/>
              <a:gd name="connsiteX77" fmla="*/ 6571807 w 6884912"/>
              <a:gd name="connsiteY77" fmla="*/ 98636 h 1161397"/>
              <a:gd name="connsiteX78" fmla="*/ 6671880 w 6884912"/>
              <a:gd name="connsiteY78" fmla="*/ 82931 h 1161397"/>
              <a:gd name="connsiteX79" fmla="*/ 6702266 w 6884912"/>
              <a:gd name="connsiteY79" fmla="*/ 75470 h 1161397"/>
              <a:gd name="connsiteX80" fmla="*/ 6845802 w 6884912"/>
              <a:gd name="connsiteY80" fmla="*/ 24496 h 1161397"/>
              <a:gd name="connsiteX81" fmla="*/ 6884912 w 6884912"/>
              <a:gd name="connsiteY81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31799" y="1126149"/>
                  <a:pt x="298798" y="1044531"/>
                  <a:pt x="355512" y="1036593"/>
                </a:cubicBezTo>
                <a:cubicBezTo>
                  <a:pt x="427149" y="1015055"/>
                  <a:pt x="466407" y="1043128"/>
                  <a:pt x="519354" y="1038706"/>
                </a:cubicBezTo>
                <a:cubicBezTo>
                  <a:pt x="536908" y="1031720"/>
                  <a:pt x="669410" y="970661"/>
                  <a:pt x="689654" y="966675"/>
                </a:cubicBezTo>
                <a:cubicBezTo>
                  <a:pt x="736045" y="948784"/>
                  <a:pt x="769339" y="947890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cubicBezTo>
                  <a:pt x="1200307" y="688370"/>
                  <a:pt x="1275301" y="651309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50503" y="614507"/>
                  <a:pt x="1381945" y="616030"/>
                  <a:pt x="1391606" y="615229"/>
                </a:cubicBez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85857" y="623401"/>
                  <a:pt x="1592172" y="629819"/>
                </a:cubicBezTo>
                <a:cubicBezTo>
                  <a:pt x="1651945" y="578091"/>
                  <a:pt x="1659006" y="610309"/>
                  <a:pt x="1731986" y="589682"/>
                </a:cubicBezTo>
                <a:cubicBezTo>
                  <a:pt x="1817442" y="583260"/>
                  <a:pt x="1884494" y="589156"/>
                  <a:pt x="1940326" y="582611"/>
                </a:cubicBezTo>
                <a:cubicBezTo>
                  <a:pt x="1967287" y="583845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754324" y="424766"/>
                </a:ln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72664" y="234091"/>
                  <a:pt x="3860868" y="210929"/>
                  <a:pt x="3907640" y="207568"/>
                </a:cubicBezTo>
                <a:lnTo>
                  <a:pt x="4013061" y="224874"/>
                </a:ln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196151" y="208022"/>
                  <a:pt x="4228802" y="201468"/>
                </a:cubicBezTo>
                <a:cubicBezTo>
                  <a:pt x="4261453" y="194914"/>
                  <a:pt x="4351868" y="168674"/>
                  <a:pt x="4416623" y="153623"/>
                </a:cubicBezTo>
                <a:cubicBezTo>
                  <a:pt x="4490845" y="140294"/>
                  <a:pt x="4527062" y="166416"/>
                  <a:pt x="4617330" y="111163"/>
                </a:cubicBezTo>
                <a:cubicBezTo>
                  <a:pt x="4668333" y="111470"/>
                  <a:pt x="4702919" y="120965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lnTo>
                  <a:pt x="5016639" y="158905"/>
                </a:ln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9541" y="192266"/>
                  <a:pt x="5406040" y="236283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106" y="196974"/>
                  <a:pt x="5955547" y="216063"/>
                  <a:pt x="6029542" y="210339"/>
                </a:cubicBezTo>
                <a:cubicBezTo>
                  <a:pt x="6084527" y="201461"/>
                  <a:pt x="6232160" y="173632"/>
                  <a:pt x="6290640" y="167441"/>
                </a:cubicBezTo>
                <a:cubicBezTo>
                  <a:pt x="6330523" y="169653"/>
                  <a:pt x="6344211" y="181356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159CA1A0-665C-4FC9-BE25-8C45BB69D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016384"/>
            <a:ext cx="10232859" cy="1841617"/>
          </a:xfrm>
          <a:custGeom>
            <a:avLst/>
            <a:gdLst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679743 w 10232859"/>
              <a:gd name="connsiteY180" fmla="*/ 558264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4270 w 10232859"/>
              <a:gd name="connsiteY235" fmla="*/ 1213138 h 1705557"/>
              <a:gd name="connsiteX236" fmla="*/ 8853872 w 10232859"/>
              <a:gd name="connsiteY236" fmla="*/ 1221228 h 1705557"/>
              <a:gd name="connsiteX237" fmla="*/ 8861901 w 10232859"/>
              <a:gd name="connsiteY237" fmla="*/ 1217889 h 1705557"/>
              <a:gd name="connsiteX238" fmla="*/ 8874168 w 10232859"/>
              <a:gd name="connsiteY238" fmla="*/ 1220481 h 1705557"/>
              <a:gd name="connsiteX239" fmla="*/ 8871123 w 10232859"/>
              <a:gd name="connsiteY239" fmla="*/ 1227674 h 1705557"/>
              <a:gd name="connsiteX240" fmla="*/ 8903537 w 10232859"/>
              <a:gd name="connsiteY240" fmla="*/ 1237102 h 1705557"/>
              <a:gd name="connsiteX241" fmla="*/ 8933767 w 10232859"/>
              <a:gd name="connsiteY241" fmla="*/ 1269882 h 1705557"/>
              <a:gd name="connsiteX242" fmla="*/ 8985765 w 10232859"/>
              <a:gd name="connsiteY242" fmla="*/ 1294178 h 1705557"/>
              <a:gd name="connsiteX243" fmla="*/ 9071444 w 10232859"/>
              <a:gd name="connsiteY243" fmla="*/ 1323819 h 1705557"/>
              <a:gd name="connsiteX244" fmla="*/ 9096711 w 10232859"/>
              <a:gd name="connsiteY244" fmla="*/ 1334291 h 1705557"/>
              <a:gd name="connsiteX245" fmla="*/ 9338853 w 10232859"/>
              <a:gd name="connsiteY245" fmla="*/ 1454560 h 1705557"/>
              <a:gd name="connsiteX246" fmla="*/ 9520814 w 10232859"/>
              <a:gd name="connsiteY246" fmla="*/ 1456341 h 1705557"/>
              <a:gd name="connsiteX247" fmla="*/ 9702271 w 10232859"/>
              <a:gd name="connsiteY247" fmla="*/ 1495067 h 1705557"/>
              <a:gd name="connsiteX248" fmla="*/ 9744273 w 10232859"/>
              <a:gd name="connsiteY248" fmla="*/ 1530026 h 1705557"/>
              <a:gd name="connsiteX249" fmla="*/ 9771903 w 10232859"/>
              <a:gd name="connsiteY249" fmla="*/ 1536548 h 1705557"/>
              <a:gd name="connsiteX250" fmla="*/ 9818565 w 10232859"/>
              <a:gd name="connsiteY250" fmla="*/ 1545059 h 1705557"/>
              <a:gd name="connsiteX251" fmla="*/ 9882202 w 10232859"/>
              <a:gd name="connsiteY251" fmla="*/ 1572402 h 1705557"/>
              <a:gd name="connsiteX252" fmla="*/ 10022025 w 10232859"/>
              <a:gd name="connsiteY252" fmla="*/ 1606210 h 1705557"/>
              <a:gd name="connsiteX253" fmla="*/ 10220406 w 10232859"/>
              <a:gd name="connsiteY253" fmla="*/ 1683519 h 1705557"/>
              <a:gd name="connsiteX254" fmla="*/ 10232859 w 10232859"/>
              <a:gd name="connsiteY254" fmla="*/ 1705557 h 1705557"/>
              <a:gd name="connsiteX255" fmla="*/ 0 w 10232859"/>
              <a:gd name="connsiteY255" fmla="*/ 1705557 h 1705557"/>
              <a:gd name="connsiteX256" fmla="*/ 0 w 10232859"/>
              <a:gd name="connsiteY256" fmla="*/ 28342 h 1705557"/>
              <a:gd name="connsiteX257" fmla="*/ 8097 w 10232859"/>
              <a:gd name="connsiteY257" fmla="*/ 30869 h 1705557"/>
              <a:gd name="connsiteX258" fmla="*/ 77128 w 10232859"/>
              <a:gd name="connsiteY258" fmla="*/ 13381 h 1705557"/>
              <a:gd name="connsiteX259" fmla="*/ 188338 w 10232859"/>
              <a:gd name="connsiteY259" fmla="*/ 11593 h 1705557"/>
              <a:gd name="connsiteX260" fmla="*/ 298809 w 10232859"/>
              <a:gd name="connsiteY260" fmla="*/ 12712 h 1705557"/>
              <a:gd name="connsiteX261" fmla="*/ 338985 w 10232859"/>
              <a:gd name="connsiteY261" fmla="*/ 14520 h 1705557"/>
              <a:gd name="connsiteX262" fmla="*/ 409815 w 10232859"/>
              <a:gd name="connsiteY262" fmla="*/ 11559 h 1705557"/>
              <a:gd name="connsiteX263" fmla="*/ 424169 w 10232859"/>
              <a:gd name="connsiteY263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633779 w 10232859"/>
              <a:gd name="connsiteY227" fmla="*/ 1145740 h 1705557"/>
              <a:gd name="connsiteX228" fmla="*/ 8676965 w 10232859"/>
              <a:gd name="connsiteY228" fmla="*/ 1163463 h 1705557"/>
              <a:gd name="connsiteX229" fmla="*/ 8698944 w 10232859"/>
              <a:gd name="connsiteY229" fmla="*/ 1163453 h 1705557"/>
              <a:gd name="connsiteX230" fmla="*/ 8711456 w 10232859"/>
              <a:gd name="connsiteY230" fmla="*/ 1175731 h 1705557"/>
              <a:gd name="connsiteX231" fmla="*/ 8732793 w 10232859"/>
              <a:gd name="connsiteY231" fmla="*/ 1179486 h 1705557"/>
              <a:gd name="connsiteX232" fmla="*/ 8751897 w 10232859"/>
              <a:gd name="connsiteY232" fmla="*/ 1197400 h 1705557"/>
              <a:gd name="connsiteX233" fmla="*/ 8793564 w 10232859"/>
              <a:gd name="connsiteY233" fmla="*/ 1179086 h 1705557"/>
              <a:gd name="connsiteX234" fmla="*/ 8834270 w 10232859"/>
              <a:gd name="connsiteY234" fmla="*/ 1213138 h 1705557"/>
              <a:gd name="connsiteX235" fmla="*/ 8853872 w 10232859"/>
              <a:gd name="connsiteY235" fmla="*/ 1221228 h 1705557"/>
              <a:gd name="connsiteX236" fmla="*/ 8861901 w 10232859"/>
              <a:gd name="connsiteY236" fmla="*/ 1217889 h 1705557"/>
              <a:gd name="connsiteX237" fmla="*/ 8874168 w 10232859"/>
              <a:gd name="connsiteY237" fmla="*/ 1220481 h 1705557"/>
              <a:gd name="connsiteX238" fmla="*/ 8871123 w 10232859"/>
              <a:gd name="connsiteY238" fmla="*/ 1227674 h 1705557"/>
              <a:gd name="connsiteX239" fmla="*/ 8903537 w 10232859"/>
              <a:gd name="connsiteY239" fmla="*/ 1237102 h 1705557"/>
              <a:gd name="connsiteX240" fmla="*/ 8933767 w 10232859"/>
              <a:gd name="connsiteY240" fmla="*/ 1269882 h 1705557"/>
              <a:gd name="connsiteX241" fmla="*/ 8985765 w 10232859"/>
              <a:gd name="connsiteY241" fmla="*/ 1294178 h 1705557"/>
              <a:gd name="connsiteX242" fmla="*/ 9071444 w 10232859"/>
              <a:gd name="connsiteY242" fmla="*/ 1323819 h 1705557"/>
              <a:gd name="connsiteX243" fmla="*/ 9096711 w 10232859"/>
              <a:gd name="connsiteY243" fmla="*/ 1334291 h 1705557"/>
              <a:gd name="connsiteX244" fmla="*/ 9338853 w 10232859"/>
              <a:gd name="connsiteY244" fmla="*/ 1454560 h 1705557"/>
              <a:gd name="connsiteX245" fmla="*/ 9520814 w 10232859"/>
              <a:gd name="connsiteY245" fmla="*/ 1456341 h 1705557"/>
              <a:gd name="connsiteX246" fmla="*/ 9702271 w 10232859"/>
              <a:gd name="connsiteY246" fmla="*/ 1495067 h 1705557"/>
              <a:gd name="connsiteX247" fmla="*/ 9744273 w 10232859"/>
              <a:gd name="connsiteY247" fmla="*/ 1530026 h 1705557"/>
              <a:gd name="connsiteX248" fmla="*/ 9771903 w 10232859"/>
              <a:gd name="connsiteY248" fmla="*/ 1536548 h 1705557"/>
              <a:gd name="connsiteX249" fmla="*/ 9818565 w 10232859"/>
              <a:gd name="connsiteY249" fmla="*/ 1545059 h 1705557"/>
              <a:gd name="connsiteX250" fmla="*/ 9882202 w 10232859"/>
              <a:gd name="connsiteY250" fmla="*/ 1572402 h 1705557"/>
              <a:gd name="connsiteX251" fmla="*/ 10022025 w 10232859"/>
              <a:gd name="connsiteY251" fmla="*/ 1606210 h 1705557"/>
              <a:gd name="connsiteX252" fmla="*/ 10220406 w 10232859"/>
              <a:gd name="connsiteY252" fmla="*/ 1683519 h 1705557"/>
              <a:gd name="connsiteX253" fmla="*/ 10232859 w 10232859"/>
              <a:gd name="connsiteY253" fmla="*/ 1705557 h 1705557"/>
              <a:gd name="connsiteX254" fmla="*/ 0 w 10232859"/>
              <a:gd name="connsiteY254" fmla="*/ 1705557 h 1705557"/>
              <a:gd name="connsiteX255" fmla="*/ 0 w 10232859"/>
              <a:gd name="connsiteY255" fmla="*/ 28342 h 1705557"/>
              <a:gd name="connsiteX256" fmla="*/ 8097 w 10232859"/>
              <a:gd name="connsiteY256" fmla="*/ 30869 h 1705557"/>
              <a:gd name="connsiteX257" fmla="*/ 77128 w 10232859"/>
              <a:gd name="connsiteY257" fmla="*/ 13381 h 1705557"/>
              <a:gd name="connsiteX258" fmla="*/ 188338 w 10232859"/>
              <a:gd name="connsiteY258" fmla="*/ 11593 h 1705557"/>
              <a:gd name="connsiteX259" fmla="*/ 298809 w 10232859"/>
              <a:gd name="connsiteY259" fmla="*/ 12712 h 1705557"/>
              <a:gd name="connsiteX260" fmla="*/ 338985 w 10232859"/>
              <a:gd name="connsiteY260" fmla="*/ 14520 h 1705557"/>
              <a:gd name="connsiteX261" fmla="*/ 409815 w 10232859"/>
              <a:gd name="connsiteY261" fmla="*/ 11559 h 1705557"/>
              <a:gd name="connsiteX262" fmla="*/ 424169 w 10232859"/>
              <a:gd name="connsiteY26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633779 w 10232859"/>
              <a:gd name="connsiteY226" fmla="*/ 1145740 h 1705557"/>
              <a:gd name="connsiteX227" fmla="*/ 8676965 w 10232859"/>
              <a:gd name="connsiteY227" fmla="*/ 1163463 h 1705557"/>
              <a:gd name="connsiteX228" fmla="*/ 8698944 w 10232859"/>
              <a:gd name="connsiteY228" fmla="*/ 1163453 h 1705557"/>
              <a:gd name="connsiteX229" fmla="*/ 8711456 w 10232859"/>
              <a:gd name="connsiteY229" fmla="*/ 1175731 h 1705557"/>
              <a:gd name="connsiteX230" fmla="*/ 8732793 w 10232859"/>
              <a:gd name="connsiteY230" fmla="*/ 1179486 h 1705557"/>
              <a:gd name="connsiteX231" fmla="*/ 8751897 w 10232859"/>
              <a:gd name="connsiteY231" fmla="*/ 1197400 h 1705557"/>
              <a:gd name="connsiteX232" fmla="*/ 8793564 w 10232859"/>
              <a:gd name="connsiteY232" fmla="*/ 1179086 h 1705557"/>
              <a:gd name="connsiteX233" fmla="*/ 8834270 w 10232859"/>
              <a:gd name="connsiteY233" fmla="*/ 1213138 h 1705557"/>
              <a:gd name="connsiteX234" fmla="*/ 8853872 w 10232859"/>
              <a:gd name="connsiteY234" fmla="*/ 1221228 h 1705557"/>
              <a:gd name="connsiteX235" fmla="*/ 8861901 w 10232859"/>
              <a:gd name="connsiteY235" fmla="*/ 1217889 h 1705557"/>
              <a:gd name="connsiteX236" fmla="*/ 8874168 w 10232859"/>
              <a:gd name="connsiteY236" fmla="*/ 1220481 h 1705557"/>
              <a:gd name="connsiteX237" fmla="*/ 8871123 w 10232859"/>
              <a:gd name="connsiteY237" fmla="*/ 1227674 h 1705557"/>
              <a:gd name="connsiteX238" fmla="*/ 8903537 w 10232859"/>
              <a:gd name="connsiteY238" fmla="*/ 1237102 h 1705557"/>
              <a:gd name="connsiteX239" fmla="*/ 8933767 w 10232859"/>
              <a:gd name="connsiteY239" fmla="*/ 1269882 h 1705557"/>
              <a:gd name="connsiteX240" fmla="*/ 8985765 w 10232859"/>
              <a:gd name="connsiteY240" fmla="*/ 1294178 h 1705557"/>
              <a:gd name="connsiteX241" fmla="*/ 9071444 w 10232859"/>
              <a:gd name="connsiteY241" fmla="*/ 1323819 h 1705557"/>
              <a:gd name="connsiteX242" fmla="*/ 9096711 w 10232859"/>
              <a:gd name="connsiteY242" fmla="*/ 1334291 h 1705557"/>
              <a:gd name="connsiteX243" fmla="*/ 9338853 w 10232859"/>
              <a:gd name="connsiteY243" fmla="*/ 1454560 h 1705557"/>
              <a:gd name="connsiteX244" fmla="*/ 9520814 w 10232859"/>
              <a:gd name="connsiteY244" fmla="*/ 1456341 h 1705557"/>
              <a:gd name="connsiteX245" fmla="*/ 9702271 w 10232859"/>
              <a:gd name="connsiteY245" fmla="*/ 1495067 h 1705557"/>
              <a:gd name="connsiteX246" fmla="*/ 9744273 w 10232859"/>
              <a:gd name="connsiteY246" fmla="*/ 1530026 h 1705557"/>
              <a:gd name="connsiteX247" fmla="*/ 9771903 w 10232859"/>
              <a:gd name="connsiteY247" fmla="*/ 1536548 h 1705557"/>
              <a:gd name="connsiteX248" fmla="*/ 9818565 w 10232859"/>
              <a:gd name="connsiteY248" fmla="*/ 1545059 h 1705557"/>
              <a:gd name="connsiteX249" fmla="*/ 9882202 w 10232859"/>
              <a:gd name="connsiteY249" fmla="*/ 1572402 h 1705557"/>
              <a:gd name="connsiteX250" fmla="*/ 10022025 w 10232859"/>
              <a:gd name="connsiteY250" fmla="*/ 1606210 h 1705557"/>
              <a:gd name="connsiteX251" fmla="*/ 10220406 w 10232859"/>
              <a:gd name="connsiteY251" fmla="*/ 1683519 h 1705557"/>
              <a:gd name="connsiteX252" fmla="*/ 10232859 w 10232859"/>
              <a:gd name="connsiteY252" fmla="*/ 1705557 h 1705557"/>
              <a:gd name="connsiteX253" fmla="*/ 0 w 10232859"/>
              <a:gd name="connsiteY253" fmla="*/ 1705557 h 1705557"/>
              <a:gd name="connsiteX254" fmla="*/ 0 w 10232859"/>
              <a:gd name="connsiteY254" fmla="*/ 28342 h 1705557"/>
              <a:gd name="connsiteX255" fmla="*/ 8097 w 10232859"/>
              <a:gd name="connsiteY255" fmla="*/ 30869 h 1705557"/>
              <a:gd name="connsiteX256" fmla="*/ 77128 w 10232859"/>
              <a:gd name="connsiteY256" fmla="*/ 13381 h 1705557"/>
              <a:gd name="connsiteX257" fmla="*/ 188338 w 10232859"/>
              <a:gd name="connsiteY257" fmla="*/ 11593 h 1705557"/>
              <a:gd name="connsiteX258" fmla="*/ 298809 w 10232859"/>
              <a:gd name="connsiteY258" fmla="*/ 12712 h 1705557"/>
              <a:gd name="connsiteX259" fmla="*/ 338985 w 10232859"/>
              <a:gd name="connsiteY259" fmla="*/ 14520 h 1705557"/>
              <a:gd name="connsiteX260" fmla="*/ 409815 w 10232859"/>
              <a:gd name="connsiteY260" fmla="*/ 11559 h 1705557"/>
              <a:gd name="connsiteX261" fmla="*/ 424169 w 10232859"/>
              <a:gd name="connsiteY261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708983 w 10232859"/>
              <a:gd name="connsiteY150" fmla="*/ 313188 h 1705557"/>
              <a:gd name="connsiteX151" fmla="*/ 5773909 w 10232859"/>
              <a:gd name="connsiteY151" fmla="*/ 318575 h 1705557"/>
              <a:gd name="connsiteX152" fmla="*/ 5809500 w 10232859"/>
              <a:gd name="connsiteY152" fmla="*/ 324964 h 1705557"/>
              <a:gd name="connsiteX153" fmla="*/ 5908729 w 10232859"/>
              <a:gd name="connsiteY153" fmla="*/ 338849 h 1705557"/>
              <a:gd name="connsiteX154" fmla="*/ 6009654 w 10232859"/>
              <a:gd name="connsiteY154" fmla="*/ 350040 h 1705557"/>
              <a:gd name="connsiteX155" fmla="*/ 6067487 w 10232859"/>
              <a:gd name="connsiteY155" fmla="*/ 340226 h 1705557"/>
              <a:gd name="connsiteX156" fmla="*/ 6073281 w 10232859"/>
              <a:gd name="connsiteY156" fmla="*/ 340830 h 1705557"/>
              <a:gd name="connsiteX157" fmla="*/ 6086225 w 10232859"/>
              <a:gd name="connsiteY157" fmla="*/ 346135 h 1705557"/>
              <a:gd name="connsiteX158" fmla="*/ 6090616 w 10232859"/>
              <a:gd name="connsiteY158" fmla="*/ 348731 h 1705557"/>
              <a:gd name="connsiteX159" fmla="*/ 6098056 w 10232859"/>
              <a:gd name="connsiteY159" fmla="*/ 351249 h 1705557"/>
              <a:gd name="connsiteX160" fmla="*/ 6098391 w 10232859"/>
              <a:gd name="connsiteY160" fmla="*/ 351119 h 1705557"/>
              <a:gd name="connsiteX161" fmla="*/ 6105063 w 10232859"/>
              <a:gd name="connsiteY161" fmla="*/ 353854 h 1705557"/>
              <a:gd name="connsiteX162" fmla="*/ 6135796 w 10232859"/>
              <a:gd name="connsiteY162" fmla="*/ 369657 h 1705557"/>
              <a:gd name="connsiteX163" fmla="*/ 6195166 w 10232859"/>
              <a:gd name="connsiteY163" fmla="*/ 366704 h 1705557"/>
              <a:gd name="connsiteX164" fmla="*/ 6216259 w 10232859"/>
              <a:gd name="connsiteY164" fmla="*/ 369879 h 1705557"/>
              <a:gd name="connsiteX165" fmla="*/ 6228331 w 10232859"/>
              <a:gd name="connsiteY165" fmla="*/ 370548 h 1705557"/>
              <a:gd name="connsiteX166" fmla="*/ 6229602 w 10232859"/>
              <a:gd name="connsiteY166" fmla="*/ 369928 h 1705557"/>
              <a:gd name="connsiteX167" fmla="*/ 6258988 w 10232859"/>
              <a:gd name="connsiteY167" fmla="*/ 385174 h 1705557"/>
              <a:gd name="connsiteX168" fmla="*/ 6264106 w 10232859"/>
              <a:gd name="connsiteY168" fmla="*/ 385655 h 1705557"/>
              <a:gd name="connsiteX169" fmla="*/ 6281703 w 10232859"/>
              <a:gd name="connsiteY169" fmla="*/ 397568 h 1705557"/>
              <a:gd name="connsiteX170" fmla="*/ 6291622 w 10232859"/>
              <a:gd name="connsiteY170" fmla="*/ 402669 h 1705557"/>
              <a:gd name="connsiteX171" fmla="*/ 6292712 w 10232859"/>
              <a:gd name="connsiteY171" fmla="*/ 406285 h 1705557"/>
              <a:gd name="connsiteX172" fmla="*/ 6308227 w 10232859"/>
              <a:gd name="connsiteY172" fmla="*/ 412710 h 1705557"/>
              <a:gd name="connsiteX173" fmla="*/ 6310656 w 10232859"/>
              <a:gd name="connsiteY173" fmla="*/ 412628 h 1705557"/>
              <a:gd name="connsiteX174" fmla="*/ 6321049 w 10232859"/>
              <a:gd name="connsiteY174" fmla="*/ 420978 h 1705557"/>
              <a:gd name="connsiteX175" fmla="*/ 6326853 w 10232859"/>
              <a:gd name="connsiteY175" fmla="*/ 431664 h 1705557"/>
              <a:gd name="connsiteX176" fmla="*/ 6467879 w 10232859"/>
              <a:gd name="connsiteY176" fmla="*/ 474762 h 1705557"/>
              <a:gd name="connsiteX177" fmla="*/ 6564351 w 10232859"/>
              <a:gd name="connsiteY177" fmla="*/ 544032 h 1705557"/>
              <a:gd name="connsiteX178" fmla="*/ 6641544 w 10232859"/>
              <a:gd name="connsiteY178" fmla="*/ 566599 h 1705557"/>
              <a:gd name="connsiteX179" fmla="*/ 6731052 w 10232859"/>
              <a:gd name="connsiteY179" fmla="*/ 578550 h 1705557"/>
              <a:gd name="connsiteX180" fmla="*/ 6858983 w 10232859"/>
              <a:gd name="connsiteY180" fmla="*/ 630237 h 1705557"/>
              <a:gd name="connsiteX181" fmla="*/ 6910661 w 10232859"/>
              <a:gd name="connsiteY181" fmla="*/ 641134 h 1705557"/>
              <a:gd name="connsiteX182" fmla="*/ 6944111 w 10232859"/>
              <a:gd name="connsiteY182" fmla="*/ 666016 h 1705557"/>
              <a:gd name="connsiteX183" fmla="*/ 6965771 w 10232859"/>
              <a:gd name="connsiteY183" fmla="*/ 666445 h 1705557"/>
              <a:gd name="connsiteX184" fmla="*/ 6969639 w 10232859"/>
              <a:gd name="connsiteY184" fmla="*/ 666351 h 1705557"/>
              <a:gd name="connsiteX185" fmla="*/ 6982242 w 10232859"/>
              <a:gd name="connsiteY185" fmla="*/ 669626 h 1705557"/>
              <a:gd name="connsiteX186" fmla="*/ 6989387 w 10232859"/>
              <a:gd name="connsiteY186" fmla="*/ 665988 h 1705557"/>
              <a:gd name="connsiteX187" fmla="*/ 7010930 w 10232859"/>
              <a:gd name="connsiteY187" fmla="*/ 667648 h 1705557"/>
              <a:gd name="connsiteX188" fmla="*/ 7033125 w 10232859"/>
              <a:gd name="connsiteY188" fmla="*/ 674950 h 1705557"/>
              <a:gd name="connsiteX189" fmla="*/ 7134461 w 10232859"/>
              <a:gd name="connsiteY189" fmla="*/ 714706 h 1705557"/>
              <a:gd name="connsiteX190" fmla="*/ 7197450 w 10232859"/>
              <a:gd name="connsiteY190" fmla="*/ 735608 h 1705557"/>
              <a:gd name="connsiteX191" fmla="*/ 7225084 w 10232859"/>
              <a:gd name="connsiteY191" fmla="*/ 739019 h 1705557"/>
              <a:gd name="connsiteX192" fmla="*/ 7261183 w 10232859"/>
              <a:gd name="connsiteY192" fmla="*/ 746827 h 1705557"/>
              <a:gd name="connsiteX193" fmla="*/ 7327760 w 10232859"/>
              <a:gd name="connsiteY193" fmla="*/ 757100 h 1705557"/>
              <a:gd name="connsiteX194" fmla="*/ 7412222 w 10232859"/>
              <a:gd name="connsiteY194" fmla="*/ 777001 h 1705557"/>
              <a:gd name="connsiteX195" fmla="*/ 7457904 w 10232859"/>
              <a:gd name="connsiteY195" fmla="*/ 810835 h 1705557"/>
              <a:gd name="connsiteX196" fmla="*/ 7465795 w 10232859"/>
              <a:gd name="connsiteY196" fmla="*/ 809112 h 1705557"/>
              <a:gd name="connsiteX197" fmla="*/ 7505046 w 10232859"/>
              <a:gd name="connsiteY197" fmla="*/ 823031 h 1705557"/>
              <a:gd name="connsiteX198" fmla="*/ 7623220 w 10232859"/>
              <a:gd name="connsiteY198" fmla="*/ 895034 h 1705557"/>
              <a:gd name="connsiteX199" fmla="*/ 7700458 w 10232859"/>
              <a:gd name="connsiteY199" fmla="*/ 921593 h 1705557"/>
              <a:gd name="connsiteX200" fmla="*/ 7730988 w 10232859"/>
              <a:gd name="connsiteY200" fmla="*/ 927270 h 1705557"/>
              <a:gd name="connsiteX201" fmla="*/ 7781942 w 10232859"/>
              <a:gd name="connsiteY201" fmla="*/ 937017 h 1705557"/>
              <a:gd name="connsiteX202" fmla="*/ 7827704 w 10232859"/>
              <a:gd name="connsiteY202" fmla="*/ 935072 h 1705557"/>
              <a:gd name="connsiteX203" fmla="*/ 7867270 w 10232859"/>
              <a:gd name="connsiteY203" fmla="*/ 946880 h 1705557"/>
              <a:gd name="connsiteX204" fmla="*/ 7866538 w 10232859"/>
              <a:gd name="connsiteY204" fmla="*/ 961559 h 1705557"/>
              <a:gd name="connsiteX205" fmla="*/ 7912084 w 10232859"/>
              <a:gd name="connsiteY205" fmla="*/ 970314 h 1705557"/>
              <a:gd name="connsiteX206" fmla="*/ 7982264 w 10232859"/>
              <a:gd name="connsiteY206" fmla="*/ 982287 h 1705557"/>
              <a:gd name="connsiteX207" fmla="*/ 7991272 w 10232859"/>
              <a:gd name="connsiteY207" fmla="*/ 987618 h 1705557"/>
              <a:gd name="connsiteX208" fmla="*/ 8006496 w 10232859"/>
              <a:gd name="connsiteY208" fmla="*/ 979353 h 1705557"/>
              <a:gd name="connsiteX209" fmla="*/ 8034497 w 10232859"/>
              <a:gd name="connsiteY209" fmla="*/ 978568 h 1705557"/>
              <a:gd name="connsiteX210" fmla="*/ 8150881 w 10232859"/>
              <a:gd name="connsiteY210" fmla="*/ 996925 h 1705557"/>
              <a:gd name="connsiteX211" fmla="*/ 8172106 w 10232859"/>
              <a:gd name="connsiteY211" fmla="*/ 997026 h 1705557"/>
              <a:gd name="connsiteX212" fmla="*/ 8196076 w 10232859"/>
              <a:gd name="connsiteY212" fmla="*/ 1006592 h 1705557"/>
              <a:gd name="connsiteX213" fmla="*/ 8247463 w 10232859"/>
              <a:gd name="connsiteY213" fmla="*/ 1022846 h 1705557"/>
              <a:gd name="connsiteX214" fmla="*/ 8279272 w 10232859"/>
              <a:gd name="connsiteY214" fmla="*/ 1039435 h 1705557"/>
              <a:gd name="connsiteX215" fmla="*/ 8289611 w 10232859"/>
              <a:gd name="connsiteY215" fmla="*/ 1035144 h 1705557"/>
              <a:gd name="connsiteX216" fmla="*/ 8311483 w 10232859"/>
              <a:gd name="connsiteY216" fmla="*/ 1035913 h 1705557"/>
              <a:gd name="connsiteX217" fmla="*/ 8399489 w 10232859"/>
              <a:gd name="connsiteY217" fmla="*/ 1055076 h 1705557"/>
              <a:gd name="connsiteX218" fmla="*/ 8415973 w 10232859"/>
              <a:gd name="connsiteY218" fmla="*/ 1056174 h 1705557"/>
              <a:gd name="connsiteX219" fmla="*/ 8433326 w 10232859"/>
              <a:gd name="connsiteY219" fmla="*/ 1064395 h 1705557"/>
              <a:gd name="connsiteX220" fmla="*/ 8502328 w 10232859"/>
              <a:gd name="connsiteY220" fmla="*/ 1098012 h 1705557"/>
              <a:gd name="connsiteX221" fmla="*/ 8534346 w 10232859"/>
              <a:gd name="connsiteY221" fmla="*/ 1113494 h 1705557"/>
              <a:gd name="connsiteX222" fmla="*/ 8534980 w 10232859"/>
              <a:gd name="connsiteY222" fmla="*/ 1117375 h 1705557"/>
              <a:gd name="connsiteX223" fmla="*/ 8544104 w 10232859"/>
              <a:gd name="connsiteY223" fmla="*/ 1114920 h 1705557"/>
              <a:gd name="connsiteX224" fmla="*/ 8567742 w 10232859"/>
              <a:gd name="connsiteY224" fmla="*/ 1124104 h 1705557"/>
              <a:gd name="connsiteX225" fmla="*/ 8633779 w 10232859"/>
              <a:gd name="connsiteY225" fmla="*/ 1145740 h 1705557"/>
              <a:gd name="connsiteX226" fmla="*/ 8676965 w 10232859"/>
              <a:gd name="connsiteY226" fmla="*/ 1163463 h 1705557"/>
              <a:gd name="connsiteX227" fmla="*/ 8698944 w 10232859"/>
              <a:gd name="connsiteY227" fmla="*/ 1163453 h 1705557"/>
              <a:gd name="connsiteX228" fmla="*/ 8711456 w 10232859"/>
              <a:gd name="connsiteY228" fmla="*/ 1175731 h 1705557"/>
              <a:gd name="connsiteX229" fmla="*/ 8732793 w 10232859"/>
              <a:gd name="connsiteY229" fmla="*/ 1179486 h 1705557"/>
              <a:gd name="connsiteX230" fmla="*/ 8751897 w 10232859"/>
              <a:gd name="connsiteY230" fmla="*/ 1197400 h 1705557"/>
              <a:gd name="connsiteX231" fmla="*/ 8793564 w 10232859"/>
              <a:gd name="connsiteY231" fmla="*/ 1179086 h 1705557"/>
              <a:gd name="connsiteX232" fmla="*/ 8834270 w 10232859"/>
              <a:gd name="connsiteY232" fmla="*/ 1213138 h 1705557"/>
              <a:gd name="connsiteX233" fmla="*/ 8853872 w 10232859"/>
              <a:gd name="connsiteY233" fmla="*/ 1221228 h 1705557"/>
              <a:gd name="connsiteX234" fmla="*/ 8861901 w 10232859"/>
              <a:gd name="connsiteY234" fmla="*/ 1217889 h 1705557"/>
              <a:gd name="connsiteX235" fmla="*/ 8874168 w 10232859"/>
              <a:gd name="connsiteY235" fmla="*/ 1220481 h 1705557"/>
              <a:gd name="connsiteX236" fmla="*/ 8871123 w 10232859"/>
              <a:gd name="connsiteY236" fmla="*/ 1227674 h 1705557"/>
              <a:gd name="connsiteX237" fmla="*/ 8903537 w 10232859"/>
              <a:gd name="connsiteY237" fmla="*/ 1237102 h 1705557"/>
              <a:gd name="connsiteX238" fmla="*/ 8933767 w 10232859"/>
              <a:gd name="connsiteY238" fmla="*/ 1269882 h 1705557"/>
              <a:gd name="connsiteX239" fmla="*/ 8985765 w 10232859"/>
              <a:gd name="connsiteY239" fmla="*/ 1294178 h 1705557"/>
              <a:gd name="connsiteX240" fmla="*/ 9071444 w 10232859"/>
              <a:gd name="connsiteY240" fmla="*/ 1323819 h 1705557"/>
              <a:gd name="connsiteX241" fmla="*/ 9096711 w 10232859"/>
              <a:gd name="connsiteY241" fmla="*/ 1334291 h 1705557"/>
              <a:gd name="connsiteX242" fmla="*/ 9338853 w 10232859"/>
              <a:gd name="connsiteY242" fmla="*/ 1454560 h 1705557"/>
              <a:gd name="connsiteX243" fmla="*/ 9520814 w 10232859"/>
              <a:gd name="connsiteY243" fmla="*/ 1456341 h 1705557"/>
              <a:gd name="connsiteX244" fmla="*/ 9702271 w 10232859"/>
              <a:gd name="connsiteY244" fmla="*/ 1495067 h 1705557"/>
              <a:gd name="connsiteX245" fmla="*/ 9744273 w 10232859"/>
              <a:gd name="connsiteY245" fmla="*/ 1530026 h 1705557"/>
              <a:gd name="connsiteX246" fmla="*/ 9771903 w 10232859"/>
              <a:gd name="connsiteY246" fmla="*/ 1536548 h 1705557"/>
              <a:gd name="connsiteX247" fmla="*/ 9818565 w 10232859"/>
              <a:gd name="connsiteY247" fmla="*/ 1545059 h 1705557"/>
              <a:gd name="connsiteX248" fmla="*/ 9882202 w 10232859"/>
              <a:gd name="connsiteY248" fmla="*/ 1572402 h 1705557"/>
              <a:gd name="connsiteX249" fmla="*/ 10022025 w 10232859"/>
              <a:gd name="connsiteY249" fmla="*/ 1606210 h 1705557"/>
              <a:gd name="connsiteX250" fmla="*/ 10220406 w 10232859"/>
              <a:gd name="connsiteY250" fmla="*/ 1683519 h 1705557"/>
              <a:gd name="connsiteX251" fmla="*/ 10232859 w 10232859"/>
              <a:gd name="connsiteY251" fmla="*/ 1705557 h 1705557"/>
              <a:gd name="connsiteX252" fmla="*/ 0 w 10232859"/>
              <a:gd name="connsiteY252" fmla="*/ 1705557 h 1705557"/>
              <a:gd name="connsiteX253" fmla="*/ 0 w 10232859"/>
              <a:gd name="connsiteY253" fmla="*/ 28342 h 1705557"/>
              <a:gd name="connsiteX254" fmla="*/ 8097 w 10232859"/>
              <a:gd name="connsiteY254" fmla="*/ 30869 h 1705557"/>
              <a:gd name="connsiteX255" fmla="*/ 77128 w 10232859"/>
              <a:gd name="connsiteY255" fmla="*/ 13381 h 1705557"/>
              <a:gd name="connsiteX256" fmla="*/ 188338 w 10232859"/>
              <a:gd name="connsiteY256" fmla="*/ 11593 h 1705557"/>
              <a:gd name="connsiteX257" fmla="*/ 298809 w 10232859"/>
              <a:gd name="connsiteY257" fmla="*/ 12712 h 1705557"/>
              <a:gd name="connsiteX258" fmla="*/ 338985 w 10232859"/>
              <a:gd name="connsiteY258" fmla="*/ 14520 h 1705557"/>
              <a:gd name="connsiteX259" fmla="*/ 409815 w 10232859"/>
              <a:gd name="connsiteY259" fmla="*/ 11559 h 1705557"/>
              <a:gd name="connsiteX260" fmla="*/ 424169 w 10232859"/>
              <a:gd name="connsiteY260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297234 w 10232859"/>
              <a:gd name="connsiteY129" fmla="*/ 380929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34545 w 10232859"/>
              <a:gd name="connsiteY128" fmla="*/ 276572 h 1705557"/>
              <a:gd name="connsiteX129" fmla="*/ 5297234 w 10232859"/>
              <a:gd name="connsiteY129" fmla="*/ 380929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34545 w 10232859"/>
              <a:gd name="connsiteY128" fmla="*/ 276572 h 1705557"/>
              <a:gd name="connsiteX129" fmla="*/ 5377862 w 10232859"/>
              <a:gd name="connsiteY129" fmla="*/ 306543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77862 w 10232859"/>
              <a:gd name="connsiteY129" fmla="*/ 306543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105063 w 10232859"/>
              <a:gd name="connsiteY159" fmla="*/ 353854 h 1705557"/>
              <a:gd name="connsiteX160" fmla="*/ 6135796 w 10232859"/>
              <a:gd name="connsiteY160" fmla="*/ 369657 h 1705557"/>
              <a:gd name="connsiteX161" fmla="*/ 6195166 w 10232859"/>
              <a:gd name="connsiteY161" fmla="*/ 366704 h 1705557"/>
              <a:gd name="connsiteX162" fmla="*/ 6216259 w 10232859"/>
              <a:gd name="connsiteY162" fmla="*/ 369879 h 1705557"/>
              <a:gd name="connsiteX163" fmla="*/ 6228331 w 10232859"/>
              <a:gd name="connsiteY163" fmla="*/ 370548 h 1705557"/>
              <a:gd name="connsiteX164" fmla="*/ 6229602 w 10232859"/>
              <a:gd name="connsiteY164" fmla="*/ 369928 h 1705557"/>
              <a:gd name="connsiteX165" fmla="*/ 6258988 w 10232859"/>
              <a:gd name="connsiteY165" fmla="*/ 385174 h 1705557"/>
              <a:gd name="connsiteX166" fmla="*/ 6264106 w 10232859"/>
              <a:gd name="connsiteY166" fmla="*/ 385655 h 1705557"/>
              <a:gd name="connsiteX167" fmla="*/ 6281703 w 10232859"/>
              <a:gd name="connsiteY167" fmla="*/ 397568 h 1705557"/>
              <a:gd name="connsiteX168" fmla="*/ 6291622 w 10232859"/>
              <a:gd name="connsiteY168" fmla="*/ 402669 h 1705557"/>
              <a:gd name="connsiteX169" fmla="*/ 6292712 w 10232859"/>
              <a:gd name="connsiteY169" fmla="*/ 406285 h 1705557"/>
              <a:gd name="connsiteX170" fmla="*/ 6308227 w 10232859"/>
              <a:gd name="connsiteY170" fmla="*/ 412710 h 1705557"/>
              <a:gd name="connsiteX171" fmla="*/ 6310656 w 10232859"/>
              <a:gd name="connsiteY171" fmla="*/ 412628 h 1705557"/>
              <a:gd name="connsiteX172" fmla="*/ 6321049 w 10232859"/>
              <a:gd name="connsiteY172" fmla="*/ 420978 h 1705557"/>
              <a:gd name="connsiteX173" fmla="*/ 6326853 w 10232859"/>
              <a:gd name="connsiteY173" fmla="*/ 431664 h 1705557"/>
              <a:gd name="connsiteX174" fmla="*/ 6467879 w 10232859"/>
              <a:gd name="connsiteY174" fmla="*/ 474762 h 1705557"/>
              <a:gd name="connsiteX175" fmla="*/ 6564351 w 10232859"/>
              <a:gd name="connsiteY175" fmla="*/ 544032 h 1705557"/>
              <a:gd name="connsiteX176" fmla="*/ 6641544 w 10232859"/>
              <a:gd name="connsiteY176" fmla="*/ 566599 h 1705557"/>
              <a:gd name="connsiteX177" fmla="*/ 6731052 w 10232859"/>
              <a:gd name="connsiteY177" fmla="*/ 578550 h 1705557"/>
              <a:gd name="connsiteX178" fmla="*/ 6858983 w 10232859"/>
              <a:gd name="connsiteY178" fmla="*/ 630237 h 1705557"/>
              <a:gd name="connsiteX179" fmla="*/ 6910661 w 10232859"/>
              <a:gd name="connsiteY179" fmla="*/ 641134 h 1705557"/>
              <a:gd name="connsiteX180" fmla="*/ 6944111 w 10232859"/>
              <a:gd name="connsiteY180" fmla="*/ 666016 h 1705557"/>
              <a:gd name="connsiteX181" fmla="*/ 6965771 w 10232859"/>
              <a:gd name="connsiteY181" fmla="*/ 666445 h 1705557"/>
              <a:gd name="connsiteX182" fmla="*/ 6969639 w 10232859"/>
              <a:gd name="connsiteY182" fmla="*/ 666351 h 1705557"/>
              <a:gd name="connsiteX183" fmla="*/ 6982242 w 10232859"/>
              <a:gd name="connsiteY183" fmla="*/ 669626 h 1705557"/>
              <a:gd name="connsiteX184" fmla="*/ 6989387 w 10232859"/>
              <a:gd name="connsiteY184" fmla="*/ 665988 h 1705557"/>
              <a:gd name="connsiteX185" fmla="*/ 7010930 w 10232859"/>
              <a:gd name="connsiteY185" fmla="*/ 667648 h 1705557"/>
              <a:gd name="connsiteX186" fmla="*/ 7033125 w 10232859"/>
              <a:gd name="connsiteY186" fmla="*/ 674950 h 1705557"/>
              <a:gd name="connsiteX187" fmla="*/ 7134461 w 10232859"/>
              <a:gd name="connsiteY187" fmla="*/ 714706 h 1705557"/>
              <a:gd name="connsiteX188" fmla="*/ 7197450 w 10232859"/>
              <a:gd name="connsiteY188" fmla="*/ 735608 h 1705557"/>
              <a:gd name="connsiteX189" fmla="*/ 7225084 w 10232859"/>
              <a:gd name="connsiteY189" fmla="*/ 739019 h 1705557"/>
              <a:gd name="connsiteX190" fmla="*/ 7261183 w 10232859"/>
              <a:gd name="connsiteY190" fmla="*/ 746827 h 1705557"/>
              <a:gd name="connsiteX191" fmla="*/ 7327760 w 10232859"/>
              <a:gd name="connsiteY191" fmla="*/ 757100 h 1705557"/>
              <a:gd name="connsiteX192" fmla="*/ 7412222 w 10232859"/>
              <a:gd name="connsiteY192" fmla="*/ 777001 h 1705557"/>
              <a:gd name="connsiteX193" fmla="*/ 7457904 w 10232859"/>
              <a:gd name="connsiteY193" fmla="*/ 810835 h 1705557"/>
              <a:gd name="connsiteX194" fmla="*/ 7465795 w 10232859"/>
              <a:gd name="connsiteY194" fmla="*/ 809112 h 1705557"/>
              <a:gd name="connsiteX195" fmla="*/ 7505046 w 10232859"/>
              <a:gd name="connsiteY195" fmla="*/ 823031 h 1705557"/>
              <a:gd name="connsiteX196" fmla="*/ 7623220 w 10232859"/>
              <a:gd name="connsiteY196" fmla="*/ 895034 h 1705557"/>
              <a:gd name="connsiteX197" fmla="*/ 7700458 w 10232859"/>
              <a:gd name="connsiteY197" fmla="*/ 921593 h 1705557"/>
              <a:gd name="connsiteX198" fmla="*/ 7730988 w 10232859"/>
              <a:gd name="connsiteY198" fmla="*/ 927270 h 1705557"/>
              <a:gd name="connsiteX199" fmla="*/ 7781942 w 10232859"/>
              <a:gd name="connsiteY199" fmla="*/ 937017 h 1705557"/>
              <a:gd name="connsiteX200" fmla="*/ 7827704 w 10232859"/>
              <a:gd name="connsiteY200" fmla="*/ 935072 h 1705557"/>
              <a:gd name="connsiteX201" fmla="*/ 7867270 w 10232859"/>
              <a:gd name="connsiteY201" fmla="*/ 946880 h 1705557"/>
              <a:gd name="connsiteX202" fmla="*/ 7866538 w 10232859"/>
              <a:gd name="connsiteY202" fmla="*/ 961559 h 1705557"/>
              <a:gd name="connsiteX203" fmla="*/ 7912084 w 10232859"/>
              <a:gd name="connsiteY203" fmla="*/ 970314 h 1705557"/>
              <a:gd name="connsiteX204" fmla="*/ 7982264 w 10232859"/>
              <a:gd name="connsiteY204" fmla="*/ 982287 h 1705557"/>
              <a:gd name="connsiteX205" fmla="*/ 7991272 w 10232859"/>
              <a:gd name="connsiteY205" fmla="*/ 987618 h 1705557"/>
              <a:gd name="connsiteX206" fmla="*/ 8006496 w 10232859"/>
              <a:gd name="connsiteY206" fmla="*/ 979353 h 1705557"/>
              <a:gd name="connsiteX207" fmla="*/ 8034497 w 10232859"/>
              <a:gd name="connsiteY207" fmla="*/ 978568 h 1705557"/>
              <a:gd name="connsiteX208" fmla="*/ 8150881 w 10232859"/>
              <a:gd name="connsiteY208" fmla="*/ 996925 h 1705557"/>
              <a:gd name="connsiteX209" fmla="*/ 8172106 w 10232859"/>
              <a:gd name="connsiteY209" fmla="*/ 997026 h 1705557"/>
              <a:gd name="connsiteX210" fmla="*/ 8196076 w 10232859"/>
              <a:gd name="connsiteY210" fmla="*/ 1006592 h 1705557"/>
              <a:gd name="connsiteX211" fmla="*/ 8247463 w 10232859"/>
              <a:gd name="connsiteY211" fmla="*/ 1022846 h 1705557"/>
              <a:gd name="connsiteX212" fmla="*/ 8279272 w 10232859"/>
              <a:gd name="connsiteY212" fmla="*/ 1039435 h 1705557"/>
              <a:gd name="connsiteX213" fmla="*/ 8289611 w 10232859"/>
              <a:gd name="connsiteY213" fmla="*/ 1035144 h 1705557"/>
              <a:gd name="connsiteX214" fmla="*/ 8311483 w 10232859"/>
              <a:gd name="connsiteY214" fmla="*/ 1035913 h 1705557"/>
              <a:gd name="connsiteX215" fmla="*/ 8399489 w 10232859"/>
              <a:gd name="connsiteY215" fmla="*/ 1055076 h 1705557"/>
              <a:gd name="connsiteX216" fmla="*/ 8415973 w 10232859"/>
              <a:gd name="connsiteY216" fmla="*/ 1056174 h 1705557"/>
              <a:gd name="connsiteX217" fmla="*/ 8433326 w 10232859"/>
              <a:gd name="connsiteY217" fmla="*/ 1064395 h 1705557"/>
              <a:gd name="connsiteX218" fmla="*/ 8502328 w 10232859"/>
              <a:gd name="connsiteY218" fmla="*/ 1098012 h 1705557"/>
              <a:gd name="connsiteX219" fmla="*/ 8534346 w 10232859"/>
              <a:gd name="connsiteY219" fmla="*/ 1113494 h 1705557"/>
              <a:gd name="connsiteX220" fmla="*/ 8534980 w 10232859"/>
              <a:gd name="connsiteY220" fmla="*/ 1117375 h 1705557"/>
              <a:gd name="connsiteX221" fmla="*/ 8544104 w 10232859"/>
              <a:gd name="connsiteY221" fmla="*/ 1114920 h 1705557"/>
              <a:gd name="connsiteX222" fmla="*/ 8567742 w 10232859"/>
              <a:gd name="connsiteY222" fmla="*/ 1124104 h 1705557"/>
              <a:gd name="connsiteX223" fmla="*/ 8633779 w 10232859"/>
              <a:gd name="connsiteY223" fmla="*/ 1145740 h 1705557"/>
              <a:gd name="connsiteX224" fmla="*/ 8676965 w 10232859"/>
              <a:gd name="connsiteY224" fmla="*/ 1163463 h 1705557"/>
              <a:gd name="connsiteX225" fmla="*/ 8698944 w 10232859"/>
              <a:gd name="connsiteY225" fmla="*/ 1163453 h 1705557"/>
              <a:gd name="connsiteX226" fmla="*/ 8711456 w 10232859"/>
              <a:gd name="connsiteY226" fmla="*/ 1175731 h 1705557"/>
              <a:gd name="connsiteX227" fmla="*/ 8732793 w 10232859"/>
              <a:gd name="connsiteY227" fmla="*/ 1179486 h 1705557"/>
              <a:gd name="connsiteX228" fmla="*/ 8751897 w 10232859"/>
              <a:gd name="connsiteY228" fmla="*/ 1197400 h 1705557"/>
              <a:gd name="connsiteX229" fmla="*/ 8793564 w 10232859"/>
              <a:gd name="connsiteY229" fmla="*/ 1179086 h 1705557"/>
              <a:gd name="connsiteX230" fmla="*/ 8834270 w 10232859"/>
              <a:gd name="connsiteY230" fmla="*/ 1213138 h 1705557"/>
              <a:gd name="connsiteX231" fmla="*/ 8853872 w 10232859"/>
              <a:gd name="connsiteY231" fmla="*/ 1221228 h 1705557"/>
              <a:gd name="connsiteX232" fmla="*/ 8861901 w 10232859"/>
              <a:gd name="connsiteY232" fmla="*/ 1217889 h 1705557"/>
              <a:gd name="connsiteX233" fmla="*/ 8874168 w 10232859"/>
              <a:gd name="connsiteY233" fmla="*/ 1220481 h 1705557"/>
              <a:gd name="connsiteX234" fmla="*/ 8871123 w 10232859"/>
              <a:gd name="connsiteY234" fmla="*/ 1227674 h 1705557"/>
              <a:gd name="connsiteX235" fmla="*/ 8903537 w 10232859"/>
              <a:gd name="connsiteY235" fmla="*/ 1237102 h 1705557"/>
              <a:gd name="connsiteX236" fmla="*/ 8933767 w 10232859"/>
              <a:gd name="connsiteY236" fmla="*/ 1269882 h 1705557"/>
              <a:gd name="connsiteX237" fmla="*/ 8985765 w 10232859"/>
              <a:gd name="connsiteY237" fmla="*/ 1294178 h 1705557"/>
              <a:gd name="connsiteX238" fmla="*/ 9071444 w 10232859"/>
              <a:gd name="connsiteY238" fmla="*/ 1323819 h 1705557"/>
              <a:gd name="connsiteX239" fmla="*/ 9096711 w 10232859"/>
              <a:gd name="connsiteY239" fmla="*/ 1334291 h 1705557"/>
              <a:gd name="connsiteX240" fmla="*/ 9338853 w 10232859"/>
              <a:gd name="connsiteY240" fmla="*/ 1454560 h 1705557"/>
              <a:gd name="connsiteX241" fmla="*/ 9520814 w 10232859"/>
              <a:gd name="connsiteY241" fmla="*/ 1456341 h 1705557"/>
              <a:gd name="connsiteX242" fmla="*/ 9702271 w 10232859"/>
              <a:gd name="connsiteY242" fmla="*/ 1495067 h 1705557"/>
              <a:gd name="connsiteX243" fmla="*/ 9744273 w 10232859"/>
              <a:gd name="connsiteY243" fmla="*/ 1530026 h 1705557"/>
              <a:gd name="connsiteX244" fmla="*/ 9771903 w 10232859"/>
              <a:gd name="connsiteY244" fmla="*/ 1536548 h 1705557"/>
              <a:gd name="connsiteX245" fmla="*/ 9818565 w 10232859"/>
              <a:gd name="connsiteY245" fmla="*/ 1545059 h 1705557"/>
              <a:gd name="connsiteX246" fmla="*/ 9882202 w 10232859"/>
              <a:gd name="connsiteY246" fmla="*/ 1572402 h 1705557"/>
              <a:gd name="connsiteX247" fmla="*/ 10022025 w 10232859"/>
              <a:gd name="connsiteY247" fmla="*/ 1606210 h 1705557"/>
              <a:gd name="connsiteX248" fmla="*/ 10220406 w 10232859"/>
              <a:gd name="connsiteY248" fmla="*/ 1683519 h 1705557"/>
              <a:gd name="connsiteX249" fmla="*/ 10232859 w 10232859"/>
              <a:gd name="connsiteY249" fmla="*/ 1705557 h 1705557"/>
              <a:gd name="connsiteX250" fmla="*/ 0 w 10232859"/>
              <a:gd name="connsiteY250" fmla="*/ 1705557 h 1705557"/>
              <a:gd name="connsiteX251" fmla="*/ 0 w 10232859"/>
              <a:gd name="connsiteY251" fmla="*/ 28342 h 1705557"/>
              <a:gd name="connsiteX252" fmla="*/ 8097 w 10232859"/>
              <a:gd name="connsiteY252" fmla="*/ 30869 h 1705557"/>
              <a:gd name="connsiteX253" fmla="*/ 77128 w 10232859"/>
              <a:gd name="connsiteY253" fmla="*/ 13381 h 1705557"/>
              <a:gd name="connsiteX254" fmla="*/ 188338 w 10232859"/>
              <a:gd name="connsiteY254" fmla="*/ 11593 h 1705557"/>
              <a:gd name="connsiteX255" fmla="*/ 298809 w 10232859"/>
              <a:gd name="connsiteY255" fmla="*/ 12712 h 1705557"/>
              <a:gd name="connsiteX256" fmla="*/ 338985 w 10232859"/>
              <a:gd name="connsiteY256" fmla="*/ 14520 h 1705557"/>
              <a:gd name="connsiteX257" fmla="*/ 409815 w 10232859"/>
              <a:gd name="connsiteY257" fmla="*/ 11559 h 1705557"/>
              <a:gd name="connsiteX258" fmla="*/ 424169 w 10232859"/>
              <a:gd name="connsiteY258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105063 w 10232859"/>
              <a:gd name="connsiteY158" fmla="*/ 353854 h 1705557"/>
              <a:gd name="connsiteX159" fmla="*/ 6135796 w 10232859"/>
              <a:gd name="connsiteY159" fmla="*/ 369657 h 1705557"/>
              <a:gd name="connsiteX160" fmla="*/ 6195166 w 10232859"/>
              <a:gd name="connsiteY160" fmla="*/ 366704 h 1705557"/>
              <a:gd name="connsiteX161" fmla="*/ 6216259 w 10232859"/>
              <a:gd name="connsiteY161" fmla="*/ 369879 h 1705557"/>
              <a:gd name="connsiteX162" fmla="*/ 6228331 w 10232859"/>
              <a:gd name="connsiteY162" fmla="*/ 370548 h 1705557"/>
              <a:gd name="connsiteX163" fmla="*/ 6229602 w 10232859"/>
              <a:gd name="connsiteY163" fmla="*/ 369928 h 1705557"/>
              <a:gd name="connsiteX164" fmla="*/ 6258988 w 10232859"/>
              <a:gd name="connsiteY164" fmla="*/ 385174 h 1705557"/>
              <a:gd name="connsiteX165" fmla="*/ 6264106 w 10232859"/>
              <a:gd name="connsiteY165" fmla="*/ 385655 h 1705557"/>
              <a:gd name="connsiteX166" fmla="*/ 6281703 w 10232859"/>
              <a:gd name="connsiteY166" fmla="*/ 397568 h 1705557"/>
              <a:gd name="connsiteX167" fmla="*/ 6291622 w 10232859"/>
              <a:gd name="connsiteY167" fmla="*/ 402669 h 1705557"/>
              <a:gd name="connsiteX168" fmla="*/ 6292712 w 10232859"/>
              <a:gd name="connsiteY168" fmla="*/ 406285 h 1705557"/>
              <a:gd name="connsiteX169" fmla="*/ 6308227 w 10232859"/>
              <a:gd name="connsiteY169" fmla="*/ 412710 h 1705557"/>
              <a:gd name="connsiteX170" fmla="*/ 6310656 w 10232859"/>
              <a:gd name="connsiteY170" fmla="*/ 412628 h 1705557"/>
              <a:gd name="connsiteX171" fmla="*/ 6321049 w 10232859"/>
              <a:gd name="connsiteY171" fmla="*/ 420978 h 1705557"/>
              <a:gd name="connsiteX172" fmla="*/ 6326853 w 10232859"/>
              <a:gd name="connsiteY172" fmla="*/ 431664 h 1705557"/>
              <a:gd name="connsiteX173" fmla="*/ 6467879 w 10232859"/>
              <a:gd name="connsiteY173" fmla="*/ 474762 h 1705557"/>
              <a:gd name="connsiteX174" fmla="*/ 6564351 w 10232859"/>
              <a:gd name="connsiteY174" fmla="*/ 544032 h 1705557"/>
              <a:gd name="connsiteX175" fmla="*/ 6641544 w 10232859"/>
              <a:gd name="connsiteY175" fmla="*/ 566599 h 1705557"/>
              <a:gd name="connsiteX176" fmla="*/ 6731052 w 10232859"/>
              <a:gd name="connsiteY176" fmla="*/ 578550 h 1705557"/>
              <a:gd name="connsiteX177" fmla="*/ 6858983 w 10232859"/>
              <a:gd name="connsiteY177" fmla="*/ 630237 h 1705557"/>
              <a:gd name="connsiteX178" fmla="*/ 6910661 w 10232859"/>
              <a:gd name="connsiteY178" fmla="*/ 641134 h 1705557"/>
              <a:gd name="connsiteX179" fmla="*/ 6944111 w 10232859"/>
              <a:gd name="connsiteY179" fmla="*/ 666016 h 1705557"/>
              <a:gd name="connsiteX180" fmla="*/ 6965771 w 10232859"/>
              <a:gd name="connsiteY180" fmla="*/ 666445 h 1705557"/>
              <a:gd name="connsiteX181" fmla="*/ 6969639 w 10232859"/>
              <a:gd name="connsiteY181" fmla="*/ 666351 h 1705557"/>
              <a:gd name="connsiteX182" fmla="*/ 6982242 w 10232859"/>
              <a:gd name="connsiteY182" fmla="*/ 669626 h 1705557"/>
              <a:gd name="connsiteX183" fmla="*/ 6989387 w 10232859"/>
              <a:gd name="connsiteY183" fmla="*/ 665988 h 1705557"/>
              <a:gd name="connsiteX184" fmla="*/ 7010930 w 10232859"/>
              <a:gd name="connsiteY184" fmla="*/ 667648 h 1705557"/>
              <a:gd name="connsiteX185" fmla="*/ 7033125 w 10232859"/>
              <a:gd name="connsiteY185" fmla="*/ 674950 h 1705557"/>
              <a:gd name="connsiteX186" fmla="*/ 7134461 w 10232859"/>
              <a:gd name="connsiteY186" fmla="*/ 714706 h 1705557"/>
              <a:gd name="connsiteX187" fmla="*/ 7197450 w 10232859"/>
              <a:gd name="connsiteY187" fmla="*/ 735608 h 1705557"/>
              <a:gd name="connsiteX188" fmla="*/ 7225084 w 10232859"/>
              <a:gd name="connsiteY188" fmla="*/ 739019 h 1705557"/>
              <a:gd name="connsiteX189" fmla="*/ 7261183 w 10232859"/>
              <a:gd name="connsiteY189" fmla="*/ 746827 h 1705557"/>
              <a:gd name="connsiteX190" fmla="*/ 7327760 w 10232859"/>
              <a:gd name="connsiteY190" fmla="*/ 757100 h 1705557"/>
              <a:gd name="connsiteX191" fmla="*/ 7412222 w 10232859"/>
              <a:gd name="connsiteY191" fmla="*/ 777001 h 1705557"/>
              <a:gd name="connsiteX192" fmla="*/ 7457904 w 10232859"/>
              <a:gd name="connsiteY192" fmla="*/ 810835 h 1705557"/>
              <a:gd name="connsiteX193" fmla="*/ 7465795 w 10232859"/>
              <a:gd name="connsiteY193" fmla="*/ 809112 h 1705557"/>
              <a:gd name="connsiteX194" fmla="*/ 7505046 w 10232859"/>
              <a:gd name="connsiteY194" fmla="*/ 823031 h 1705557"/>
              <a:gd name="connsiteX195" fmla="*/ 7623220 w 10232859"/>
              <a:gd name="connsiteY195" fmla="*/ 895034 h 1705557"/>
              <a:gd name="connsiteX196" fmla="*/ 7700458 w 10232859"/>
              <a:gd name="connsiteY196" fmla="*/ 921593 h 1705557"/>
              <a:gd name="connsiteX197" fmla="*/ 7730988 w 10232859"/>
              <a:gd name="connsiteY197" fmla="*/ 927270 h 1705557"/>
              <a:gd name="connsiteX198" fmla="*/ 7781942 w 10232859"/>
              <a:gd name="connsiteY198" fmla="*/ 937017 h 1705557"/>
              <a:gd name="connsiteX199" fmla="*/ 7827704 w 10232859"/>
              <a:gd name="connsiteY199" fmla="*/ 935072 h 1705557"/>
              <a:gd name="connsiteX200" fmla="*/ 7867270 w 10232859"/>
              <a:gd name="connsiteY200" fmla="*/ 946880 h 1705557"/>
              <a:gd name="connsiteX201" fmla="*/ 7866538 w 10232859"/>
              <a:gd name="connsiteY201" fmla="*/ 961559 h 1705557"/>
              <a:gd name="connsiteX202" fmla="*/ 7912084 w 10232859"/>
              <a:gd name="connsiteY202" fmla="*/ 970314 h 1705557"/>
              <a:gd name="connsiteX203" fmla="*/ 7982264 w 10232859"/>
              <a:gd name="connsiteY203" fmla="*/ 982287 h 1705557"/>
              <a:gd name="connsiteX204" fmla="*/ 7991272 w 10232859"/>
              <a:gd name="connsiteY204" fmla="*/ 987618 h 1705557"/>
              <a:gd name="connsiteX205" fmla="*/ 8006496 w 10232859"/>
              <a:gd name="connsiteY205" fmla="*/ 979353 h 1705557"/>
              <a:gd name="connsiteX206" fmla="*/ 8034497 w 10232859"/>
              <a:gd name="connsiteY206" fmla="*/ 978568 h 1705557"/>
              <a:gd name="connsiteX207" fmla="*/ 8150881 w 10232859"/>
              <a:gd name="connsiteY207" fmla="*/ 996925 h 1705557"/>
              <a:gd name="connsiteX208" fmla="*/ 8172106 w 10232859"/>
              <a:gd name="connsiteY208" fmla="*/ 997026 h 1705557"/>
              <a:gd name="connsiteX209" fmla="*/ 8196076 w 10232859"/>
              <a:gd name="connsiteY209" fmla="*/ 1006592 h 1705557"/>
              <a:gd name="connsiteX210" fmla="*/ 8247463 w 10232859"/>
              <a:gd name="connsiteY210" fmla="*/ 1022846 h 1705557"/>
              <a:gd name="connsiteX211" fmla="*/ 8279272 w 10232859"/>
              <a:gd name="connsiteY211" fmla="*/ 1039435 h 1705557"/>
              <a:gd name="connsiteX212" fmla="*/ 8289611 w 10232859"/>
              <a:gd name="connsiteY212" fmla="*/ 1035144 h 1705557"/>
              <a:gd name="connsiteX213" fmla="*/ 8311483 w 10232859"/>
              <a:gd name="connsiteY213" fmla="*/ 1035913 h 1705557"/>
              <a:gd name="connsiteX214" fmla="*/ 8399489 w 10232859"/>
              <a:gd name="connsiteY214" fmla="*/ 1055076 h 1705557"/>
              <a:gd name="connsiteX215" fmla="*/ 8415973 w 10232859"/>
              <a:gd name="connsiteY215" fmla="*/ 1056174 h 1705557"/>
              <a:gd name="connsiteX216" fmla="*/ 8433326 w 10232859"/>
              <a:gd name="connsiteY216" fmla="*/ 1064395 h 1705557"/>
              <a:gd name="connsiteX217" fmla="*/ 8502328 w 10232859"/>
              <a:gd name="connsiteY217" fmla="*/ 1098012 h 1705557"/>
              <a:gd name="connsiteX218" fmla="*/ 8534346 w 10232859"/>
              <a:gd name="connsiteY218" fmla="*/ 1113494 h 1705557"/>
              <a:gd name="connsiteX219" fmla="*/ 8534980 w 10232859"/>
              <a:gd name="connsiteY219" fmla="*/ 1117375 h 1705557"/>
              <a:gd name="connsiteX220" fmla="*/ 8544104 w 10232859"/>
              <a:gd name="connsiteY220" fmla="*/ 1114920 h 1705557"/>
              <a:gd name="connsiteX221" fmla="*/ 8567742 w 10232859"/>
              <a:gd name="connsiteY221" fmla="*/ 1124104 h 1705557"/>
              <a:gd name="connsiteX222" fmla="*/ 8633779 w 10232859"/>
              <a:gd name="connsiteY222" fmla="*/ 1145740 h 1705557"/>
              <a:gd name="connsiteX223" fmla="*/ 8676965 w 10232859"/>
              <a:gd name="connsiteY223" fmla="*/ 1163463 h 1705557"/>
              <a:gd name="connsiteX224" fmla="*/ 8698944 w 10232859"/>
              <a:gd name="connsiteY224" fmla="*/ 1163453 h 1705557"/>
              <a:gd name="connsiteX225" fmla="*/ 8711456 w 10232859"/>
              <a:gd name="connsiteY225" fmla="*/ 1175731 h 1705557"/>
              <a:gd name="connsiteX226" fmla="*/ 8732793 w 10232859"/>
              <a:gd name="connsiteY226" fmla="*/ 1179486 h 1705557"/>
              <a:gd name="connsiteX227" fmla="*/ 8751897 w 10232859"/>
              <a:gd name="connsiteY227" fmla="*/ 1197400 h 1705557"/>
              <a:gd name="connsiteX228" fmla="*/ 8793564 w 10232859"/>
              <a:gd name="connsiteY228" fmla="*/ 1179086 h 1705557"/>
              <a:gd name="connsiteX229" fmla="*/ 8834270 w 10232859"/>
              <a:gd name="connsiteY229" fmla="*/ 1213138 h 1705557"/>
              <a:gd name="connsiteX230" fmla="*/ 8853872 w 10232859"/>
              <a:gd name="connsiteY230" fmla="*/ 1221228 h 1705557"/>
              <a:gd name="connsiteX231" fmla="*/ 8861901 w 10232859"/>
              <a:gd name="connsiteY231" fmla="*/ 1217889 h 1705557"/>
              <a:gd name="connsiteX232" fmla="*/ 8874168 w 10232859"/>
              <a:gd name="connsiteY232" fmla="*/ 1220481 h 1705557"/>
              <a:gd name="connsiteX233" fmla="*/ 8871123 w 10232859"/>
              <a:gd name="connsiteY233" fmla="*/ 1227674 h 1705557"/>
              <a:gd name="connsiteX234" fmla="*/ 8903537 w 10232859"/>
              <a:gd name="connsiteY234" fmla="*/ 1237102 h 1705557"/>
              <a:gd name="connsiteX235" fmla="*/ 8933767 w 10232859"/>
              <a:gd name="connsiteY235" fmla="*/ 1269882 h 1705557"/>
              <a:gd name="connsiteX236" fmla="*/ 8985765 w 10232859"/>
              <a:gd name="connsiteY236" fmla="*/ 1294178 h 1705557"/>
              <a:gd name="connsiteX237" fmla="*/ 9071444 w 10232859"/>
              <a:gd name="connsiteY237" fmla="*/ 1323819 h 1705557"/>
              <a:gd name="connsiteX238" fmla="*/ 9096711 w 10232859"/>
              <a:gd name="connsiteY238" fmla="*/ 1334291 h 1705557"/>
              <a:gd name="connsiteX239" fmla="*/ 9338853 w 10232859"/>
              <a:gd name="connsiteY239" fmla="*/ 1454560 h 1705557"/>
              <a:gd name="connsiteX240" fmla="*/ 9520814 w 10232859"/>
              <a:gd name="connsiteY240" fmla="*/ 1456341 h 1705557"/>
              <a:gd name="connsiteX241" fmla="*/ 9702271 w 10232859"/>
              <a:gd name="connsiteY241" fmla="*/ 1495067 h 1705557"/>
              <a:gd name="connsiteX242" fmla="*/ 9744273 w 10232859"/>
              <a:gd name="connsiteY242" fmla="*/ 1530026 h 1705557"/>
              <a:gd name="connsiteX243" fmla="*/ 9771903 w 10232859"/>
              <a:gd name="connsiteY243" fmla="*/ 1536548 h 1705557"/>
              <a:gd name="connsiteX244" fmla="*/ 9818565 w 10232859"/>
              <a:gd name="connsiteY244" fmla="*/ 1545059 h 1705557"/>
              <a:gd name="connsiteX245" fmla="*/ 9882202 w 10232859"/>
              <a:gd name="connsiteY245" fmla="*/ 1572402 h 1705557"/>
              <a:gd name="connsiteX246" fmla="*/ 10022025 w 10232859"/>
              <a:gd name="connsiteY246" fmla="*/ 1606210 h 1705557"/>
              <a:gd name="connsiteX247" fmla="*/ 10220406 w 10232859"/>
              <a:gd name="connsiteY247" fmla="*/ 1683519 h 1705557"/>
              <a:gd name="connsiteX248" fmla="*/ 10232859 w 10232859"/>
              <a:gd name="connsiteY248" fmla="*/ 1705557 h 1705557"/>
              <a:gd name="connsiteX249" fmla="*/ 0 w 10232859"/>
              <a:gd name="connsiteY249" fmla="*/ 1705557 h 1705557"/>
              <a:gd name="connsiteX250" fmla="*/ 0 w 10232859"/>
              <a:gd name="connsiteY250" fmla="*/ 28342 h 1705557"/>
              <a:gd name="connsiteX251" fmla="*/ 8097 w 10232859"/>
              <a:gd name="connsiteY251" fmla="*/ 30869 h 1705557"/>
              <a:gd name="connsiteX252" fmla="*/ 77128 w 10232859"/>
              <a:gd name="connsiteY252" fmla="*/ 13381 h 1705557"/>
              <a:gd name="connsiteX253" fmla="*/ 188338 w 10232859"/>
              <a:gd name="connsiteY253" fmla="*/ 11593 h 1705557"/>
              <a:gd name="connsiteX254" fmla="*/ 298809 w 10232859"/>
              <a:gd name="connsiteY254" fmla="*/ 12712 h 1705557"/>
              <a:gd name="connsiteX255" fmla="*/ 338985 w 10232859"/>
              <a:gd name="connsiteY255" fmla="*/ 14520 h 1705557"/>
              <a:gd name="connsiteX256" fmla="*/ 409815 w 10232859"/>
              <a:gd name="connsiteY256" fmla="*/ 11559 h 1705557"/>
              <a:gd name="connsiteX257" fmla="*/ 424169 w 10232859"/>
              <a:gd name="connsiteY257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21049 w 10232859"/>
              <a:gd name="connsiteY170" fmla="*/ 420978 h 1705557"/>
              <a:gd name="connsiteX171" fmla="*/ 6326853 w 10232859"/>
              <a:gd name="connsiteY171" fmla="*/ 43166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21049 w 10232859"/>
              <a:gd name="connsiteY170" fmla="*/ 420978 h 1705557"/>
              <a:gd name="connsiteX171" fmla="*/ 6326853 w 10232859"/>
              <a:gd name="connsiteY171" fmla="*/ 43166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21049 w 10232859"/>
              <a:gd name="connsiteY170" fmla="*/ 420978 h 1705557"/>
              <a:gd name="connsiteX171" fmla="*/ 6385492 w 10232859"/>
              <a:gd name="connsiteY171" fmla="*/ 428283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68693 w 10232859"/>
              <a:gd name="connsiteY170" fmla="*/ 424359 h 1705557"/>
              <a:gd name="connsiteX171" fmla="*/ 6385492 w 10232859"/>
              <a:gd name="connsiteY171" fmla="*/ 428283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76686 w 10232859"/>
              <a:gd name="connsiteY80" fmla="*/ 218526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76686 w 10232859"/>
              <a:gd name="connsiteY80" fmla="*/ 218526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5541 w 10232859"/>
              <a:gd name="connsiteY82" fmla="*/ 143437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254203 w 10232859"/>
              <a:gd name="connsiteY78" fmla="*/ 158270 h 1705557"/>
              <a:gd name="connsiteX79" fmla="*/ 3380350 w 10232859"/>
              <a:gd name="connsiteY79" fmla="*/ 157665 h 1705557"/>
              <a:gd name="connsiteX80" fmla="*/ 3476147 w 10232859"/>
              <a:gd name="connsiteY80" fmla="*/ 177439 h 1705557"/>
              <a:gd name="connsiteX81" fmla="*/ 3581876 w 10232859"/>
              <a:gd name="connsiteY81" fmla="*/ 156962 h 1705557"/>
              <a:gd name="connsiteX82" fmla="*/ 3704761 w 10232859"/>
              <a:gd name="connsiteY82" fmla="*/ 157006 h 1705557"/>
              <a:gd name="connsiteX83" fmla="*/ 3755040 w 10232859"/>
              <a:gd name="connsiteY83" fmla="*/ 148492 h 1705557"/>
              <a:gd name="connsiteX84" fmla="*/ 3804689 w 10232859"/>
              <a:gd name="connsiteY84" fmla="*/ 158407 h 1705557"/>
              <a:gd name="connsiteX85" fmla="*/ 3821793 w 10232859"/>
              <a:gd name="connsiteY85" fmla="*/ 151257 h 1705557"/>
              <a:gd name="connsiteX86" fmla="*/ 3824682 w 10232859"/>
              <a:gd name="connsiteY86" fmla="*/ 149833 h 1705557"/>
              <a:gd name="connsiteX87" fmla="*/ 3837536 w 10232859"/>
              <a:gd name="connsiteY87" fmla="*/ 148292 h 1705557"/>
              <a:gd name="connsiteX88" fmla="*/ 3839550 w 10232859"/>
              <a:gd name="connsiteY88" fmla="*/ 142661 h 1705557"/>
              <a:gd name="connsiteX89" fmla="*/ 3857743 w 10232859"/>
              <a:gd name="connsiteY89" fmla="*/ 136618 h 1705557"/>
              <a:gd name="connsiteX90" fmla="*/ 3881852 w 10232859"/>
              <a:gd name="connsiteY90" fmla="*/ 135231 h 1705557"/>
              <a:gd name="connsiteX91" fmla="*/ 3998088 w 10232859"/>
              <a:gd name="connsiteY91" fmla="*/ 134446 h 1705557"/>
              <a:gd name="connsiteX92" fmla="*/ 4066682 w 10232859"/>
              <a:gd name="connsiteY92" fmla="*/ 130661 h 1705557"/>
              <a:gd name="connsiteX93" fmla="*/ 4091246 w 10232859"/>
              <a:gd name="connsiteY93" fmla="*/ 124017 h 1705557"/>
              <a:gd name="connsiteX94" fmla="*/ 4126556 w 10232859"/>
              <a:gd name="connsiteY94" fmla="*/ 118239 h 1705557"/>
              <a:gd name="connsiteX95" fmla="*/ 4187717 w 10232859"/>
              <a:gd name="connsiteY95" fmla="*/ 104010 h 1705557"/>
              <a:gd name="connsiteX96" fmla="*/ 4220826 w 10232859"/>
              <a:gd name="connsiteY96" fmla="*/ 102505 h 1705557"/>
              <a:gd name="connsiteX97" fmla="*/ 4239014 w 10232859"/>
              <a:gd name="connsiteY97" fmla="*/ 97354 h 1705557"/>
              <a:gd name="connsiteX98" fmla="*/ 4246653 w 10232859"/>
              <a:gd name="connsiteY98" fmla="*/ 97874 h 1705557"/>
              <a:gd name="connsiteX99" fmla="*/ 4271841 w 10232859"/>
              <a:gd name="connsiteY99" fmla="*/ 96702 h 1705557"/>
              <a:gd name="connsiteX100" fmla="*/ 4286277 w 10232859"/>
              <a:gd name="connsiteY100" fmla="*/ 96687 h 1705557"/>
              <a:gd name="connsiteX101" fmla="*/ 4292025 w 10232859"/>
              <a:gd name="connsiteY101" fmla="*/ 96921 h 1705557"/>
              <a:gd name="connsiteX102" fmla="*/ 4304713 w 10232859"/>
              <a:gd name="connsiteY102" fmla="*/ 102187 h 1705557"/>
              <a:gd name="connsiteX103" fmla="*/ 4321285 w 10232859"/>
              <a:gd name="connsiteY103" fmla="*/ 100074 h 1705557"/>
              <a:gd name="connsiteX104" fmla="*/ 4339561 w 10232859"/>
              <a:gd name="connsiteY104" fmla="*/ 105320 h 1705557"/>
              <a:gd name="connsiteX105" fmla="*/ 4343990 w 10232859"/>
              <a:gd name="connsiteY105" fmla="*/ 101090 h 1705557"/>
              <a:gd name="connsiteX106" fmla="*/ 4358885 w 10232859"/>
              <a:gd name="connsiteY106" fmla="*/ 96778 h 1705557"/>
              <a:gd name="connsiteX107" fmla="*/ 4371648 w 10232859"/>
              <a:gd name="connsiteY107" fmla="*/ 101826 h 1705557"/>
              <a:gd name="connsiteX108" fmla="*/ 4398380 w 10232859"/>
              <a:gd name="connsiteY108" fmla="*/ 104961 h 1705557"/>
              <a:gd name="connsiteX109" fmla="*/ 4405729 w 10232859"/>
              <a:gd name="connsiteY109" fmla="*/ 104191 h 1705557"/>
              <a:gd name="connsiteX110" fmla="*/ 4431408 w 10232859"/>
              <a:gd name="connsiteY110" fmla="*/ 110825 h 1705557"/>
              <a:gd name="connsiteX111" fmla="*/ 4472183 w 10232859"/>
              <a:gd name="connsiteY111" fmla="*/ 116430 h 1705557"/>
              <a:gd name="connsiteX112" fmla="*/ 4518828 w 10232859"/>
              <a:gd name="connsiteY112" fmla="*/ 119114 h 1705557"/>
              <a:gd name="connsiteX113" fmla="*/ 4532040 w 10232859"/>
              <a:gd name="connsiteY113" fmla="*/ 124307 h 1705557"/>
              <a:gd name="connsiteX114" fmla="*/ 4617778 w 10232859"/>
              <a:gd name="connsiteY114" fmla="*/ 136993 h 1705557"/>
              <a:gd name="connsiteX115" fmla="*/ 4641872 w 10232859"/>
              <a:gd name="connsiteY115" fmla="*/ 140721 h 1705557"/>
              <a:gd name="connsiteX116" fmla="*/ 4662766 w 10232859"/>
              <a:gd name="connsiteY116" fmla="*/ 138952 h 1705557"/>
              <a:gd name="connsiteX117" fmla="*/ 4667770 w 10232859"/>
              <a:gd name="connsiteY117" fmla="*/ 134208 h 1705557"/>
              <a:gd name="connsiteX118" fmla="*/ 4681052 w 10232859"/>
              <a:gd name="connsiteY118" fmla="*/ 135461 h 1705557"/>
              <a:gd name="connsiteX119" fmla="*/ 4684624 w 10232859"/>
              <a:gd name="connsiteY119" fmla="*/ 134755 h 1705557"/>
              <a:gd name="connsiteX120" fmla="*/ 4705061 w 10232859"/>
              <a:gd name="connsiteY120" fmla="*/ 131748 h 1705557"/>
              <a:gd name="connsiteX121" fmla="*/ 4747746 w 10232859"/>
              <a:gd name="connsiteY121" fmla="*/ 151131 h 1705557"/>
              <a:gd name="connsiteX122" fmla="*/ 4801045 w 10232859"/>
              <a:gd name="connsiteY122" fmla="*/ 153753 h 1705557"/>
              <a:gd name="connsiteX123" fmla="*/ 5001600 w 10232859"/>
              <a:gd name="connsiteY123" fmla="*/ 196753 h 1705557"/>
              <a:gd name="connsiteX124" fmla="*/ 5033465 w 10232859"/>
              <a:gd name="connsiteY124" fmla="*/ 182429 h 1705557"/>
              <a:gd name="connsiteX125" fmla="*/ 5115965 w 10232859"/>
              <a:gd name="connsiteY125" fmla="*/ 192583 h 1705557"/>
              <a:gd name="connsiteX126" fmla="*/ 5237936 w 10232859"/>
              <a:gd name="connsiteY126" fmla="*/ 246022 h 1705557"/>
              <a:gd name="connsiteX127" fmla="*/ 5290566 w 10232859"/>
              <a:gd name="connsiteY127" fmla="*/ 269809 h 1705557"/>
              <a:gd name="connsiteX128" fmla="*/ 5344878 w 10232859"/>
              <a:gd name="connsiteY128" fmla="*/ 282874 h 1705557"/>
              <a:gd name="connsiteX129" fmla="*/ 5413398 w 10232859"/>
              <a:gd name="connsiteY129" fmla="*/ 282749 h 1705557"/>
              <a:gd name="connsiteX130" fmla="*/ 5415629 w 10232859"/>
              <a:gd name="connsiteY130" fmla="*/ 282282 h 1705557"/>
              <a:gd name="connsiteX131" fmla="*/ 5433078 w 10232859"/>
              <a:gd name="connsiteY131" fmla="*/ 286198 h 1705557"/>
              <a:gd name="connsiteX132" fmla="*/ 5435759 w 10232859"/>
              <a:gd name="connsiteY132" fmla="*/ 289614 h 1705557"/>
              <a:gd name="connsiteX133" fmla="*/ 5447372 w 10232859"/>
              <a:gd name="connsiteY133" fmla="*/ 293101 h 1705557"/>
              <a:gd name="connsiteX134" fmla="*/ 5469289 w 10232859"/>
              <a:gd name="connsiteY134" fmla="*/ 302134 h 1705557"/>
              <a:gd name="connsiteX135" fmla="*/ 5508752 w 10232859"/>
              <a:gd name="connsiteY135" fmla="*/ 312267 h 1705557"/>
              <a:gd name="connsiteX136" fmla="*/ 5509657 w 10232859"/>
              <a:gd name="connsiteY136" fmla="*/ 311450 h 1705557"/>
              <a:gd name="connsiteX137" fmla="*/ 5521245 w 10232859"/>
              <a:gd name="connsiteY137" fmla="*/ 310202 h 1705557"/>
              <a:gd name="connsiteX138" fmla="*/ 5542415 w 10232859"/>
              <a:gd name="connsiteY138" fmla="*/ 310009 h 1705557"/>
              <a:gd name="connsiteX139" fmla="*/ 5596538 w 10232859"/>
              <a:gd name="connsiteY139" fmla="*/ 297667 h 1705557"/>
              <a:gd name="connsiteX140" fmla="*/ 5632514 w 10232859"/>
              <a:gd name="connsiteY140" fmla="*/ 308476 h 1705557"/>
              <a:gd name="connsiteX141" fmla="*/ 5640005 w 10232859"/>
              <a:gd name="connsiteY141" fmla="*/ 310131 h 1705557"/>
              <a:gd name="connsiteX142" fmla="*/ 5640259 w 10232859"/>
              <a:gd name="connsiteY142" fmla="*/ 309949 h 1705557"/>
              <a:gd name="connsiteX143" fmla="*/ 5648365 w 10232859"/>
              <a:gd name="connsiteY143" fmla="*/ 311268 h 1705557"/>
              <a:gd name="connsiteX144" fmla="*/ 5653662 w 10232859"/>
              <a:gd name="connsiteY144" fmla="*/ 313149 h 1705557"/>
              <a:gd name="connsiteX145" fmla="*/ 5668196 w 10232859"/>
              <a:gd name="connsiteY145" fmla="*/ 316360 h 1705557"/>
              <a:gd name="connsiteX146" fmla="*/ 5673886 w 10232859"/>
              <a:gd name="connsiteY146" fmla="*/ 316040 h 1705557"/>
              <a:gd name="connsiteX147" fmla="*/ 5677139 w 10232859"/>
              <a:gd name="connsiteY147" fmla="*/ 313859 h 1705557"/>
              <a:gd name="connsiteX148" fmla="*/ 5708983 w 10232859"/>
              <a:gd name="connsiteY148" fmla="*/ 313188 h 1705557"/>
              <a:gd name="connsiteX149" fmla="*/ 5773909 w 10232859"/>
              <a:gd name="connsiteY149" fmla="*/ 318575 h 1705557"/>
              <a:gd name="connsiteX150" fmla="*/ 5809500 w 10232859"/>
              <a:gd name="connsiteY150" fmla="*/ 324964 h 1705557"/>
              <a:gd name="connsiteX151" fmla="*/ 5908729 w 10232859"/>
              <a:gd name="connsiteY151" fmla="*/ 338849 h 1705557"/>
              <a:gd name="connsiteX152" fmla="*/ 6009654 w 10232859"/>
              <a:gd name="connsiteY152" fmla="*/ 350040 h 1705557"/>
              <a:gd name="connsiteX153" fmla="*/ 6067487 w 10232859"/>
              <a:gd name="connsiteY153" fmla="*/ 340226 h 1705557"/>
              <a:gd name="connsiteX154" fmla="*/ 6073281 w 10232859"/>
              <a:gd name="connsiteY154" fmla="*/ 340830 h 1705557"/>
              <a:gd name="connsiteX155" fmla="*/ 6086225 w 10232859"/>
              <a:gd name="connsiteY155" fmla="*/ 346135 h 1705557"/>
              <a:gd name="connsiteX156" fmla="*/ 6105063 w 10232859"/>
              <a:gd name="connsiteY156" fmla="*/ 353854 h 1705557"/>
              <a:gd name="connsiteX157" fmla="*/ 6135796 w 10232859"/>
              <a:gd name="connsiteY157" fmla="*/ 369657 h 1705557"/>
              <a:gd name="connsiteX158" fmla="*/ 6195166 w 10232859"/>
              <a:gd name="connsiteY158" fmla="*/ 366704 h 1705557"/>
              <a:gd name="connsiteX159" fmla="*/ 6216259 w 10232859"/>
              <a:gd name="connsiteY159" fmla="*/ 369879 h 1705557"/>
              <a:gd name="connsiteX160" fmla="*/ 6228331 w 10232859"/>
              <a:gd name="connsiteY160" fmla="*/ 370548 h 1705557"/>
              <a:gd name="connsiteX161" fmla="*/ 6229602 w 10232859"/>
              <a:gd name="connsiteY161" fmla="*/ 369928 h 1705557"/>
              <a:gd name="connsiteX162" fmla="*/ 6258988 w 10232859"/>
              <a:gd name="connsiteY162" fmla="*/ 385174 h 1705557"/>
              <a:gd name="connsiteX163" fmla="*/ 6264106 w 10232859"/>
              <a:gd name="connsiteY163" fmla="*/ 385655 h 1705557"/>
              <a:gd name="connsiteX164" fmla="*/ 6281703 w 10232859"/>
              <a:gd name="connsiteY164" fmla="*/ 397568 h 1705557"/>
              <a:gd name="connsiteX165" fmla="*/ 6291622 w 10232859"/>
              <a:gd name="connsiteY165" fmla="*/ 402669 h 1705557"/>
              <a:gd name="connsiteX166" fmla="*/ 6292712 w 10232859"/>
              <a:gd name="connsiteY166" fmla="*/ 406285 h 1705557"/>
              <a:gd name="connsiteX167" fmla="*/ 6308227 w 10232859"/>
              <a:gd name="connsiteY167" fmla="*/ 412710 h 1705557"/>
              <a:gd name="connsiteX168" fmla="*/ 6328981 w 10232859"/>
              <a:gd name="connsiteY168" fmla="*/ 416009 h 1705557"/>
              <a:gd name="connsiteX169" fmla="*/ 6368693 w 10232859"/>
              <a:gd name="connsiteY169" fmla="*/ 424359 h 1705557"/>
              <a:gd name="connsiteX170" fmla="*/ 6414811 w 10232859"/>
              <a:gd name="connsiteY170" fmla="*/ 458714 h 1705557"/>
              <a:gd name="connsiteX171" fmla="*/ 6467879 w 10232859"/>
              <a:gd name="connsiteY171" fmla="*/ 474762 h 1705557"/>
              <a:gd name="connsiteX172" fmla="*/ 6564351 w 10232859"/>
              <a:gd name="connsiteY172" fmla="*/ 544032 h 1705557"/>
              <a:gd name="connsiteX173" fmla="*/ 6711178 w 10232859"/>
              <a:gd name="connsiteY173" fmla="*/ 580124 h 1705557"/>
              <a:gd name="connsiteX174" fmla="*/ 6764036 w 10232859"/>
              <a:gd name="connsiteY174" fmla="*/ 595457 h 1705557"/>
              <a:gd name="connsiteX175" fmla="*/ 6858983 w 10232859"/>
              <a:gd name="connsiteY175" fmla="*/ 630237 h 1705557"/>
              <a:gd name="connsiteX176" fmla="*/ 6910661 w 10232859"/>
              <a:gd name="connsiteY176" fmla="*/ 641134 h 1705557"/>
              <a:gd name="connsiteX177" fmla="*/ 6944111 w 10232859"/>
              <a:gd name="connsiteY177" fmla="*/ 666016 h 1705557"/>
              <a:gd name="connsiteX178" fmla="*/ 6965771 w 10232859"/>
              <a:gd name="connsiteY178" fmla="*/ 666445 h 1705557"/>
              <a:gd name="connsiteX179" fmla="*/ 6969639 w 10232859"/>
              <a:gd name="connsiteY179" fmla="*/ 666351 h 1705557"/>
              <a:gd name="connsiteX180" fmla="*/ 6982242 w 10232859"/>
              <a:gd name="connsiteY180" fmla="*/ 669626 h 1705557"/>
              <a:gd name="connsiteX181" fmla="*/ 6989387 w 10232859"/>
              <a:gd name="connsiteY181" fmla="*/ 665988 h 1705557"/>
              <a:gd name="connsiteX182" fmla="*/ 7010930 w 10232859"/>
              <a:gd name="connsiteY182" fmla="*/ 667648 h 1705557"/>
              <a:gd name="connsiteX183" fmla="*/ 7033125 w 10232859"/>
              <a:gd name="connsiteY183" fmla="*/ 674950 h 1705557"/>
              <a:gd name="connsiteX184" fmla="*/ 7134461 w 10232859"/>
              <a:gd name="connsiteY184" fmla="*/ 714706 h 1705557"/>
              <a:gd name="connsiteX185" fmla="*/ 7197450 w 10232859"/>
              <a:gd name="connsiteY185" fmla="*/ 735608 h 1705557"/>
              <a:gd name="connsiteX186" fmla="*/ 7225084 w 10232859"/>
              <a:gd name="connsiteY186" fmla="*/ 739019 h 1705557"/>
              <a:gd name="connsiteX187" fmla="*/ 7261183 w 10232859"/>
              <a:gd name="connsiteY187" fmla="*/ 746827 h 1705557"/>
              <a:gd name="connsiteX188" fmla="*/ 7327760 w 10232859"/>
              <a:gd name="connsiteY188" fmla="*/ 757100 h 1705557"/>
              <a:gd name="connsiteX189" fmla="*/ 7412222 w 10232859"/>
              <a:gd name="connsiteY189" fmla="*/ 777001 h 1705557"/>
              <a:gd name="connsiteX190" fmla="*/ 7457904 w 10232859"/>
              <a:gd name="connsiteY190" fmla="*/ 810835 h 1705557"/>
              <a:gd name="connsiteX191" fmla="*/ 7465795 w 10232859"/>
              <a:gd name="connsiteY191" fmla="*/ 809112 h 1705557"/>
              <a:gd name="connsiteX192" fmla="*/ 7505046 w 10232859"/>
              <a:gd name="connsiteY192" fmla="*/ 823031 h 1705557"/>
              <a:gd name="connsiteX193" fmla="*/ 7623220 w 10232859"/>
              <a:gd name="connsiteY193" fmla="*/ 895034 h 1705557"/>
              <a:gd name="connsiteX194" fmla="*/ 7700458 w 10232859"/>
              <a:gd name="connsiteY194" fmla="*/ 921593 h 1705557"/>
              <a:gd name="connsiteX195" fmla="*/ 7730988 w 10232859"/>
              <a:gd name="connsiteY195" fmla="*/ 927270 h 1705557"/>
              <a:gd name="connsiteX196" fmla="*/ 7781942 w 10232859"/>
              <a:gd name="connsiteY196" fmla="*/ 937017 h 1705557"/>
              <a:gd name="connsiteX197" fmla="*/ 7827704 w 10232859"/>
              <a:gd name="connsiteY197" fmla="*/ 935072 h 1705557"/>
              <a:gd name="connsiteX198" fmla="*/ 7867270 w 10232859"/>
              <a:gd name="connsiteY198" fmla="*/ 946880 h 1705557"/>
              <a:gd name="connsiteX199" fmla="*/ 7866538 w 10232859"/>
              <a:gd name="connsiteY199" fmla="*/ 961559 h 1705557"/>
              <a:gd name="connsiteX200" fmla="*/ 7912084 w 10232859"/>
              <a:gd name="connsiteY200" fmla="*/ 970314 h 1705557"/>
              <a:gd name="connsiteX201" fmla="*/ 7982264 w 10232859"/>
              <a:gd name="connsiteY201" fmla="*/ 982287 h 1705557"/>
              <a:gd name="connsiteX202" fmla="*/ 7991272 w 10232859"/>
              <a:gd name="connsiteY202" fmla="*/ 987618 h 1705557"/>
              <a:gd name="connsiteX203" fmla="*/ 8006496 w 10232859"/>
              <a:gd name="connsiteY203" fmla="*/ 979353 h 1705557"/>
              <a:gd name="connsiteX204" fmla="*/ 8034497 w 10232859"/>
              <a:gd name="connsiteY204" fmla="*/ 978568 h 1705557"/>
              <a:gd name="connsiteX205" fmla="*/ 8150881 w 10232859"/>
              <a:gd name="connsiteY205" fmla="*/ 996925 h 1705557"/>
              <a:gd name="connsiteX206" fmla="*/ 8172106 w 10232859"/>
              <a:gd name="connsiteY206" fmla="*/ 997026 h 1705557"/>
              <a:gd name="connsiteX207" fmla="*/ 8196076 w 10232859"/>
              <a:gd name="connsiteY207" fmla="*/ 1006592 h 1705557"/>
              <a:gd name="connsiteX208" fmla="*/ 8247463 w 10232859"/>
              <a:gd name="connsiteY208" fmla="*/ 1022846 h 1705557"/>
              <a:gd name="connsiteX209" fmla="*/ 8279272 w 10232859"/>
              <a:gd name="connsiteY209" fmla="*/ 1039435 h 1705557"/>
              <a:gd name="connsiteX210" fmla="*/ 8289611 w 10232859"/>
              <a:gd name="connsiteY210" fmla="*/ 1035144 h 1705557"/>
              <a:gd name="connsiteX211" fmla="*/ 8311483 w 10232859"/>
              <a:gd name="connsiteY211" fmla="*/ 1035913 h 1705557"/>
              <a:gd name="connsiteX212" fmla="*/ 8399489 w 10232859"/>
              <a:gd name="connsiteY212" fmla="*/ 1055076 h 1705557"/>
              <a:gd name="connsiteX213" fmla="*/ 8415973 w 10232859"/>
              <a:gd name="connsiteY213" fmla="*/ 1056174 h 1705557"/>
              <a:gd name="connsiteX214" fmla="*/ 8433326 w 10232859"/>
              <a:gd name="connsiteY214" fmla="*/ 1064395 h 1705557"/>
              <a:gd name="connsiteX215" fmla="*/ 8502328 w 10232859"/>
              <a:gd name="connsiteY215" fmla="*/ 1098012 h 1705557"/>
              <a:gd name="connsiteX216" fmla="*/ 8534346 w 10232859"/>
              <a:gd name="connsiteY216" fmla="*/ 1113494 h 1705557"/>
              <a:gd name="connsiteX217" fmla="*/ 8534980 w 10232859"/>
              <a:gd name="connsiteY217" fmla="*/ 1117375 h 1705557"/>
              <a:gd name="connsiteX218" fmla="*/ 8544104 w 10232859"/>
              <a:gd name="connsiteY218" fmla="*/ 1114920 h 1705557"/>
              <a:gd name="connsiteX219" fmla="*/ 8567742 w 10232859"/>
              <a:gd name="connsiteY219" fmla="*/ 1124104 h 1705557"/>
              <a:gd name="connsiteX220" fmla="*/ 8633779 w 10232859"/>
              <a:gd name="connsiteY220" fmla="*/ 1145740 h 1705557"/>
              <a:gd name="connsiteX221" fmla="*/ 8676965 w 10232859"/>
              <a:gd name="connsiteY221" fmla="*/ 1163463 h 1705557"/>
              <a:gd name="connsiteX222" fmla="*/ 8698944 w 10232859"/>
              <a:gd name="connsiteY222" fmla="*/ 1163453 h 1705557"/>
              <a:gd name="connsiteX223" fmla="*/ 8711456 w 10232859"/>
              <a:gd name="connsiteY223" fmla="*/ 1175731 h 1705557"/>
              <a:gd name="connsiteX224" fmla="*/ 8732793 w 10232859"/>
              <a:gd name="connsiteY224" fmla="*/ 1179486 h 1705557"/>
              <a:gd name="connsiteX225" fmla="*/ 8751897 w 10232859"/>
              <a:gd name="connsiteY225" fmla="*/ 1197400 h 1705557"/>
              <a:gd name="connsiteX226" fmla="*/ 8793564 w 10232859"/>
              <a:gd name="connsiteY226" fmla="*/ 1179086 h 1705557"/>
              <a:gd name="connsiteX227" fmla="*/ 8834270 w 10232859"/>
              <a:gd name="connsiteY227" fmla="*/ 1213138 h 1705557"/>
              <a:gd name="connsiteX228" fmla="*/ 8853872 w 10232859"/>
              <a:gd name="connsiteY228" fmla="*/ 1221228 h 1705557"/>
              <a:gd name="connsiteX229" fmla="*/ 8861901 w 10232859"/>
              <a:gd name="connsiteY229" fmla="*/ 1217889 h 1705557"/>
              <a:gd name="connsiteX230" fmla="*/ 8874168 w 10232859"/>
              <a:gd name="connsiteY230" fmla="*/ 1220481 h 1705557"/>
              <a:gd name="connsiteX231" fmla="*/ 8871123 w 10232859"/>
              <a:gd name="connsiteY231" fmla="*/ 1227674 h 1705557"/>
              <a:gd name="connsiteX232" fmla="*/ 8903537 w 10232859"/>
              <a:gd name="connsiteY232" fmla="*/ 1237102 h 1705557"/>
              <a:gd name="connsiteX233" fmla="*/ 8933767 w 10232859"/>
              <a:gd name="connsiteY233" fmla="*/ 1269882 h 1705557"/>
              <a:gd name="connsiteX234" fmla="*/ 8985765 w 10232859"/>
              <a:gd name="connsiteY234" fmla="*/ 1294178 h 1705557"/>
              <a:gd name="connsiteX235" fmla="*/ 9071444 w 10232859"/>
              <a:gd name="connsiteY235" fmla="*/ 1323819 h 1705557"/>
              <a:gd name="connsiteX236" fmla="*/ 9096711 w 10232859"/>
              <a:gd name="connsiteY236" fmla="*/ 1334291 h 1705557"/>
              <a:gd name="connsiteX237" fmla="*/ 9338853 w 10232859"/>
              <a:gd name="connsiteY237" fmla="*/ 1454560 h 1705557"/>
              <a:gd name="connsiteX238" fmla="*/ 9520814 w 10232859"/>
              <a:gd name="connsiteY238" fmla="*/ 1456341 h 1705557"/>
              <a:gd name="connsiteX239" fmla="*/ 9702271 w 10232859"/>
              <a:gd name="connsiteY239" fmla="*/ 1495067 h 1705557"/>
              <a:gd name="connsiteX240" fmla="*/ 9744273 w 10232859"/>
              <a:gd name="connsiteY240" fmla="*/ 1530026 h 1705557"/>
              <a:gd name="connsiteX241" fmla="*/ 9771903 w 10232859"/>
              <a:gd name="connsiteY241" fmla="*/ 1536548 h 1705557"/>
              <a:gd name="connsiteX242" fmla="*/ 9818565 w 10232859"/>
              <a:gd name="connsiteY242" fmla="*/ 1545059 h 1705557"/>
              <a:gd name="connsiteX243" fmla="*/ 9882202 w 10232859"/>
              <a:gd name="connsiteY243" fmla="*/ 1572402 h 1705557"/>
              <a:gd name="connsiteX244" fmla="*/ 10022025 w 10232859"/>
              <a:gd name="connsiteY244" fmla="*/ 1606210 h 1705557"/>
              <a:gd name="connsiteX245" fmla="*/ 10220406 w 10232859"/>
              <a:gd name="connsiteY245" fmla="*/ 1683519 h 1705557"/>
              <a:gd name="connsiteX246" fmla="*/ 10232859 w 10232859"/>
              <a:gd name="connsiteY246" fmla="*/ 1705557 h 1705557"/>
              <a:gd name="connsiteX247" fmla="*/ 0 w 10232859"/>
              <a:gd name="connsiteY247" fmla="*/ 1705557 h 1705557"/>
              <a:gd name="connsiteX248" fmla="*/ 0 w 10232859"/>
              <a:gd name="connsiteY248" fmla="*/ 28342 h 1705557"/>
              <a:gd name="connsiteX249" fmla="*/ 8097 w 10232859"/>
              <a:gd name="connsiteY249" fmla="*/ 30869 h 1705557"/>
              <a:gd name="connsiteX250" fmla="*/ 77128 w 10232859"/>
              <a:gd name="connsiteY250" fmla="*/ 13381 h 1705557"/>
              <a:gd name="connsiteX251" fmla="*/ 188338 w 10232859"/>
              <a:gd name="connsiteY251" fmla="*/ 11593 h 1705557"/>
              <a:gd name="connsiteX252" fmla="*/ 298809 w 10232859"/>
              <a:gd name="connsiteY252" fmla="*/ 12712 h 1705557"/>
              <a:gd name="connsiteX253" fmla="*/ 338985 w 10232859"/>
              <a:gd name="connsiteY253" fmla="*/ 14520 h 1705557"/>
              <a:gd name="connsiteX254" fmla="*/ 409815 w 10232859"/>
              <a:gd name="connsiteY254" fmla="*/ 11559 h 1705557"/>
              <a:gd name="connsiteX255" fmla="*/ 424169 w 10232859"/>
              <a:gd name="connsiteY255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173743 w 10232859"/>
              <a:gd name="connsiteY77" fmla="*/ 166095 h 1705557"/>
              <a:gd name="connsiteX78" fmla="*/ 3254203 w 10232859"/>
              <a:gd name="connsiteY78" fmla="*/ 158270 h 1705557"/>
              <a:gd name="connsiteX79" fmla="*/ 3380350 w 10232859"/>
              <a:gd name="connsiteY79" fmla="*/ 157665 h 1705557"/>
              <a:gd name="connsiteX80" fmla="*/ 3476147 w 10232859"/>
              <a:gd name="connsiteY80" fmla="*/ 177439 h 1705557"/>
              <a:gd name="connsiteX81" fmla="*/ 3581876 w 10232859"/>
              <a:gd name="connsiteY81" fmla="*/ 156962 h 1705557"/>
              <a:gd name="connsiteX82" fmla="*/ 3704761 w 10232859"/>
              <a:gd name="connsiteY82" fmla="*/ 157006 h 1705557"/>
              <a:gd name="connsiteX83" fmla="*/ 3755040 w 10232859"/>
              <a:gd name="connsiteY83" fmla="*/ 148492 h 1705557"/>
              <a:gd name="connsiteX84" fmla="*/ 3804689 w 10232859"/>
              <a:gd name="connsiteY84" fmla="*/ 158407 h 1705557"/>
              <a:gd name="connsiteX85" fmla="*/ 3821793 w 10232859"/>
              <a:gd name="connsiteY85" fmla="*/ 151257 h 1705557"/>
              <a:gd name="connsiteX86" fmla="*/ 3824682 w 10232859"/>
              <a:gd name="connsiteY86" fmla="*/ 149833 h 1705557"/>
              <a:gd name="connsiteX87" fmla="*/ 3837536 w 10232859"/>
              <a:gd name="connsiteY87" fmla="*/ 148292 h 1705557"/>
              <a:gd name="connsiteX88" fmla="*/ 3839550 w 10232859"/>
              <a:gd name="connsiteY88" fmla="*/ 142661 h 1705557"/>
              <a:gd name="connsiteX89" fmla="*/ 3857743 w 10232859"/>
              <a:gd name="connsiteY89" fmla="*/ 136618 h 1705557"/>
              <a:gd name="connsiteX90" fmla="*/ 3881852 w 10232859"/>
              <a:gd name="connsiteY90" fmla="*/ 135231 h 1705557"/>
              <a:gd name="connsiteX91" fmla="*/ 3998088 w 10232859"/>
              <a:gd name="connsiteY91" fmla="*/ 134446 h 1705557"/>
              <a:gd name="connsiteX92" fmla="*/ 4066682 w 10232859"/>
              <a:gd name="connsiteY92" fmla="*/ 130661 h 1705557"/>
              <a:gd name="connsiteX93" fmla="*/ 4091246 w 10232859"/>
              <a:gd name="connsiteY93" fmla="*/ 124017 h 1705557"/>
              <a:gd name="connsiteX94" fmla="*/ 4126556 w 10232859"/>
              <a:gd name="connsiteY94" fmla="*/ 118239 h 1705557"/>
              <a:gd name="connsiteX95" fmla="*/ 4187717 w 10232859"/>
              <a:gd name="connsiteY95" fmla="*/ 104010 h 1705557"/>
              <a:gd name="connsiteX96" fmla="*/ 4220826 w 10232859"/>
              <a:gd name="connsiteY96" fmla="*/ 102505 h 1705557"/>
              <a:gd name="connsiteX97" fmla="*/ 4239014 w 10232859"/>
              <a:gd name="connsiteY97" fmla="*/ 97354 h 1705557"/>
              <a:gd name="connsiteX98" fmla="*/ 4246653 w 10232859"/>
              <a:gd name="connsiteY98" fmla="*/ 97874 h 1705557"/>
              <a:gd name="connsiteX99" fmla="*/ 4271841 w 10232859"/>
              <a:gd name="connsiteY99" fmla="*/ 96702 h 1705557"/>
              <a:gd name="connsiteX100" fmla="*/ 4286277 w 10232859"/>
              <a:gd name="connsiteY100" fmla="*/ 96687 h 1705557"/>
              <a:gd name="connsiteX101" fmla="*/ 4292025 w 10232859"/>
              <a:gd name="connsiteY101" fmla="*/ 96921 h 1705557"/>
              <a:gd name="connsiteX102" fmla="*/ 4304713 w 10232859"/>
              <a:gd name="connsiteY102" fmla="*/ 102187 h 1705557"/>
              <a:gd name="connsiteX103" fmla="*/ 4321285 w 10232859"/>
              <a:gd name="connsiteY103" fmla="*/ 100074 h 1705557"/>
              <a:gd name="connsiteX104" fmla="*/ 4339561 w 10232859"/>
              <a:gd name="connsiteY104" fmla="*/ 105320 h 1705557"/>
              <a:gd name="connsiteX105" fmla="*/ 4343990 w 10232859"/>
              <a:gd name="connsiteY105" fmla="*/ 101090 h 1705557"/>
              <a:gd name="connsiteX106" fmla="*/ 4358885 w 10232859"/>
              <a:gd name="connsiteY106" fmla="*/ 96778 h 1705557"/>
              <a:gd name="connsiteX107" fmla="*/ 4371648 w 10232859"/>
              <a:gd name="connsiteY107" fmla="*/ 101826 h 1705557"/>
              <a:gd name="connsiteX108" fmla="*/ 4398380 w 10232859"/>
              <a:gd name="connsiteY108" fmla="*/ 104961 h 1705557"/>
              <a:gd name="connsiteX109" fmla="*/ 4405729 w 10232859"/>
              <a:gd name="connsiteY109" fmla="*/ 104191 h 1705557"/>
              <a:gd name="connsiteX110" fmla="*/ 4431408 w 10232859"/>
              <a:gd name="connsiteY110" fmla="*/ 110825 h 1705557"/>
              <a:gd name="connsiteX111" fmla="*/ 4472183 w 10232859"/>
              <a:gd name="connsiteY111" fmla="*/ 116430 h 1705557"/>
              <a:gd name="connsiteX112" fmla="*/ 4518828 w 10232859"/>
              <a:gd name="connsiteY112" fmla="*/ 119114 h 1705557"/>
              <a:gd name="connsiteX113" fmla="*/ 4532040 w 10232859"/>
              <a:gd name="connsiteY113" fmla="*/ 124307 h 1705557"/>
              <a:gd name="connsiteX114" fmla="*/ 4617778 w 10232859"/>
              <a:gd name="connsiteY114" fmla="*/ 136993 h 1705557"/>
              <a:gd name="connsiteX115" fmla="*/ 4641872 w 10232859"/>
              <a:gd name="connsiteY115" fmla="*/ 140721 h 1705557"/>
              <a:gd name="connsiteX116" fmla="*/ 4662766 w 10232859"/>
              <a:gd name="connsiteY116" fmla="*/ 138952 h 1705557"/>
              <a:gd name="connsiteX117" fmla="*/ 4667770 w 10232859"/>
              <a:gd name="connsiteY117" fmla="*/ 134208 h 1705557"/>
              <a:gd name="connsiteX118" fmla="*/ 4681052 w 10232859"/>
              <a:gd name="connsiteY118" fmla="*/ 135461 h 1705557"/>
              <a:gd name="connsiteX119" fmla="*/ 4684624 w 10232859"/>
              <a:gd name="connsiteY119" fmla="*/ 134755 h 1705557"/>
              <a:gd name="connsiteX120" fmla="*/ 4705061 w 10232859"/>
              <a:gd name="connsiteY120" fmla="*/ 131748 h 1705557"/>
              <a:gd name="connsiteX121" fmla="*/ 4747746 w 10232859"/>
              <a:gd name="connsiteY121" fmla="*/ 151131 h 1705557"/>
              <a:gd name="connsiteX122" fmla="*/ 4801045 w 10232859"/>
              <a:gd name="connsiteY122" fmla="*/ 153753 h 1705557"/>
              <a:gd name="connsiteX123" fmla="*/ 5001600 w 10232859"/>
              <a:gd name="connsiteY123" fmla="*/ 196753 h 1705557"/>
              <a:gd name="connsiteX124" fmla="*/ 5033465 w 10232859"/>
              <a:gd name="connsiteY124" fmla="*/ 182429 h 1705557"/>
              <a:gd name="connsiteX125" fmla="*/ 5115965 w 10232859"/>
              <a:gd name="connsiteY125" fmla="*/ 192583 h 1705557"/>
              <a:gd name="connsiteX126" fmla="*/ 5237936 w 10232859"/>
              <a:gd name="connsiteY126" fmla="*/ 246022 h 1705557"/>
              <a:gd name="connsiteX127" fmla="*/ 5290566 w 10232859"/>
              <a:gd name="connsiteY127" fmla="*/ 269809 h 1705557"/>
              <a:gd name="connsiteX128" fmla="*/ 5344878 w 10232859"/>
              <a:gd name="connsiteY128" fmla="*/ 282874 h 1705557"/>
              <a:gd name="connsiteX129" fmla="*/ 5413398 w 10232859"/>
              <a:gd name="connsiteY129" fmla="*/ 282749 h 1705557"/>
              <a:gd name="connsiteX130" fmla="*/ 5415629 w 10232859"/>
              <a:gd name="connsiteY130" fmla="*/ 282282 h 1705557"/>
              <a:gd name="connsiteX131" fmla="*/ 5433078 w 10232859"/>
              <a:gd name="connsiteY131" fmla="*/ 286198 h 1705557"/>
              <a:gd name="connsiteX132" fmla="*/ 5435759 w 10232859"/>
              <a:gd name="connsiteY132" fmla="*/ 289614 h 1705557"/>
              <a:gd name="connsiteX133" fmla="*/ 5447372 w 10232859"/>
              <a:gd name="connsiteY133" fmla="*/ 293101 h 1705557"/>
              <a:gd name="connsiteX134" fmla="*/ 5469289 w 10232859"/>
              <a:gd name="connsiteY134" fmla="*/ 302134 h 1705557"/>
              <a:gd name="connsiteX135" fmla="*/ 5508752 w 10232859"/>
              <a:gd name="connsiteY135" fmla="*/ 312267 h 1705557"/>
              <a:gd name="connsiteX136" fmla="*/ 5509657 w 10232859"/>
              <a:gd name="connsiteY136" fmla="*/ 311450 h 1705557"/>
              <a:gd name="connsiteX137" fmla="*/ 5521245 w 10232859"/>
              <a:gd name="connsiteY137" fmla="*/ 310202 h 1705557"/>
              <a:gd name="connsiteX138" fmla="*/ 5542415 w 10232859"/>
              <a:gd name="connsiteY138" fmla="*/ 310009 h 1705557"/>
              <a:gd name="connsiteX139" fmla="*/ 5596538 w 10232859"/>
              <a:gd name="connsiteY139" fmla="*/ 297667 h 1705557"/>
              <a:gd name="connsiteX140" fmla="*/ 5632514 w 10232859"/>
              <a:gd name="connsiteY140" fmla="*/ 308476 h 1705557"/>
              <a:gd name="connsiteX141" fmla="*/ 5640005 w 10232859"/>
              <a:gd name="connsiteY141" fmla="*/ 310131 h 1705557"/>
              <a:gd name="connsiteX142" fmla="*/ 5640259 w 10232859"/>
              <a:gd name="connsiteY142" fmla="*/ 309949 h 1705557"/>
              <a:gd name="connsiteX143" fmla="*/ 5648365 w 10232859"/>
              <a:gd name="connsiteY143" fmla="*/ 311268 h 1705557"/>
              <a:gd name="connsiteX144" fmla="*/ 5653662 w 10232859"/>
              <a:gd name="connsiteY144" fmla="*/ 313149 h 1705557"/>
              <a:gd name="connsiteX145" fmla="*/ 5668196 w 10232859"/>
              <a:gd name="connsiteY145" fmla="*/ 316360 h 1705557"/>
              <a:gd name="connsiteX146" fmla="*/ 5673886 w 10232859"/>
              <a:gd name="connsiteY146" fmla="*/ 316040 h 1705557"/>
              <a:gd name="connsiteX147" fmla="*/ 5677139 w 10232859"/>
              <a:gd name="connsiteY147" fmla="*/ 313859 h 1705557"/>
              <a:gd name="connsiteX148" fmla="*/ 5708983 w 10232859"/>
              <a:gd name="connsiteY148" fmla="*/ 313188 h 1705557"/>
              <a:gd name="connsiteX149" fmla="*/ 5773909 w 10232859"/>
              <a:gd name="connsiteY149" fmla="*/ 318575 h 1705557"/>
              <a:gd name="connsiteX150" fmla="*/ 5809500 w 10232859"/>
              <a:gd name="connsiteY150" fmla="*/ 324964 h 1705557"/>
              <a:gd name="connsiteX151" fmla="*/ 5908729 w 10232859"/>
              <a:gd name="connsiteY151" fmla="*/ 338849 h 1705557"/>
              <a:gd name="connsiteX152" fmla="*/ 6009654 w 10232859"/>
              <a:gd name="connsiteY152" fmla="*/ 350040 h 1705557"/>
              <a:gd name="connsiteX153" fmla="*/ 6067487 w 10232859"/>
              <a:gd name="connsiteY153" fmla="*/ 340226 h 1705557"/>
              <a:gd name="connsiteX154" fmla="*/ 6073281 w 10232859"/>
              <a:gd name="connsiteY154" fmla="*/ 340830 h 1705557"/>
              <a:gd name="connsiteX155" fmla="*/ 6086225 w 10232859"/>
              <a:gd name="connsiteY155" fmla="*/ 346135 h 1705557"/>
              <a:gd name="connsiteX156" fmla="*/ 6105063 w 10232859"/>
              <a:gd name="connsiteY156" fmla="*/ 353854 h 1705557"/>
              <a:gd name="connsiteX157" fmla="*/ 6135796 w 10232859"/>
              <a:gd name="connsiteY157" fmla="*/ 369657 h 1705557"/>
              <a:gd name="connsiteX158" fmla="*/ 6195166 w 10232859"/>
              <a:gd name="connsiteY158" fmla="*/ 366704 h 1705557"/>
              <a:gd name="connsiteX159" fmla="*/ 6216259 w 10232859"/>
              <a:gd name="connsiteY159" fmla="*/ 369879 h 1705557"/>
              <a:gd name="connsiteX160" fmla="*/ 6228331 w 10232859"/>
              <a:gd name="connsiteY160" fmla="*/ 370548 h 1705557"/>
              <a:gd name="connsiteX161" fmla="*/ 6229602 w 10232859"/>
              <a:gd name="connsiteY161" fmla="*/ 369928 h 1705557"/>
              <a:gd name="connsiteX162" fmla="*/ 6258988 w 10232859"/>
              <a:gd name="connsiteY162" fmla="*/ 385174 h 1705557"/>
              <a:gd name="connsiteX163" fmla="*/ 6264106 w 10232859"/>
              <a:gd name="connsiteY163" fmla="*/ 385655 h 1705557"/>
              <a:gd name="connsiteX164" fmla="*/ 6281703 w 10232859"/>
              <a:gd name="connsiteY164" fmla="*/ 397568 h 1705557"/>
              <a:gd name="connsiteX165" fmla="*/ 6291622 w 10232859"/>
              <a:gd name="connsiteY165" fmla="*/ 402669 h 1705557"/>
              <a:gd name="connsiteX166" fmla="*/ 6292712 w 10232859"/>
              <a:gd name="connsiteY166" fmla="*/ 406285 h 1705557"/>
              <a:gd name="connsiteX167" fmla="*/ 6308227 w 10232859"/>
              <a:gd name="connsiteY167" fmla="*/ 412710 h 1705557"/>
              <a:gd name="connsiteX168" fmla="*/ 6328981 w 10232859"/>
              <a:gd name="connsiteY168" fmla="*/ 416009 h 1705557"/>
              <a:gd name="connsiteX169" fmla="*/ 6368693 w 10232859"/>
              <a:gd name="connsiteY169" fmla="*/ 424359 h 1705557"/>
              <a:gd name="connsiteX170" fmla="*/ 6414811 w 10232859"/>
              <a:gd name="connsiteY170" fmla="*/ 458714 h 1705557"/>
              <a:gd name="connsiteX171" fmla="*/ 6467879 w 10232859"/>
              <a:gd name="connsiteY171" fmla="*/ 474762 h 1705557"/>
              <a:gd name="connsiteX172" fmla="*/ 6564351 w 10232859"/>
              <a:gd name="connsiteY172" fmla="*/ 544032 h 1705557"/>
              <a:gd name="connsiteX173" fmla="*/ 6711178 w 10232859"/>
              <a:gd name="connsiteY173" fmla="*/ 580124 h 1705557"/>
              <a:gd name="connsiteX174" fmla="*/ 6764036 w 10232859"/>
              <a:gd name="connsiteY174" fmla="*/ 595457 h 1705557"/>
              <a:gd name="connsiteX175" fmla="*/ 6858983 w 10232859"/>
              <a:gd name="connsiteY175" fmla="*/ 630237 h 1705557"/>
              <a:gd name="connsiteX176" fmla="*/ 6910661 w 10232859"/>
              <a:gd name="connsiteY176" fmla="*/ 641134 h 1705557"/>
              <a:gd name="connsiteX177" fmla="*/ 6944111 w 10232859"/>
              <a:gd name="connsiteY177" fmla="*/ 666016 h 1705557"/>
              <a:gd name="connsiteX178" fmla="*/ 6965771 w 10232859"/>
              <a:gd name="connsiteY178" fmla="*/ 666445 h 1705557"/>
              <a:gd name="connsiteX179" fmla="*/ 6969639 w 10232859"/>
              <a:gd name="connsiteY179" fmla="*/ 666351 h 1705557"/>
              <a:gd name="connsiteX180" fmla="*/ 6982242 w 10232859"/>
              <a:gd name="connsiteY180" fmla="*/ 669626 h 1705557"/>
              <a:gd name="connsiteX181" fmla="*/ 6989387 w 10232859"/>
              <a:gd name="connsiteY181" fmla="*/ 665988 h 1705557"/>
              <a:gd name="connsiteX182" fmla="*/ 7010930 w 10232859"/>
              <a:gd name="connsiteY182" fmla="*/ 667648 h 1705557"/>
              <a:gd name="connsiteX183" fmla="*/ 7033125 w 10232859"/>
              <a:gd name="connsiteY183" fmla="*/ 674950 h 1705557"/>
              <a:gd name="connsiteX184" fmla="*/ 7134461 w 10232859"/>
              <a:gd name="connsiteY184" fmla="*/ 714706 h 1705557"/>
              <a:gd name="connsiteX185" fmla="*/ 7197450 w 10232859"/>
              <a:gd name="connsiteY185" fmla="*/ 735608 h 1705557"/>
              <a:gd name="connsiteX186" fmla="*/ 7225084 w 10232859"/>
              <a:gd name="connsiteY186" fmla="*/ 739019 h 1705557"/>
              <a:gd name="connsiteX187" fmla="*/ 7261183 w 10232859"/>
              <a:gd name="connsiteY187" fmla="*/ 746827 h 1705557"/>
              <a:gd name="connsiteX188" fmla="*/ 7327760 w 10232859"/>
              <a:gd name="connsiteY188" fmla="*/ 757100 h 1705557"/>
              <a:gd name="connsiteX189" fmla="*/ 7412222 w 10232859"/>
              <a:gd name="connsiteY189" fmla="*/ 777001 h 1705557"/>
              <a:gd name="connsiteX190" fmla="*/ 7457904 w 10232859"/>
              <a:gd name="connsiteY190" fmla="*/ 810835 h 1705557"/>
              <a:gd name="connsiteX191" fmla="*/ 7465795 w 10232859"/>
              <a:gd name="connsiteY191" fmla="*/ 809112 h 1705557"/>
              <a:gd name="connsiteX192" fmla="*/ 7505046 w 10232859"/>
              <a:gd name="connsiteY192" fmla="*/ 823031 h 1705557"/>
              <a:gd name="connsiteX193" fmla="*/ 7623220 w 10232859"/>
              <a:gd name="connsiteY193" fmla="*/ 895034 h 1705557"/>
              <a:gd name="connsiteX194" fmla="*/ 7700458 w 10232859"/>
              <a:gd name="connsiteY194" fmla="*/ 921593 h 1705557"/>
              <a:gd name="connsiteX195" fmla="*/ 7730988 w 10232859"/>
              <a:gd name="connsiteY195" fmla="*/ 927270 h 1705557"/>
              <a:gd name="connsiteX196" fmla="*/ 7781942 w 10232859"/>
              <a:gd name="connsiteY196" fmla="*/ 937017 h 1705557"/>
              <a:gd name="connsiteX197" fmla="*/ 7827704 w 10232859"/>
              <a:gd name="connsiteY197" fmla="*/ 935072 h 1705557"/>
              <a:gd name="connsiteX198" fmla="*/ 7867270 w 10232859"/>
              <a:gd name="connsiteY198" fmla="*/ 946880 h 1705557"/>
              <a:gd name="connsiteX199" fmla="*/ 7866538 w 10232859"/>
              <a:gd name="connsiteY199" fmla="*/ 961559 h 1705557"/>
              <a:gd name="connsiteX200" fmla="*/ 7912084 w 10232859"/>
              <a:gd name="connsiteY200" fmla="*/ 970314 h 1705557"/>
              <a:gd name="connsiteX201" fmla="*/ 7982264 w 10232859"/>
              <a:gd name="connsiteY201" fmla="*/ 982287 h 1705557"/>
              <a:gd name="connsiteX202" fmla="*/ 7991272 w 10232859"/>
              <a:gd name="connsiteY202" fmla="*/ 987618 h 1705557"/>
              <a:gd name="connsiteX203" fmla="*/ 8006496 w 10232859"/>
              <a:gd name="connsiteY203" fmla="*/ 979353 h 1705557"/>
              <a:gd name="connsiteX204" fmla="*/ 8034497 w 10232859"/>
              <a:gd name="connsiteY204" fmla="*/ 978568 h 1705557"/>
              <a:gd name="connsiteX205" fmla="*/ 8150881 w 10232859"/>
              <a:gd name="connsiteY205" fmla="*/ 996925 h 1705557"/>
              <a:gd name="connsiteX206" fmla="*/ 8172106 w 10232859"/>
              <a:gd name="connsiteY206" fmla="*/ 997026 h 1705557"/>
              <a:gd name="connsiteX207" fmla="*/ 8196076 w 10232859"/>
              <a:gd name="connsiteY207" fmla="*/ 1006592 h 1705557"/>
              <a:gd name="connsiteX208" fmla="*/ 8247463 w 10232859"/>
              <a:gd name="connsiteY208" fmla="*/ 1022846 h 1705557"/>
              <a:gd name="connsiteX209" fmla="*/ 8279272 w 10232859"/>
              <a:gd name="connsiteY209" fmla="*/ 1039435 h 1705557"/>
              <a:gd name="connsiteX210" fmla="*/ 8289611 w 10232859"/>
              <a:gd name="connsiteY210" fmla="*/ 1035144 h 1705557"/>
              <a:gd name="connsiteX211" fmla="*/ 8311483 w 10232859"/>
              <a:gd name="connsiteY211" fmla="*/ 1035913 h 1705557"/>
              <a:gd name="connsiteX212" fmla="*/ 8399489 w 10232859"/>
              <a:gd name="connsiteY212" fmla="*/ 1055076 h 1705557"/>
              <a:gd name="connsiteX213" fmla="*/ 8415973 w 10232859"/>
              <a:gd name="connsiteY213" fmla="*/ 1056174 h 1705557"/>
              <a:gd name="connsiteX214" fmla="*/ 8433326 w 10232859"/>
              <a:gd name="connsiteY214" fmla="*/ 1064395 h 1705557"/>
              <a:gd name="connsiteX215" fmla="*/ 8502328 w 10232859"/>
              <a:gd name="connsiteY215" fmla="*/ 1098012 h 1705557"/>
              <a:gd name="connsiteX216" fmla="*/ 8534346 w 10232859"/>
              <a:gd name="connsiteY216" fmla="*/ 1113494 h 1705557"/>
              <a:gd name="connsiteX217" fmla="*/ 8534980 w 10232859"/>
              <a:gd name="connsiteY217" fmla="*/ 1117375 h 1705557"/>
              <a:gd name="connsiteX218" fmla="*/ 8544104 w 10232859"/>
              <a:gd name="connsiteY218" fmla="*/ 1114920 h 1705557"/>
              <a:gd name="connsiteX219" fmla="*/ 8567742 w 10232859"/>
              <a:gd name="connsiteY219" fmla="*/ 1124104 h 1705557"/>
              <a:gd name="connsiteX220" fmla="*/ 8633779 w 10232859"/>
              <a:gd name="connsiteY220" fmla="*/ 1145740 h 1705557"/>
              <a:gd name="connsiteX221" fmla="*/ 8676965 w 10232859"/>
              <a:gd name="connsiteY221" fmla="*/ 1163463 h 1705557"/>
              <a:gd name="connsiteX222" fmla="*/ 8698944 w 10232859"/>
              <a:gd name="connsiteY222" fmla="*/ 1163453 h 1705557"/>
              <a:gd name="connsiteX223" fmla="*/ 8711456 w 10232859"/>
              <a:gd name="connsiteY223" fmla="*/ 1175731 h 1705557"/>
              <a:gd name="connsiteX224" fmla="*/ 8732793 w 10232859"/>
              <a:gd name="connsiteY224" fmla="*/ 1179486 h 1705557"/>
              <a:gd name="connsiteX225" fmla="*/ 8751897 w 10232859"/>
              <a:gd name="connsiteY225" fmla="*/ 1197400 h 1705557"/>
              <a:gd name="connsiteX226" fmla="*/ 8793564 w 10232859"/>
              <a:gd name="connsiteY226" fmla="*/ 1179086 h 1705557"/>
              <a:gd name="connsiteX227" fmla="*/ 8834270 w 10232859"/>
              <a:gd name="connsiteY227" fmla="*/ 1213138 h 1705557"/>
              <a:gd name="connsiteX228" fmla="*/ 8853872 w 10232859"/>
              <a:gd name="connsiteY228" fmla="*/ 1221228 h 1705557"/>
              <a:gd name="connsiteX229" fmla="*/ 8861901 w 10232859"/>
              <a:gd name="connsiteY229" fmla="*/ 1217889 h 1705557"/>
              <a:gd name="connsiteX230" fmla="*/ 8874168 w 10232859"/>
              <a:gd name="connsiteY230" fmla="*/ 1220481 h 1705557"/>
              <a:gd name="connsiteX231" fmla="*/ 8871123 w 10232859"/>
              <a:gd name="connsiteY231" fmla="*/ 1227674 h 1705557"/>
              <a:gd name="connsiteX232" fmla="*/ 8903537 w 10232859"/>
              <a:gd name="connsiteY232" fmla="*/ 1237102 h 1705557"/>
              <a:gd name="connsiteX233" fmla="*/ 8933767 w 10232859"/>
              <a:gd name="connsiteY233" fmla="*/ 1269882 h 1705557"/>
              <a:gd name="connsiteX234" fmla="*/ 8985765 w 10232859"/>
              <a:gd name="connsiteY234" fmla="*/ 1294178 h 1705557"/>
              <a:gd name="connsiteX235" fmla="*/ 9071444 w 10232859"/>
              <a:gd name="connsiteY235" fmla="*/ 1323819 h 1705557"/>
              <a:gd name="connsiteX236" fmla="*/ 9096711 w 10232859"/>
              <a:gd name="connsiteY236" fmla="*/ 1334291 h 1705557"/>
              <a:gd name="connsiteX237" fmla="*/ 9338853 w 10232859"/>
              <a:gd name="connsiteY237" fmla="*/ 1454560 h 1705557"/>
              <a:gd name="connsiteX238" fmla="*/ 9520814 w 10232859"/>
              <a:gd name="connsiteY238" fmla="*/ 1456341 h 1705557"/>
              <a:gd name="connsiteX239" fmla="*/ 9702271 w 10232859"/>
              <a:gd name="connsiteY239" fmla="*/ 1495067 h 1705557"/>
              <a:gd name="connsiteX240" fmla="*/ 9744273 w 10232859"/>
              <a:gd name="connsiteY240" fmla="*/ 1530026 h 1705557"/>
              <a:gd name="connsiteX241" fmla="*/ 9771903 w 10232859"/>
              <a:gd name="connsiteY241" fmla="*/ 1536548 h 1705557"/>
              <a:gd name="connsiteX242" fmla="*/ 9818565 w 10232859"/>
              <a:gd name="connsiteY242" fmla="*/ 1545059 h 1705557"/>
              <a:gd name="connsiteX243" fmla="*/ 9882202 w 10232859"/>
              <a:gd name="connsiteY243" fmla="*/ 1572402 h 1705557"/>
              <a:gd name="connsiteX244" fmla="*/ 10022025 w 10232859"/>
              <a:gd name="connsiteY244" fmla="*/ 1606210 h 1705557"/>
              <a:gd name="connsiteX245" fmla="*/ 10220406 w 10232859"/>
              <a:gd name="connsiteY245" fmla="*/ 1683519 h 1705557"/>
              <a:gd name="connsiteX246" fmla="*/ 10232859 w 10232859"/>
              <a:gd name="connsiteY246" fmla="*/ 1705557 h 1705557"/>
              <a:gd name="connsiteX247" fmla="*/ 0 w 10232859"/>
              <a:gd name="connsiteY247" fmla="*/ 1705557 h 1705557"/>
              <a:gd name="connsiteX248" fmla="*/ 0 w 10232859"/>
              <a:gd name="connsiteY248" fmla="*/ 28342 h 1705557"/>
              <a:gd name="connsiteX249" fmla="*/ 8097 w 10232859"/>
              <a:gd name="connsiteY249" fmla="*/ 30869 h 1705557"/>
              <a:gd name="connsiteX250" fmla="*/ 77128 w 10232859"/>
              <a:gd name="connsiteY250" fmla="*/ 13381 h 1705557"/>
              <a:gd name="connsiteX251" fmla="*/ 188338 w 10232859"/>
              <a:gd name="connsiteY251" fmla="*/ 11593 h 1705557"/>
              <a:gd name="connsiteX252" fmla="*/ 298809 w 10232859"/>
              <a:gd name="connsiteY252" fmla="*/ 12712 h 1705557"/>
              <a:gd name="connsiteX253" fmla="*/ 338985 w 10232859"/>
              <a:gd name="connsiteY253" fmla="*/ 14520 h 1705557"/>
              <a:gd name="connsiteX254" fmla="*/ 409815 w 10232859"/>
              <a:gd name="connsiteY254" fmla="*/ 11559 h 1705557"/>
              <a:gd name="connsiteX255" fmla="*/ 424169 w 10232859"/>
              <a:gd name="connsiteY255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110077 w 10232859"/>
              <a:gd name="connsiteY76" fmla="*/ 155716 h 1705557"/>
              <a:gd name="connsiteX77" fmla="*/ 3173743 w 10232859"/>
              <a:gd name="connsiteY77" fmla="*/ 166095 h 1705557"/>
              <a:gd name="connsiteX78" fmla="*/ 3254203 w 10232859"/>
              <a:gd name="connsiteY78" fmla="*/ 158270 h 1705557"/>
              <a:gd name="connsiteX79" fmla="*/ 3380350 w 10232859"/>
              <a:gd name="connsiteY79" fmla="*/ 157665 h 1705557"/>
              <a:gd name="connsiteX80" fmla="*/ 3476147 w 10232859"/>
              <a:gd name="connsiteY80" fmla="*/ 177439 h 1705557"/>
              <a:gd name="connsiteX81" fmla="*/ 3581876 w 10232859"/>
              <a:gd name="connsiteY81" fmla="*/ 156962 h 1705557"/>
              <a:gd name="connsiteX82" fmla="*/ 3704761 w 10232859"/>
              <a:gd name="connsiteY82" fmla="*/ 157006 h 1705557"/>
              <a:gd name="connsiteX83" fmla="*/ 3755040 w 10232859"/>
              <a:gd name="connsiteY83" fmla="*/ 148492 h 1705557"/>
              <a:gd name="connsiteX84" fmla="*/ 3804689 w 10232859"/>
              <a:gd name="connsiteY84" fmla="*/ 158407 h 1705557"/>
              <a:gd name="connsiteX85" fmla="*/ 3821793 w 10232859"/>
              <a:gd name="connsiteY85" fmla="*/ 151257 h 1705557"/>
              <a:gd name="connsiteX86" fmla="*/ 3824682 w 10232859"/>
              <a:gd name="connsiteY86" fmla="*/ 149833 h 1705557"/>
              <a:gd name="connsiteX87" fmla="*/ 3837536 w 10232859"/>
              <a:gd name="connsiteY87" fmla="*/ 148292 h 1705557"/>
              <a:gd name="connsiteX88" fmla="*/ 3839550 w 10232859"/>
              <a:gd name="connsiteY88" fmla="*/ 142661 h 1705557"/>
              <a:gd name="connsiteX89" fmla="*/ 3857743 w 10232859"/>
              <a:gd name="connsiteY89" fmla="*/ 136618 h 1705557"/>
              <a:gd name="connsiteX90" fmla="*/ 3881852 w 10232859"/>
              <a:gd name="connsiteY90" fmla="*/ 135231 h 1705557"/>
              <a:gd name="connsiteX91" fmla="*/ 3998088 w 10232859"/>
              <a:gd name="connsiteY91" fmla="*/ 134446 h 1705557"/>
              <a:gd name="connsiteX92" fmla="*/ 4066682 w 10232859"/>
              <a:gd name="connsiteY92" fmla="*/ 130661 h 1705557"/>
              <a:gd name="connsiteX93" fmla="*/ 4091246 w 10232859"/>
              <a:gd name="connsiteY93" fmla="*/ 124017 h 1705557"/>
              <a:gd name="connsiteX94" fmla="*/ 4126556 w 10232859"/>
              <a:gd name="connsiteY94" fmla="*/ 118239 h 1705557"/>
              <a:gd name="connsiteX95" fmla="*/ 4187717 w 10232859"/>
              <a:gd name="connsiteY95" fmla="*/ 104010 h 1705557"/>
              <a:gd name="connsiteX96" fmla="*/ 4220826 w 10232859"/>
              <a:gd name="connsiteY96" fmla="*/ 102505 h 1705557"/>
              <a:gd name="connsiteX97" fmla="*/ 4239014 w 10232859"/>
              <a:gd name="connsiteY97" fmla="*/ 97354 h 1705557"/>
              <a:gd name="connsiteX98" fmla="*/ 4246653 w 10232859"/>
              <a:gd name="connsiteY98" fmla="*/ 97874 h 1705557"/>
              <a:gd name="connsiteX99" fmla="*/ 4271841 w 10232859"/>
              <a:gd name="connsiteY99" fmla="*/ 96702 h 1705557"/>
              <a:gd name="connsiteX100" fmla="*/ 4286277 w 10232859"/>
              <a:gd name="connsiteY100" fmla="*/ 96687 h 1705557"/>
              <a:gd name="connsiteX101" fmla="*/ 4292025 w 10232859"/>
              <a:gd name="connsiteY101" fmla="*/ 96921 h 1705557"/>
              <a:gd name="connsiteX102" fmla="*/ 4304713 w 10232859"/>
              <a:gd name="connsiteY102" fmla="*/ 102187 h 1705557"/>
              <a:gd name="connsiteX103" fmla="*/ 4321285 w 10232859"/>
              <a:gd name="connsiteY103" fmla="*/ 100074 h 1705557"/>
              <a:gd name="connsiteX104" fmla="*/ 4339561 w 10232859"/>
              <a:gd name="connsiteY104" fmla="*/ 105320 h 1705557"/>
              <a:gd name="connsiteX105" fmla="*/ 4343990 w 10232859"/>
              <a:gd name="connsiteY105" fmla="*/ 101090 h 1705557"/>
              <a:gd name="connsiteX106" fmla="*/ 4358885 w 10232859"/>
              <a:gd name="connsiteY106" fmla="*/ 96778 h 1705557"/>
              <a:gd name="connsiteX107" fmla="*/ 4371648 w 10232859"/>
              <a:gd name="connsiteY107" fmla="*/ 101826 h 1705557"/>
              <a:gd name="connsiteX108" fmla="*/ 4398380 w 10232859"/>
              <a:gd name="connsiteY108" fmla="*/ 104961 h 1705557"/>
              <a:gd name="connsiteX109" fmla="*/ 4405729 w 10232859"/>
              <a:gd name="connsiteY109" fmla="*/ 104191 h 1705557"/>
              <a:gd name="connsiteX110" fmla="*/ 4431408 w 10232859"/>
              <a:gd name="connsiteY110" fmla="*/ 110825 h 1705557"/>
              <a:gd name="connsiteX111" fmla="*/ 4472183 w 10232859"/>
              <a:gd name="connsiteY111" fmla="*/ 116430 h 1705557"/>
              <a:gd name="connsiteX112" fmla="*/ 4518828 w 10232859"/>
              <a:gd name="connsiteY112" fmla="*/ 119114 h 1705557"/>
              <a:gd name="connsiteX113" fmla="*/ 4532040 w 10232859"/>
              <a:gd name="connsiteY113" fmla="*/ 124307 h 1705557"/>
              <a:gd name="connsiteX114" fmla="*/ 4617778 w 10232859"/>
              <a:gd name="connsiteY114" fmla="*/ 136993 h 1705557"/>
              <a:gd name="connsiteX115" fmla="*/ 4641872 w 10232859"/>
              <a:gd name="connsiteY115" fmla="*/ 140721 h 1705557"/>
              <a:gd name="connsiteX116" fmla="*/ 4662766 w 10232859"/>
              <a:gd name="connsiteY116" fmla="*/ 138952 h 1705557"/>
              <a:gd name="connsiteX117" fmla="*/ 4667770 w 10232859"/>
              <a:gd name="connsiteY117" fmla="*/ 134208 h 1705557"/>
              <a:gd name="connsiteX118" fmla="*/ 4681052 w 10232859"/>
              <a:gd name="connsiteY118" fmla="*/ 135461 h 1705557"/>
              <a:gd name="connsiteX119" fmla="*/ 4684624 w 10232859"/>
              <a:gd name="connsiteY119" fmla="*/ 134755 h 1705557"/>
              <a:gd name="connsiteX120" fmla="*/ 4705061 w 10232859"/>
              <a:gd name="connsiteY120" fmla="*/ 131748 h 1705557"/>
              <a:gd name="connsiteX121" fmla="*/ 4747746 w 10232859"/>
              <a:gd name="connsiteY121" fmla="*/ 151131 h 1705557"/>
              <a:gd name="connsiteX122" fmla="*/ 4801045 w 10232859"/>
              <a:gd name="connsiteY122" fmla="*/ 153753 h 1705557"/>
              <a:gd name="connsiteX123" fmla="*/ 5001600 w 10232859"/>
              <a:gd name="connsiteY123" fmla="*/ 196753 h 1705557"/>
              <a:gd name="connsiteX124" fmla="*/ 5033465 w 10232859"/>
              <a:gd name="connsiteY124" fmla="*/ 182429 h 1705557"/>
              <a:gd name="connsiteX125" fmla="*/ 5115965 w 10232859"/>
              <a:gd name="connsiteY125" fmla="*/ 192583 h 1705557"/>
              <a:gd name="connsiteX126" fmla="*/ 5237936 w 10232859"/>
              <a:gd name="connsiteY126" fmla="*/ 246022 h 1705557"/>
              <a:gd name="connsiteX127" fmla="*/ 5290566 w 10232859"/>
              <a:gd name="connsiteY127" fmla="*/ 269809 h 1705557"/>
              <a:gd name="connsiteX128" fmla="*/ 5344878 w 10232859"/>
              <a:gd name="connsiteY128" fmla="*/ 282874 h 1705557"/>
              <a:gd name="connsiteX129" fmla="*/ 5413398 w 10232859"/>
              <a:gd name="connsiteY129" fmla="*/ 282749 h 1705557"/>
              <a:gd name="connsiteX130" fmla="*/ 5415629 w 10232859"/>
              <a:gd name="connsiteY130" fmla="*/ 282282 h 1705557"/>
              <a:gd name="connsiteX131" fmla="*/ 5433078 w 10232859"/>
              <a:gd name="connsiteY131" fmla="*/ 286198 h 1705557"/>
              <a:gd name="connsiteX132" fmla="*/ 5435759 w 10232859"/>
              <a:gd name="connsiteY132" fmla="*/ 289614 h 1705557"/>
              <a:gd name="connsiteX133" fmla="*/ 5447372 w 10232859"/>
              <a:gd name="connsiteY133" fmla="*/ 293101 h 1705557"/>
              <a:gd name="connsiteX134" fmla="*/ 5469289 w 10232859"/>
              <a:gd name="connsiteY134" fmla="*/ 302134 h 1705557"/>
              <a:gd name="connsiteX135" fmla="*/ 5508752 w 10232859"/>
              <a:gd name="connsiteY135" fmla="*/ 312267 h 1705557"/>
              <a:gd name="connsiteX136" fmla="*/ 5509657 w 10232859"/>
              <a:gd name="connsiteY136" fmla="*/ 311450 h 1705557"/>
              <a:gd name="connsiteX137" fmla="*/ 5521245 w 10232859"/>
              <a:gd name="connsiteY137" fmla="*/ 310202 h 1705557"/>
              <a:gd name="connsiteX138" fmla="*/ 5542415 w 10232859"/>
              <a:gd name="connsiteY138" fmla="*/ 310009 h 1705557"/>
              <a:gd name="connsiteX139" fmla="*/ 5596538 w 10232859"/>
              <a:gd name="connsiteY139" fmla="*/ 297667 h 1705557"/>
              <a:gd name="connsiteX140" fmla="*/ 5632514 w 10232859"/>
              <a:gd name="connsiteY140" fmla="*/ 308476 h 1705557"/>
              <a:gd name="connsiteX141" fmla="*/ 5640005 w 10232859"/>
              <a:gd name="connsiteY141" fmla="*/ 310131 h 1705557"/>
              <a:gd name="connsiteX142" fmla="*/ 5640259 w 10232859"/>
              <a:gd name="connsiteY142" fmla="*/ 309949 h 1705557"/>
              <a:gd name="connsiteX143" fmla="*/ 5648365 w 10232859"/>
              <a:gd name="connsiteY143" fmla="*/ 311268 h 1705557"/>
              <a:gd name="connsiteX144" fmla="*/ 5653662 w 10232859"/>
              <a:gd name="connsiteY144" fmla="*/ 313149 h 1705557"/>
              <a:gd name="connsiteX145" fmla="*/ 5668196 w 10232859"/>
              <a:gd name="connsiteY145" fmla="*/ 316360 h 1705557"/>
              <a:gd name="connsiteX146" fmla="*/ 5673886 w 10232859"/>
              <a:gd name="connsiteY146" fmla="*/ 316040 h 1705557"/>
              <a:gd name="connsiteX147" fmla="*/ 5677139 w 10232859"/>
              <a:gd name="connsiteY147" fmla="*/ 313859 h 1705557"/>
              <a:gd name="connsiteX148" fmla="*/ 5708983 w 10232859"/>
              <a:gd name="connsiteY148" fmla="*/ 313188 h 1705557"/>
              <a:gd name="connsiteX149" fmla="*/ 5773909 w 10232859"/>
              <a:gd name="connsiteY149" fmla="*/ 318575 h 1705557"/>
              <a:gd name="connsiteX150" fmla="*/ 5809500 w 10232859"/>
              <a:gd name="connsiteY150" fmla="*/ 324964 h 1705557"/>
              <a:gd name="connsiteX151" fmla="*/ 5908729 w 10232859"/>
              <a:gd name="connsiteY151" fmla="*/ 338849 h 1705557"/>
              <a:gd name="connsiteX152" fmla="*/ 6009654 w 10232859"/>
              <a:gd name="connsiteY152" fmla="*/ 350040 h 1705557"/>
              <a:gd name="connsiteX153" fmla="*/ 6067487 w 10232859"/>
              <a:gd name="connsiteY153" fmla="*/ 340226 h 1705557"/>
              <a:gd name="connsiteX154" fmla="*/ 6073281 w 10232859"/>
              <a:gd name="connsiteY154" fmla="*/ 340830 h 1705557"/>
              <a:gd name="connsiteX155" fmla="*/ 6086225 w 10232859"/>
              <a:gd name="connsiteY155" fmla="*/ 346135 h 1705557"/>
              <a:gd name="connsiteX156" fmla="*/ 6105063 w 10232859"/>
              <a:gd name="connsiteY156" fmla="*/ 353854 h 1705557"/>
              <a:gd name="connsiteX157" fmla="*/ 6135796 w 10232859"/>
              <a:gd name="connsiteY157" fmla="*/ 369657 h 1705557"/>
              <a:gd name="connsiteX158" fmla="*/ 6195166 w 10232859"/>
              <a:gd name="connsiteY158" fmla="*/ 366704 h 1705557"/>
              <a:gd name="connsiteX159" fmla="*/ 6216259 w 10232859"/>
              <a:gd name="connsiteY159" fmla="*/ 369879 h 1705557"/>
              <a:gd name="connsiteX160" fmla="*/ 6228331 w 10232859"/>
              <a:gd name="connsiteY160" fmla="*/ 370548 h 1705557"/>
              <a:gd name="connsiteX161" fmla="*/ 6229602 w 10232859"/>
              <a:gd name="connsiteY161" fmla="*/ 369928 h 1705557"/>
              <a:gd name="connsiteX162" fmla="*/ 6258988 w 10232859"/>
              <a:gd name="connsiteY162" fmla="*/ 385174 h 1705557"/>
              <a:gd name="connsiteX163" fmla="*/ 6264106 w 10232859"/>
              <a:gd name="connsiteY163" fmla="*/ 385655 h 1705557"/>
              <a:gd name="connsiteX164" fmla="*/ 6281703 w 10232859"/>
              <a:gd name="connsiteY164" fmla="*/ 397568 h 1705557"/>
              <a:gd name="connsiteX165" fmla="*/ 6291622 w 10232859"/>
              <a:gd name="connsiteY165" fmla="*/ 402669 h 1705557"/>
              <a:gd name="connsiteX166" fmla="*/ 6292712 w 10232859"/>
              <a:gd name="connsiteY166" fmla="*/ 406285 h 1705557"/>
              <a:gd name="connsiteX167" fmla="*/ 6308227 w 10232859"/>
              <a:gd name="connsiteY167" fmla="*/ 412710 h 1705557"/>
              <a:gd name="connsiteX168" fmla="*/ 6328981 w 10232859"/>
              <a:gd name="connsiteY168" fmla="*/ 416009 h 1705557"/>
              <a:gd name="connsiteX169" fmla="*/ 6368693 w 10232859"/>
              <a:gd name="connsiteY169" fmla="*/ 424359 h 1705557"/>
              <a:gd name="connsiteX170" fmla="*/ 6414811 w 10232859"/>
              <a:gd name="connsiteY170" fmla="*/ 458714 h 1705557"/>
              <a:gd name="connsiteX171" fmla="*/ 6467879 w 10232859"/>
              <a:gd name="connsiteY171" fmla="*/ 474762 h 1705557"/>
              <a:gd name="connsiteX172" fmla="*/ 6564351 w 10232859"/>
              <a:gd name="connsiteY172" fmla="*/ 544032 h 1705557"/>
              <a:gd name="connsiteX173" fmla="*/ 6711178 w 10232859"/>
              <a:gd name="connsiteY173" fmla="*/ 580124 h 1705557"/>
              <a:gd name="connsiteX174" fmla="*/ 6764036 w 10232859"/>
              <a:gd name="connsiteY174" fmla="*/ 595457 h 1705557"/>
              <a:gd name="connsiteX175" fmla="*/ 6858983 w 10232859"/>
              <a:gd name="connsiteY175" fmla="*/ 630237 h 1705557"/>
              <a:gd name="connsiteX176" fmla="*/ 6910661 w 10232859"/>
              <a:gd name="connsiteY176" fmla="*/ 641134 h 1705557"/>
              <a:gd name="connsiteX177" fmla="*/ 6944111 w 10232859"/>
              <a:gd name="connsiteY177" fmla="*/ 666016 h 1705557"/>
              <a:gd name="connsiteX178" fmla="*/ 6965771 w 10232859"/>
              <a:gd name="connsiteY178" fmla="*/ 666445 h 1705557"/>
              <a:gd name="connsiteX179" fmla="*/ 6969639 w 10232859"/>
              <a:gd name="connsiteY179" fmla="*/ 666351 h 1705557"/>
              <a:gd name="connsiteX180" fmla="*/ 6982242 w 10232859"/>
              <a:gd name="connsiteY180" fmla="*/ 669626 h 1705557"/>
              <a:gd name="connsiteX181" fmla="*/ 6989387 w 10232859"/>
              <a:gd name="connsiteY181" fmla="*/ 665988 h 1705557"/>
              <a:gd name="connsiteX182" fmla="*/ 7010930 w 10232859"/>
              <a:gd name="connsiteY182" fmla="*/ 667648 h 1705557"/>
              <a:gd name="connsiteX183" fmla="*/ 7033125 w 10232859"/>
              <a:gd name="connsiteY183" fmla="*/ 674950 h 1705557"/>
              <a:gd name="connsiteX184" fmla="*/ 7134461 w 10232859"/>
              <a:gd name="connsiteY184" fmla="*/ 714706 h 1705557"/>
              <a:gd name="connsiteX185" fmla="*/ 7197450 w 10232859"/>
              <a:gd name="connsiteY185" fmla="*/ 735608 h 1705557"/>
              <a:gd name="connsiteX186" fmla="*/ 7225084 w 10232859"/>
              <a:gd name="connsiteY186" fmla="*/ 739019 h 1705557"/>
              <a:gd name="connsiteX187" fmla="*/ 7261183 w 10232859"/>
              <a:gd name="connsiteY187" fmla="*/ 746827 h 1705557"/>
              <a:gd name="connsiteX188" fmla="*/ 7327760 w 10232859"/>
              <a:gd name="connsiteY188" fmla="*/ 757100 h 1705557"/>
              <a:gd name="connsiteX189" fmla="*/ 7412222 w 10232859"/>
              <a:gd name="connsiteY189" fmla="*/ 777001 h 1705557"/>
              <a:gd name="connsiteX190" fmla="*/ 7457904 w 10232859"/>
              <a:gd name="connsiteY190" fmla="*/ 810835 h 1705557"/>
              <a:gd name="connsiteX191" fmla="*/ 7465795 w 10232859"/>
              <a:gd name="connsiteY191" fmla="*/ 809112 h 1705557"/>
              <a:gd name="connsiteX192" fmla="*/ 7505046 w 10232859"/>
              <a:gd name="connsiteY192" fmla="*/ 823031 h 1705557"/>
              <a:gd name="connsiteX193" fmla="*/ 7623220 w 10232859"/>
              <a:gd name="connsiteY193" fmla="*/ 895034 h 1705557"/>
              <a:gd name="connsiteX194" fmla="*/ 7700458 w 10232859"/>
              <a:gd name="connsiteY194" fmla="*/ 921593 h 1705557"/>
              <a:gd name="connsiteX195" fmla="*/ 7730988 w 10232859"/>
              <a:gd name="connsiteY195" fmla="*/ 927270 h 1705557"/>
              <a:gd name="connsiteX196" fmla="*/ 7781942 w 10232859"/>
              <a:gd name="connsiteY196" fmla="*/ 937017 h 1705557"/>
              <a:gd name="connsiteX197" fmla="*/ 7827704 w 10232859"/>
              <a:gd name="connsiteY197" fmla="*/ 935072 h 1705557"/>
              <a:gd name="connsiteX198" fmla="*/ 7867270 w 10232859"/>
              <a:gd name="connsiteY198" fmla="*/ 946880 h 1705557"/>
              <a:gd name="connsiteX199" fmla="*/ 7866538 w 10232859"/>
              <a:gd name="connsiteY199" fmla="*/ 961559 h 1705557"/>
              <a:gd name="connsiteX200" fmla="*/ 7912084 w 10232859"/>
              <a:gd name="connsiteY200" fmla="*/ 970314 h 1705557"/>
              <a:gd name="connsiteX201" fmla="*/ 7982264 w 10232859"/>
              <a:gd name="connsiteY201" fmla="*/ 982287 h 1705557"/>
              <a:gd name="connsiteX202" fmla="*/ 7991272 w 10232859"/>
              <a:gd name="connsiteY202" fmla="*/ 987618 h 1705557"/>
              <a:gd name="connsiteX203" fmla="*/ 8006496 w 10232859"/>
              <a:gd name="connsiteY203" fmla="*/ 979353 h 1705557"/>
              <a:gd name="connsiteX204" fmla="*/ 8034497 w 10232859"/>
              <a:gd name="connsiteY204" fmla="*/ 978568 h 1705557"/>
              <a:gd name="connsiteX205" fmla="*/ 8150881 w 10232859"/>
              <a:gd name="connsiteY205" fmla="*/ 996925 h 1705557"/>
              <a:gd name="connsiteX206" fmla="*/ 8172106 w 10232859"/>
              <a:gd name="connsiteY206" fmla="*/ 997026 h 1705557"/>
              <a:gd name="connsiteX207" fmla="*/ 8196076 w 10232859"/>
              <a:gd name="connsiteY207" fmla="*/ 1006592 h 1705557"/>
              <a:gd name="connsiteX208" fmla="*/ 8247463 w 10232859"/>
              <a:gd name="connsiteY208" fmla="*/ 1022846 h 1705557"/>
              <a:gd name="connsiteX209" fmla="*/ 8279272 w 10232859"/>
              <a:gd name="connsiteY209" fmla="*/ 1039435 h 1705557"/>
              <a:gd name="connsiteX210" fmla="*/ 8289611 w 10232859"/>
              <a:gd name="connsiteY210" fmla="*/ 1035144 h 1705557"/>
              <a:gd name="connsiteX211" fmla="*/ 8311483 w 10232859"/>
              <a:gd name="connsiteY211" fmla="*/ 1035913 h 1705557"/>
              <a:gd name="connsiteX212" fmla="*/ 8399489 w 10232859"/>
              <a:gd name="connsiteY212" fmla="*/ 1055076 h 1705557"/>
              <a:gd name="connsiteX213" fmla="*/ 8415973 w 10232859"/>
              <a:gd name="connsiteY213" fmla="*/ 1056174 h 1705557"/>
              <a:gd name="connsiteX214" fmla="*/ 8433326 w 10232859"/>
              <a:gd name="connsiteY214" fmla="*/ 1064395 h 1705557"/>
              <a:gd name="connsiteX215" fmla="*/ 8502328 w 10232859"/>
              <a:gd name="connsiteY215" fmla="*/ 1098012 h 1705557"/>
              <a:gd name="connsiteX216" fmla="*/ 8534346 w 10232859"/>
              <a:gd name="connsiteY216" fmla="*/ 1113494 h 1705557"/>
              <a:gd name="connsiteX217" fmla="*/ 8534980 w 10232859"/>
              <a:gd name="connsiteY217" fmla="*/ 1117375 h 1705557"/>
              <a:gd name="connsiteX218" fmla="*/ 8544104 w 10232859"/>
              <a:gd name="connsiteY218" fmla="*/ 1114920 h 1705557"/>
              <a:gd name="connsiteX219" fmla="*/ 8567742 w 10232859"/>
              <a:gd name="connsiteY219" fmla="*/ 1124104 h 1705557"/>
              <a:gd name="connsiteX220" fmla="*/ 8633779 w 10232859"/>
              <a:gd name="connsiteY220" fmla="*/ 1145740 h 1705557"/>
              <a:gd name="connsiteX221" fmla="*/ 8676965 w 10232859"/>
              <a:gd name="connsiteY221" fmla="*/ 1163463 h 1705557"/>
              <a:gd name="connsiteX222" fmla="*/ 8698944 w 10232859"/>
              <a:gd name="connsiteY222" fmla="*/ 1163453 h 1705557"/>
              <a:gd name="connsiteX223" fmla="*/ 8711456 w 10232859"/>
              <a:gd name="connsiteY223" fmla="*/ 1175731 h 1705557"/>
              <a:gd name="connsiteX224" fmla="*/ 8732793 w 10232859"/>
              <a:gd name="connsiteY224" fmla="*/ 1179486 h 1705557"/>
              <a:gd name="connsiteX225" fmla="*/ 8751897 w 10232859"/>
              <a:gd name="connsiteY225" fmla="*/ 1197400 h 1705557"/>
              <a:gd name="connsiteX226" fmla="*/ 8793564 w 10232859"/>
              <a:gd name="connsiteY226" fmla="*/ 1179086 h 1705557"/>
              <a:gd name="connsiteX227" fmla="*/ 8834270 w 10232859"/>
              <a:gd name="connsiteY227" fmla="*/ 1213138 h 1705557"/>
              <a:gd name="connsiteX228" fmla="*/ 8853872 w 10232859"/>
              <a:gd name="connsiteY228" fmla="*/ 1221228 h 1705557"/>
              <a:gd name="connsiteX229" fmla="*/ 8861901 w 10232859"/>
              <a:gd name="connsiteY229" fmla="*/ 1217889 h 1705557"/>
              <a:gd name="connsiteX230" fmla="*/ 8874168 w 10232859"/>
              <a:gd name="connsiteY230" fmla="*/ 1220481 h 1705557"/>
              <a:gd name="connsiteX231" fmla="*/ 8871123 w 10232859"/>
              <a:gd name="connsiteY231" fmla="*/ 1227674 h 1705557"/>
              <a:gd name="connsiteX232" fmla="*/ 8903537 w 10232859"/>
              <a:gd name="connsiteY232" fmla="*/ 1237102 h 1705557"/>
              <a:gd name="connsiteX233" fmla="*/ 8933767 w 10232859"/>
              <a:gd name="connsiteY233" fmla="*/ 1269882 h 1705557"/>
              <a:gd name="connsiteX234" fmla="*/ 8985765 w 10232859"/>
              <a:gd name="connsiteY234" fmla="*/ 1294178 h 1705557"/>
              <a:gd name="connsiteX235" fmla="*/ 9071444 w 10232859"/>
              <a:gd name="connsiteY235" fmla="*/ 1323819 h 1705557"/>
              <a:gd name="connsiteX236" fmla="*/ 9096711 w 10232859"/>
              <a:gd name="connsiteY236" fmla="*/ 1334291 h 1705557"/>
              <a:gd name="connsiteX237" fmla="*/ 9338853 w 10232859"/>
              <a:gd name="connsiteY237" fmla="*/ 1454560 h 1705557"/>
              <a:gd name="connsiteX238" fmla="*/ 9520814 w 10232859"/>
              <a:gd name="connsiteY238" fmla="*/ 1456341 h 1705557"/>
              <a:gd name="connsiteX239" fmla="*/ 9702271 w 10232859"/>
              <a:gd name="connsiteY239" fmla="*/ 1495067 h 1705557"/>
              <a:gd name="connsiteX240" fmla="*/ 9744273 w 10232859"/>
              <a:gd name="connsiteY240" fmla="*/ 1530026 h 1705557"/>
              <a:gd name="connsiteX241" fmla="*/ 9771903 w 10232859"/>
              <a:gd name="connsiteY241" fmla="*/ 1536548 h 1705557"/>
              <a:gd name="connsiteX242" fmla="*/ 9818565 w 10232859"/>
              <a:gd name="connsiteY242" fmla="*/ 1545059 h 1705557"/>
              <a:gd name="connsiteX243" fmla="*/ 9882202 w 10232859"/>
              <a:gd name="connsiteY243" fmla="*/ 1572402 h 1705557"/>
              <a:gd name="connsiteX244" fmla="*/ 10022025 w 10232859"/>
              <a:gd name="connsiteY244" fmla="*/ 1606210 h 1705557"/>
              <a:gd name="connsiteX245" fmla="*/ 10220406 w 10232859"/>
              <a:gd name="connsiteY245" fmla="*/ 1683519 h 1705557"/>
              <a:gd name="connsiteX246" fmla="*/ 10232859 w 10232859"/>
              <a:gd name="connsiteY246" fmla="*/ 1705557 h 1705557"/>
              <a:gd name="connsiteX247" fmla="*/ 0 w 10232859"/>
              <a:gd name="connsiteY247" fmla="*/ 1705557 h 1705557"/>
              <a:gd name="connsiteX248" fmla="*/ 0 w 10232859"/>
              <a:gd name="connsiteY248" fmla="*/ 28342 h 1705557"/>
              <a:gd name="connsiteX249" fmla="*/ 8097 w 10232859"/>
              <a:gd name="connsiteY249" fmla="*/ 30869 h 1705557"/>
              <a:gd name="connsiteX250" fmla="*/ 77128 w 10232859"/>
              <a:gd name="connsiteY250" fmla="*/ 13381 h 1705557"/>
              <a:gd name="connsiteX251" fmla="*/ 188338 w 10232859"/>
              <a:gd name="connsiteY251" fmla="*/ 11593 h 1705557"/>
              <a:gd name="connsiteX252" fmla="*/ 298809 w 10232859"/>
              <a:gd name="connsiteY252" fmla="*/ 12712 h 1705557"/>
              <a:gd name="connsiteX253" fmla="*/ 338985 w 10232859"/>
              <a:gd name="connsiteY253" fmla="*/ 14520 h 1705557"/>
              <a:gd name="connsiteX254" fmla="*/ 409815 w 10232859"/>
              <a:gd name="connsiteY254" fmla="*/ 11559 h 1705557"/>
              <a:gd name="connsiteX255" fmla="*/ 424169 w 10232859"/>
              <a:gd name="connsiteY255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90341 w 10232859"/>
              <a:gd name="connsiteY50" fmla="*/ 217588 h 1705557"/>
              <a:gd name="connsiteX51" fmla="*/ 2588929 w 10232859"/>
              <a:gd name="connsiteY51" fmla="*/ 207494 h 1705557"/>
              <a:gd name="connsiteX52" fmla="*/ 2687426 w 10232859"/>
              <a:gd name="connsiteY52" fmla="*/ 200362 h 1705557"/>
              <a:gd name="connsiteX53" fmla="*/ 2723517 w 10232859"/>
              <a:gd name="connsiteY53" fmla="*/ 199166 h 1705557"/>
              <a:gd name="connsiteX54" fmla="*/ 2785956 w 10232859"/>
              <a:gd name="connsiteY54" fmla="*/ 190918 h 1705557"/>
              <a:gd name="connsiteX55" fmla="*/ 2813378 w 10232859"/>
              <a:gd name="connsiteY55" fmla="*/ 183347 h 1705557"/>
              <a:gd name="connsiteX56" fmla="*/ 2814782 w 10232859"/>
              <a:gd name="connsiteY56" fmla="*/ 183667 h 1705557"/>
              <a:gd name="connsiteX57" fmla="*/ 2816580 w 10232859"/>
              <a:gd name="connsiteY57" fmla="*/ 180880 h 1705557"/>
              <a:gd name="connsiteX58" fmla="*/ 2821623 w 10232859"/>
              <a:gd name="connsiteY58" fmla="*/ 179389 h 1705557"/>
              <a:gd name="connsiteX59" fmla="*/ 2836688 w 10232859"/>
              <a:gd name="connsiteY59" fmla="*/ 179485 h 1705557"/>
              <a:gd name="connsiteX60" fmla="*/ 2842564 w 10232859"/>
              <a:gd name="connsiteY60" fmla="*/ 180209 h 1705557"/>
              <a:gd name="connsiteX61" fmla="*/ 2850712 w 10232859"/>
              <a:gd name="connsiteY61" fmla="*/ 179804 h 1705557"/>
              <a:gd name="connsiteX62" fmla="*/ 2850846 w 10232859"/>
              <a:gd name="connsiteY62" fmla="*/ 179576 h 1705557"/>
              <a:gd name="connsiteX63" fmla="*/ 2858611 w 10232859"/>
              <a:gd name="connsiteY63" fmla="*/ 179626 h 1705557"/>
              <a:gd name="connsiteX64" fmla="*/ 2897454 w 10232859"/>
              <a:gd name="connsiteY64" fmla="*/ 182628 h 1705557"/>
              <a:gd name="connsiteX65" fmla="*/ 2940369 w 10232859"/>
              <a:gd name="connsiteY65" fmla="*/ 159458 h 1705557"/>
              <a:gd name="connsiteX66" fmla="*/ 2959670 w 10232859"/>
              <a:gd name="connsiteY66" fmla="*/ 154881 h 1705557"/>
              <a:gd name="connsiteX67" fmla="*/ 2969615 w 10232859"/>
              <a:gd name="connsiteY67" fmla="*/ 151269 h 1705557"/>
              <a:gd name="connsiteX68" fmla="*/ 2970000 w 10232859"/>
              <a:gd name="connsiteY68" fmla="*/ 150290 h 1705557"/>
              <a:gd name="connsiteX69" fmla="*/ 3007272 w 10232859"/>
              <a:gd name="connsiteY69" fmla="*/ 153280 h 1705557"/>
              <a:gd name="connsiteX70" fmla="*/ 3011677 w 10232859"/>
              <a:gd name="connsiteY70" fmla="*/ 151918 h 1705557"/>
              <a:gd name="connsiteX71" fmla="*/ 3036668 w 10232859"/>
              <a:gd name="connsiteY71" fmla="*/ 156118 h 1705557"/>
              <a:gd name="connsiteX72" fmla="*/ 3049208 w 10232859"/>
              <a:gd name="connsiteY72" fmla="*/ 157087 h 1705557"/>
              <a:gd name="connsiteX73" fmla="*/ 3053517 w 10232859"/>
              <a:gd name="connsiteY73" fmla="*/ 159836 h 1705557"/>
              <a:gd name="connsiteX74" fmla="*/ 3071637 w 10232859"/>
              <a:gd name="connsiteY74" fmla="*/ 160010 h 1705557"/>
              <a:gd name="connsiteX75" fmla="*/ 3110077 w 10232859"/>
              <a:gd name="connsiteY75" fmla="*/ 155716 h 1705557"/>
              <a:gd name="connsiteX76" fmla="*/ 3173743 w 10232859"/>
              <a:gd name="connsiteY76" fmla="*/ 166095 h 1705557"/>
              <a:gd name="connsiteX77" fmla="*/ 3254203 w 10232859"/>
              <a:gd name="connsiteY77" fmla="*/ 158270 h 1705557"/>
              <a:gd name="connsiteX78" fmla="*/ 3380350 w 10232859"/>
              <a:gd name="connsiteY78" fmla="*/ 157665 h 1705557"/>
              <a:gd name="connsiteX79" fmla="*/ 3476147 w 10232859"/>
              <a:gd name="connsiteY79" fmla="*/ 177439 h 1705557"/>
              <a:gd name="connsiteX80" fmla="*/ 3581876 w 10232859"/>
              <a:gd name="connsiteY80" fmla="*/ 156962 h 1705557"/>
              <a:gd name="connsiteX81" fmla="*/ 3704761 w 10232859"/>
              <a:gd name="connsiteY81" fmla="*/ 157006 h 1705557"/>
              <a:gd name="connsiteX82" fmla="*/ 3755040 w 10232859"/>
              <a:gd name="connsiteY82" fmla="*/ 148492 h 1705557"/>
              <a:gd name="connsiteX83" fmla="*/ 3804689 w 10232859"/>
              <a:gd name="connsiteY83" fmla="*/ 158407 h 1705557"/>
              <a:gd name="connsiteX84" fmla="*/ 3821793 w 10232859"/>
              <a:gd name="connsiteY84" fmla="*/ 151257 h 1705557"/>
              <a:gd name="connsiteX85" fmla="*/ 3824682 w 10232859"/>
              <a:gd name="connsiteY85" fmla="*/ 149833 h 1705557"/>
              <a:gd name="connsiteX86" fmla="*/ 3837536 w 10232859"/>
              <a:gd name="connsiteY86" fmla="*/ 148292 h 1705557"/>
              <a:gd name="connsiteX87" fmla="*/ 3839550 w 10232859"/>
              <a:gd name="connsiteY87" fmla="*/ 142661 h 1705557"/>
              <a:gd name="connsiteX88" fmla="*/ 3857743 w 10232859"/>
              <a:gd name="connsiteY88" fmla="*/ 136618 h 1705557"/>
              <a:gd name="connsiteX89" fmla="*/ 3881852 w 10232859"/>
              <a:gd name="connsiteY89" fmla="*/ 135231 h 1705557"/>
              <a:gd name="connsiteX90" fmla="*/ 3998088 w 10232859"/>
              <a:gd name="connsiteY90" fmla="*/ 134446 h 1705557"/>
              <a:gd name="connsiteX91" fmla="*/ 4066682 w 10232859"/>
              <a:gd name="connsiteY91" fmla="*/ 130661 h 1705557"/>
              <a:gd name="connsiteX92" fmla="*/ 4091246 w 10232859"/>
              <a:gd name="connsiteY92" fmla="*/ 124017 h 1705557"/>
              <a:gd name="connsiteX93" fmla="*/ 4126556 w 10232859"/>
              <a:gd name="connsiteY93" fmla="*/ 118239 h 1705557"/>
              <a:gd name="connsiteX94" fmla="*/ 4187717 w 10232859"/>
              <a:gd name="connsiteY94" fmla="*/ 104010 h 1705557"/>
              <a:gd name="connsiteX95" fmla="*/ 4220826 w 10232859"/>
              <a:gd name="connsiteY95" fmla="*/ 102505 h 1705557"/>
              <a:gd name="connsiteX96" fmla="*/ 4239014 w 10232859"/>
              <a:gd name="connsiteY96" fmla="*/ 97354 h 1705557"/>
              <a:gd name="connsiteX97" fmla="*/ 4246653 w 10232859"/>
              <a:gd name="connsiteY97" fmla="*/ 97874 h 1705557"/>
              <a:gd name="connsiteX98" fmla="*/ 4271841 w 10232859"/>
              <a:gd name="connsiteY98" fmla="*/ 96702 h 1705557"/>
              <a:gd name="connsiteX99" fmla="*/ 4286277 w 10232859"/>
              <a:gd name="connsiteY99" fmla="*/ 96687 h 1705557"/>
              <a:gd name="connsiteX100" fmla="*/ 4292025 w 10232859"/>
              <a:gd name="connsiteY100" fmla="*/ 96921 h 1705557"/>
              <a:gd name="connsiteX101" fmla="*/ 4304713 w 10232859"/>
              <a:gd name="connsiteY101" fmla="*/ 102187 h 1705557"/>
              <a:gd name="connsiteX102" fmla="*/ 4321285 w 10232859"/>
              <a:gd name="connsiteY102" fmla="*/ 100074 h 1705557"/>
              <a:gd name="connsiteX103" fmla="*/ 4339561 w 10232859"/>
              <a:gd name="connsiteY103" fmla="*/ 105320 h 1705557"/>
              <a:gd name="connsiteX104" fmla="*/ 4343990 w 10232859"/>
              <a:gd name="connsiteY104" fmla="*/ 101090 h 1705557"/>
              <a:gd name="connsiteX105" fmla="*/ 4358885 w 10232859"/>
              <a:gd name="connsiteY105" fmla="*/ 96778 h 1705557"/>
              <a:gd name="connsiteX106" fmla="*/ 4371648 w 10232859"/>
              <a:gd name="connsiteY106" fmla="*/ 101826 h 1705557"/>
              <a:gd name="connsiteX107" fmla="*/ 4398380 w 10232859"/>
              <a:gd name="connsiteY107" fmla="*/ 104961 h 1705557"/>
              <a:gd name="connsiteX108" fmla="*/ 4405729 w 10232859"/>
              <a:gd name="connsiteY108" fmla="*/ 104191 h 1705557"/>
              <a:gd name="connsiteX109" fmla="*/ 4431408 w 10232859"/>
              <a:gd name="connsiteY109" fmla="*/ 110825 h 1705557"/>
              <a:gd name="connsiteX110" fmla="*/ 4472183 w 10232859"/>
              <a:gd name="connsiteY110" fmla="*/ 116430 h 1705557"/>
              <a:gd name="connsiteX111" fmla="*/ 4518828 w 10232859"/>
              <a:gd name="connsiteY111" fmla="*/ 119114 h 1705557"/>
              <a:gd name="connsiteX112" fmla="*/ 4532040 w 10232859"/>
              <a:gd name="connsiteY112" fmla="*/ 124307 h 1705557"/>
              <a:gd name="connsiteX113" fmla="*/ 4617778 w 10232859"/>
              <a:gd name="connsiteY113" fmla="*/ 136993 h 1705557"/>
              <a:gd name="connsiteX114" fmla="*/ 4641872 w 10232859"/>
              <a:gd name="connsiteY114" fmla="*/ 140721 h 1705557"/>
              <a:gd name="connsiteX115" fmla="*/ 4662766 w 10232859"/>
              <a:gd name="connsiteY115" fmla="*/ 138952 h 1705557"/>
              <a:gd name="connsiteX116" fmla="*/ 4667770 w 10232859"/>
              <a:gd name="connsiteY116" fmla="*/ 134208 h 1705557"/>
              <a:gd name="connsiteX117" fmla="*/ 4681052 w 10232859"/>
              <a:gd name="connsiteY117" fmla="*/ 135461 h 1705557"/>
              <a:gd name="connsiteX118" fmla="*/ 4684624 w 10232859"/>
              <a:gd name="connsiteY118" fmla="*/ 134755 h 1705557"/>
              <a:gd name="connsiteX119" fmla="*/ 4705061 w 10232859"/>
              <a:gd name="connsiteY119" fmla="*/ 131748 h 1705557"/>
              <a:gd name="connsiteX120" fmla="*/ 4747746 w 10232859"/>
              <a:gd name="connsiteY120" fmla="*/ 151131 h 1705557"/>
              <a:gd name="connsiteX121" fmla="*/ 4801045 w 10232859"/>
              <a:gd name="connsiteY121" fmla="*/ 153753 h 1705557"/>
              <a:gd name="connsiteX122" fmla="*/ 5001600 w 10232859"/>
              <a:gd name="connsiteY122" fmla="*/ 196753 h 1705557"/>
              <a:gd name="connsiteX123" fmla="*/ 5033465 w 10232859"/>
              <a:gd name="connsiteY123" fmla="*/ 182429 h 1705557"/>
              <a:gd name="connsiteX124" fmla="*/ 5115965 w 10232859"/>
              <a:gd name="connsiteY124" fmla="*/ 192583 h 1705557"/>
              <a:gd name="connsiteX125" fmla="*/ 5237936 w 10232859"/>
              <a:gd name="connsiteY125" fmla="*/ 246022 h 1705557"/>
              <a:gd name="connsiteX126" fmla="*/ 5290566 w 10232859"/>
              <a:gd name="connsiteY126" fmla="*/ 269809 h 1705557"/>
              <a:gd name="connsiteX127" fmla="*/ 5344878 w 10232859"/>
              <a:gd name="connsiteY127" fmla="*/ 282874 h 1705557"/>
              <a:gd name="connsiteX128" fmla="*/ 5413398 w 10232859"/>
              <a:gd name="connsiteY128" fmla="*/ 282749 h 1705557"/>
              <a:gd name="connsiteX129" fmla="*/ 5415629 w 10232859"/>
              <a:gd name="connsiteY129" fmla="*/ 282282 h 1705557"/>
              <a:gd name="connsiteX130" fmla="*/ 5433078 w 10232859"/>
              <a:gd name="connsiteY130" fmla="*/ 286198 h 1705557"/>
              <a:gd name="connsiteX131" fmla="*/ 5435759 w 10232859"/>
              <a:gd name="connsiteY131" fmla="*/ 289614 h 1705557"/>
              <a:gd name="connsiteX132" fmla="*/ 5447372 w 10232859"/>
              <a:gd name="connsiteY132" fmla="*/ 293101 h 1705557"/>
              <a:gd name="connsiteX133" fmla="*/ 5469289 w 10232859"/>
              <a:gd name="connsiteY133" fmla="*/ 302134 h 1705557"/>
              <a:gd name="connsiteX134" fmla="*/ 5508752 w 10232859"/>
              <a:gd name="connsiteY134" fmla="*/ 312267 h 1705557"/>
              <a:gd name="connsiteX135" fmla="*/ 5509657 w 10232859"/>
              <a:gd name="connsiteY135" fmla="*/ 311450 h 1705557"/>
              <a:gd name="connsiteX136" fmla="*/ 5521245 w 10232859"/>
              <a:gd name="connsiteY136" fmla="*/ 310202 h 1705557"/>
              <a:gd name="connsiteX137" fmla="*/ 5542415 w 10232859"/>
              <a:gd name="connsiteY137" fmla="*/ 310009 h 1705557"/>
              <a:gd name="connsiteX138" fmla="*/ 5596538 w 10232859"/>
              <a:gd name="connsiteY138" fmla="*/ 297667 h 1705557"/>
              <a:gd name="connsiteX139" fmla="*/ 5632514 w 10232859"/>
              <a:gd name="connsiteY139" fmla="*/ 308476 h 1705557"/>
              <a:gd name="connsiteX140" fmla="*/ 5640005 w 10232859"/>
              <a:gd name="connsiteY140" fmla="*/ 310131 h 1705557"/>
              <a:gd name="connsiteX141" fmla="*/ 5640259 w 10232859"/>
              <a:gd name="connsiteY141" fmla="*/ 309949 h 1705557"/>
              <a:gd name="connsiteX142" fmla="*/ 5648365 w 10232859"/>
              <a:gd name="connsiteY142" fmla="*/ 311268 h 1705557"/>
              <a:gd name="connsiteX143" fmla="*/ 5653662 w 10232859"/>
              <a:gd name="connsiteY143" fmla="*/ 313149 h 1705557"/>
              <a:gd name="connsiteX144" fmla="*/ 5668196 w 10232859"/>
              <a:gd name="connsiteY144" fmla="*/ 316360 h 1705557"/>
              <a:gd name="connsiteX145" fmla="*/ 5673886 w 10232859"/>
              <a:gd name="connsiteY145" fmla="*/ 316040 h 1705557"/>
              <a:gd name="connsiteX146" fmla="*/ 5677139 w 10232859"/>
              <a:gd name="connsiteY146" fmla="*/ 313859 h 1705557"/>
              <a:gd name="connsiteX147" fmla="*/ 5708983 w 10232859"/>
              <a:gd name="connsiteY147" fmla="*/ 313188 h 1705557"/>
              <a:gd name="connsiteX148" fmla="*/ 5773909 w 10232859"/>
              <a:gd name="connsiteY148" fmla="*/ 318575 h 1705557"/>
              <a:gd name="connsiteX149" fmla="*/ 5809500 w 10232859"/>
              <a:gd name="connsiteY149" fmla="*/ 324964 h 1705557"/>
              <a:gd name="connsiteX150" fmla="*/ 5908729 w 10232859"/>
              <a:gd name="connsiteY150" fmla="*/ 338849 h 1705557"/>
              <a:gd name="connsiteX151" fmla="*/ 6009654 w 10232859"/>
              <a:gd name="connsiteY151" fmla="*/ 350040 h 1705557"/>
              <a:gd name="connsiteX152" fmla="*/ 6067487 w 10232859"/>
              <a:gd name="connsiteY152" fmla="*/ 340226 h 1705557"/>
              <a:gd name="connsiteX153" fmla="*/ 6073281 w 10232859"/>
              <a:gd name="connsiteY153" fmla="*/ 340830 h 1705557"/>
              <a:gd name="connsiteX154" fmla="*/ 6086225 w 10232859"/>
              <a:gd name="connsiteY154" fmla="*/ 346135 h 1705557"/>
              <a:gd name="connsiteX155" fmla="*/ 6105063 w 10232859"/>
              <a:gd name="connsiteY155" fmla="*/ 353854 h 1705557"/>
              <a:gd name="connsiteX156" fmla="*/ 6135796 w 10232859"/>
              <a:gd name="connsiteY156" fmla="*/ 369657 h 1705557"/>
              <a:gd name="connsiteX157" fmla="*/ 6195166 w 10232859"/>
              <a:gd name="connsiteY157" fmla="*/ 366704 h 1705557"/>
              <a:gd name="connsiteX158" fmla="*/ 6216259 w 10232859"/>
              <a:gd name="connsiteY158" fmla="*/ 369879 h 1705557"/>
              <a:gd name="connsiteX159" fmla="*/ 6228331 w 10232859"/>
              <a:gd name="connsiteY159" fmla="*/ 370548 h 1705557"/>
              <a:gd name="connsiteX160" fmla="*/ 6229602 w 10232859"/>
              <a:gd name="connsiteY160" fmla="*/ 369928 h 1705557"/>
              <a:gd name="connsiteX161" fmla="*/ 6258988 w 10232859"/>
              <a:gd name="connsiteY161" fmla="*/ 385174 h 1705557"/>
              <a:gd name="connsiteX162" fmla="*/ 6264106 w 10232859"/>
              <a:gd name="connsiteY162" fmla="*/ 385655 h 1705557"/>
              <a:gd name="connsiteX163" fmla="*/ 6281703 w 10232859"/>
              <a:gd name="connsiteY163" fmla="*/ 397568 h 1705557"/>
              <a:gd name="connsiteX164" fmla="*/ 6291622 w 10232859"/>
              <a:gd name="connsiteY164" fmla="*/ 402669 h 1705557"/>
              <a:gd name="connsiteX165" fmla="*/ 6292712 w 10232859"/>
              <a:gd name="connsiteY165" fmla="*/ 406285 h 1705557"/>
              <a:gd name="connsiteX166" fmla="*/ 6308227 w 10232859"/>
              <a:gd name="connsiteY166" fmla="*/ 412710 h 1705557"/>
              <a:gd name="connsiteX167" fmla="*/ 6328981 w 10232859"/>
              <a:gd name="connsiteY167" fmla="*/ 416009 h 1705557"/>
              <a:gd name="connsiteX168" fmla="*/ 6368693 w 10232859"/>
              <a:gd name="connsiteY168" fmla="*/ 424359 h 1705557"/>
              <a:gd name="connsiteX169" fmla="*/ 6414811 w 10232859"/>
              <a:gd name="connsiteY169" fmla="*/ 458714 h 1705557"/>
              <a:gd name="connsiteX170" fmla="*/ 6467879 w 10232859"/>
              <a:gd name="connsiteY170" fmla="*/ 474762 h 1705557"/>
              <a:gd name="connsiteX171" fmla="*/ 6564351 w 10232859"/>
              <a:gd name="connsiteY171" fmla="*/ 544032 h 1705557"/>
              <a:gd name="connsiteX172" fmla="*/ 6711178 w 10232859"/>
              <a:gd name="connsiteY172" fmla="*/ 580124 h 1705557"/>
              <a:gd name="connsiteX173" fmla="*/ 6764036 w 10232859"/>
              <a:gd name="connsiteY173" fmla="*/ 595457 h 1705557"/>
              <a:gd name="connsiteX174" fmla="*/ 6858983 w 10232859"/>
              <a:gd name="connsiteY174" fmla="*/ 630237 h 1705557"/>
              <a:gd name="connsiteX175" fmla="*/ 6910661 w 10232859"/>
              <a:gd name="connsiteY175" fmla="*/ 641134 h 1705557"/>
              <a:gd name="connsiteX176" fmla="*/ 6944111 w 10232859"/>
              <a:gd name="connsiteY176" fmla="*/ 666016 h 1705557"/>
              <a:gd name="connsiteX177" fmla="*/ 6965771 w 10232859"/>
              <a:gd name="connsiteY177" fmla="*/ 666445 h 1705557"/>
              <a:gd name="connsiteX178" fmla="*/ 6969639 w 10232859"/>
              <a:gd name="connsiteY178" fmla="*/ 666351 h 1705557"/>
              <a:gd name="connsiteX179" fmla="*/ 6982242 w 10232859"/>
              <a:gd name="connsiteY179" fmla="*/ 669626 h 1705557"/>
              <a:gd name="connsiteX180" fmla="*/ 6989387 w 10232859"/>
              <a:gd name="connsiteY180" fmla="*/ 665988 h 1705557"/>
              <a:gd name="connsiteX181" fmla="*/ 7010930 w 10232859"/>
              <a:gd name="connsiteY181" fmla="*/ 667648 h 1705557"/>
              <a:gd name="connsiteX182" fmla="*/ 7033125 w 10232859"/>
              <a:gd name="connsiteY182" fmla="*/ 674950 h 1705557"/>
              <a:gd name="connsiteX183" fmla="*/ 7134461 w 10232859"/>
              <a:gd name="connsiteY183" fmla="*/ 714706 h 1705557"/>
              <a:gd name="connsiteX184" fmla="*/ 7197450 w 10232859"/>
              <a:gd name="connsiteY184" fmla="*/ 735608 h 1705557"/>
              <a:gd name="connsiteX185" fmla="*/ 7225084 w 10232859"/>
              <a:gd name="connsiteY185" fmla="*/ 739019 h 1705557"/>
              <a:gd name="connsiteX186" fmla="*/ 7261183 w 10232859"/>
              <a:gd name="connsiteY186" fmla="*/ 746827 h 1705557"/>
              <a:gd name="connsiteX187" fmla="*/ 7327760 w 10232859"/>
              <a:gd name="connsiteY187" fmla="*/ 757100 h 1705557"/>
              <a:gd name="connsiteX188" fmla="*/ 7412222 w 10232859"/>
              <a:gd name="connsiteY188" fmla="*/ 777001 h 1705557"/>
              <a:gd name="connsiteX189" fmla="*/ 7457904 w 10232859"/>
              <a:gd name="connsiteY189" fmla="*/ 810835 h 1705557"/>
              <a:gd name="connsiteX190" fmla="*/ 7465795 w 10232859"/>
              <a:gd name="connsiteY190" fmla="*/ 809112 h 1705557"/>
              <a:gd name="connsiteX191" fmla="*/ 7505046 w 10232859"/>
              <a:gd name="connsiteY191" fmla="*/ 823031 h 1705557"/>
              <a:gd name="connsiteX192" fmla="*/ 7623220 w 10232859"/>
              <a:gd name="connsiteY192" fmla="*/ 895034 h 1705557"/>
              <a:gd name="connsiteX193" fmla="*/ 7700458 w 10232859"/>
              <a:gd name="connsiteY193" fmla="*/ 921593 h 1705557"/>
              <a:gd name="connsiteX194" fmla="*/ 7730988 w 10232859"/>
              <a:gd name="connsiteY194" fmla="*/ 927270 h 1705557"/>
              <a:gd name="connsiteX195" fmla="*/ 7781942 w 10232859"/>
              <a:gd name="connsiteY195" fmla="*/ 937017 h 1705557"/>
              <a:gd name="connsiteX196" fmla="*/ 7827704 w 10232859"/>
              <a:gd name="connsiteY196" fmla="*/ 935072 h 1705557"/>
              <a:gd name="connsiteX197" fmla="*/ 7867270 w 10232859"/>
              <a:gd name="connsiteY197" fmla="*/ 946880 h 1705557"/>
              <a:gd name="connsiteX198" fmla="*/ 7866538 w 10232859"/>
              <a:gd name="connsiteY198" fmla="*/ 961559 h 1705557"/>
              <a:gd name="connsiteX199" fmla="*/ 7912084 w 10232859"/>
              <a:gd name="connsiteY199" fmla="*/ 970314 h 1705557"/>
              <a:gd name="connsiteX200" fmla="*/ 7982264 w 10232859"/>
              <a:gd name="connsiteY200" fmla="*/ 982287 h 1705557"/>
              <a:gd name="connsiteX201" fmla="*/ 7991272 w 10232859"/>
              <a:gd name="connsiteY201" fmla="*/ 987618 h 1705557"/>
              <a:gd name="connsiteX202" fmla="*/ 8006496 w 10232859"/>
              <a:gd name="connsiteY202" fmla="*/ 979353 h 1705557"/>
              <a:gd name="connsiteX203" fmla="*/ 8034497 w 10232859"/>
              <a:gd name="connsiteY203" fmla="*/ 978568 h 1705557"/>
              <a:gd name="connsiteX204" fmla="*/ 8150881 w 10232859"/>
              <a:gd name="connsiteY204" fmla="*/ 996925 h 1705557"/>
              <a:gd name="connsiteX205" fmla="*/ 8172106 w 10232859"/>
              <a:gd name="connsiteY205" fmla="*/ 997026 h 1705557"/>
              <a:gd name="connsiteX206" fmla="*/ 8196076 w 10232859"/>
              <a:gd name="connsiteY206" fmla="*/ 1006592 h 1705557"/>
              <a:gd name="connsiteX207" fmla="*/ 8247463 w 10232859"/>
              <a:gd name="connsiteY207" fmla="*/ 1022846 h 1705557"/>
              <a:gd name="connsiteX208" fmla="*/ 8279272 w 10232859"/>
              <a:gd name="connsiteY208" fmla="*/ 1039435 h 1705557"/>
              <a:gd name="connsiteX209" fmla="*/ 8289611 w 10232859"/>
              <a:gd name="connsiteY209" fmla="*/ 1035144 h 1705557"/>
              <a:gd name="connsiteX210" fmla="*/ 8311483 w 10232859"/>
              <a:gd name="connsiteY210" fmla="*/ 1035913 h 1705557"/>
              <a:gd name="connsiteX211" fmla="*/ 8399489 w 10232859"/>
              <a:gd name="connsiteY211" fmla="*/ 1055076 h 1705557"/>
              <a:gd name="connsiteX212" fmla="*/ 8415973 w 10232859"/>
              <a:gd name="connsiteY212" fmla="*/ 1056174 h 1705557"/>
              <a:gd name="connsiteX213" fmla="*/ 8433326 w 10232859"/>
              <a:gd name="connsiteY213" fmla="*/ 1064395 h 1705557"/>
              <a:gd name="connsiteX214" fmla="*/ 8502328 w 10232859"/>
              <a:gd name="connsiteY214" fmla="*/ 1098012 h 1705557"/>
              <a:gd name="connsiteX215" fmla="*/ 8534346 w 10232859"/>
              <a:gd name="connsiteY215" fmla="*/ 1113494 h 1705557"/>
              <a:gd name="connsiteX216" fmla="*/ 8534980 w 10232859"/>
              <a:gd name="connsiteY216" fmla="*/ 1117375 h 1705557"/>
              <a:gd name="connsiteX217" fmla="*/ 8544104 w 10232859"/>
              <a:gd name="connsiteY217" fmla="*/ 1114920 h 1705557"/>
              <a:gd name="connsiteX218" fmla="*/ 8567742 w 10232859"/>
              <a:gd name="connsiteY218" fmla="*/ 1124104 h 1705557"/>
              <a:gd name="connsiteX219" fmla="*/ 8633779 w 10232859"/>
              <a:gd name="connsiteY219" fmla="*/ 1145740 h 1705557"/>
              <a:gd name="connsiteX220" fmla="*/ 8676965 w 10232859"/>
              <a:gd name="connsiteY220" fmla="*/ 1163463 h 1705557"/>
              <a:gd name="connsiteX221" fmla="*/ 8698944 w 10232859"/>
              <a:gd name="connsiteY221" fmla="*/ 1163453 h 1705557"/>
              <a:gd name="connsiteX222" fmla="*/ 8711456 w 10232859"/>
              <a:gd name="connsiteY222" fmla="*/ 1175731 h 1705557"/>
              <a:gd name="connsiteX223" fmla="*/ 8732793 w 10232859"/>
              <a:gd name="connsiteY223" fmla="*/ 1179486 h 1705557"/>
              <a:gd name="connsiteX224" fmla="*/ 8751897 w 10232859"/>
              <a:gd name="connsiteY224" fmla="*/ 1197400 h 1705557"/>
              <a:gd name="connsiteX225" fmla="*/ 8793564 w 10232859"/>
              <a:gd name="connsiteY225" fmla="*/ 1179086 h 1705557"/>
              <a:gd name="connsiteX226" fmla="*/ 8834270 w 10232859"/>
              <a:gd name="connsiteY226" fmla="*/ 1213138 h 1705557"/>
              <a:gd name="connsiteX227" fmla="*/ 8853872 w 10232859"/>
              <a:gd name="connsiteY227" fmla="*/ 1221228 h 1705557"/>
              <a:gd name="connsiteX228" fmla="*/ 8861901 w 10232859"/>
              <a:gd name="connsiteY228" fmla="*/ 1217889 h 1705557"/>
              <a:gd name="connsiteX229" fmla="*/ 8874168 w 10232859"/>
              <a:gd name="connsiteY229" fmla="*/ 1220481 h 1705557"/>
              <a:gd name="connsiteX230" fmla="*/ 8871123 w 10232859"/>
              <a:gd name="connsiteY230" fmla="*/ 1227674 h 1705557"/>
              <a:gd name="connsiteX231" fmla="*/ 8903537 w 10232859"/>
              <a:gd name="connsiteY231" fmla="*/ 1237102 h 1705557"/>
              <a:gd name="connsiteX232" fmla="*/ 8933767 w 10232859"/>
              <a:gd name="connsiteY232" fmla="*/ 1269882 h 1705557"/>
              <a:gd name="connsiteX233" fmla="*/ 8985765 w 10232859"/>
              <a:gd name="connsiteY233" fmla="*/ 1294178 h 1705557"/>
              <a:gd name="connsiteX234" fmla="*/ 9071444 w 10232859"/>
              <a:gd name="connsiteY234" fmla="*/ 1323819 h 1705557"/>
              <a:gd name="connsiteX235" fmla="*/ 9096711 w 10232859"/>
              <a:gd name="connsiteY235" fmla="*/ 1334291 h 1705557"/>
              <a:gd name="connsiteX236" fmla="*/ 9338853 w 10232859"/>
              <a:gd name="connsiteY236" fmla="*/ 1454560 h 1705557"/>
              <a:gd name="connsiteX237" fmla="*/ 9520814 w 10232859"/>
              <a:gd name="connsiteY237" fmla="*/ 1456341 h 1705557"/>
              <a:gd name="connsiteX238" fmla="*/ 9702271 w 10232859"/>
              <a:gd name="connsiteY238" fmla="*/ 1495067 h 1705557"/>
              <a:gd name="connsiteX239" fmla="*/ 9744273 w 10232859"/>
              <a:gd name="connsiteY239" fmla="*/ 1530026 h 1705557"/>
              <a:gd name="connsiteX240" fmla="*/ 9771903 w 10232859"/>
              <a:gd name="connsiteY240" fmla="*/ 1536548 h 1705557"/>
              <a:gd name="connsiteX241" fmla="*/ 9818565 w 10232859"/>
              <a:gd name="connsiteY241" fmla="*/ 1545059 h 1705557"/>
              <a:gd name="connsiteX242" fmla="*/ 9882202 w 10232859"/>
              <a:gd name="connsiteY242" fmla="*/ 1572402 h 1705557"/>
              <a:gd name="connsiteX243" fmla="*/ 10022025 w 10232859"/>
              <a:gd name="connsiteY243" fmla="*/ 1606210 h 1705557"/>
              <a:gd name="connsiteX244" fmla="*/ 10220406 w 10232859"/>
              <a:gd name="connsiteY244" fmla="*/ 1683519 h 1705557"/>
              <a:gd name="connsiteX245" fmla="*/ 10232859 w 10232859"/>
              <a:gd name="connsiteY245" fmla="*/ 1705557 h 1705557"/>
              <a:gd name="connsiteX246" fmla="*/ 0 w 10232859"/>
              <a:gd name="connsiteY246" fmla="*/ 1705557 h 1705557"/>
              <a:gd name="connsiteX247" fmla="*/ 0 w 10232859"/>
              <a:gd name="connsiteY247" fmla="*/ 28342 h 1705557"/>
              <a:gd name="connsiteX248" fmla="*/ 8097 w 10232859"/>
              <a:gd name="connsiteY248" fmla="*/ 30869 h 1705557"/>
              <a:gd name="connsiteX249" fmla="*/ 77128 w 10232859"/>
              <a:gd name="connsiteY249" fmla="*/ 13381 h 1705557"/>
              <a:gd name="connsiteX250" fmla="*/ 188338 w 10232859"/>
              <a:gd name="connsiteY250" fmla="*/ 11593 h 1705557"/>
              <a:gd name="connsiteX251" fmla="*/ 298809 w 10232859"/>
              <a:gd name="connsiteY251" fmla="*/ 12712 h 1705557"/>
              <a:gd name="connsiteX252" fmla="*/ 338985 w 10232859"/>
              <a:gd name="connsiteY252" fmla="*/ 14520 h 1705557"/>
              <a:gd name="connsiteX253" fmla="*/ 409815 w 10232859"/>
              <a:gd name="connsiteY253" fmla="*/ 11559 h 1705557"/>
              <a:gd name="connsiteX254" fmla="*/ 424169 w 10232859"/>
              <a:gd name="connsiteY25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90341 w 10232859"/>
              <a:gd name="connsiteY49" fmla="*/ 217588 h 1705557"/>
              <a:gd name="connsiteX50" fmla="*/ 2588929 w 10232859"/>
              <a:gd name="connsiteY50" fmla="*/ 207494 h 1705557"/>
              <a:gd name="connsiteX51" fmla="*/ 2687426 w 10232859"/>
              <a:gd name="connsiteY51" fmla="*/ 200362 h 1705557"/>
              <a:gd name="connsiteX52" fmla="*/ 2723517 w 10232859"/>
              <a:gd name="connsiteY52" fmla="*/ 199166 h 1705557"/>
              <a:gd name="connsiteX53" fmla="*/ 2785956 w 10232859"/>
              <a:gd name="connsiteY53" fmla="*/ 190918 h 1705557"/>
              <a:gd name="connsiteX54" fmla="*/ 2813378 w 10232859"/>
              <a:gd name="connsiteY54" fmla="*/ 183347 h 1705557"/>
              <a:gd name="connsiteX55" fmla="*/ 2814782 w 10232859"/>
              <a:gd name="connsiteY55" fmla="*/ 183667 h 1705557"/>
              <a:gd name="connsiteX56" fmla="*/ 2816580 w 10232859"/>
              <a:gd name="connsiteY56" fmla="*/ 180880 h 1705557"/>
              <a:gd name="connsiteX57" fmla="*/ 2821623 w 10232859"/>
              <a:gd name="connsiteY57" fmla="*/ 179389 h 1705557"/>
              <a:gd name="connsiteX58" fmla="*/ 2836688 w 10232859"/>
              <a:gd name="connsiteY58" fmla="*/ 179485 h 1705557"/>
              <a:gd name="connsiteX59" fmla="*/ 2842564 w 10232859"/>
              <a:gd name="connsiteY59" fmla="*/ 180209 h 1705557"/>
              <a:gd name="connsiteX60" fmla="*/ 2850712 w 10232859"/>
              <a:gd name="connsiteY60" fmla="*/ 179804 h 1705557"/>
              <a:gd name="connsiteX61" fmla="*/ 2850846 w 10232859"/>
              <a:gd name="connsiteY61" fmla="*/ 179576 h 1705557"/>
              <a:gd name="connsiteX62" fmla="*/ 2858611 w 10232859"/>
              <a:gd name="connsiteY62" fmla="*/ 179626 h 1705557"/>
              <a:gd name="connsiteX63" fmla="*/ 2897454 w 10232859"/>
              <a:gd name="connsiteY63" fmla="*/ 182628 h 1705557"/>
              <a:gd name="connsiteX64" fmla="*/ 2940369 w 10232859"/>
              <a:gd name="connsiteY64" fmla="*/ 159458 h 1705557"/>
              <a:gd name="connsiteX65" fmla="*/ 2959670 w 10232859"/>
              <a:gd name="connsiteY65" fmla="*/ 154881 h 1705557"/>
              <a:gd name="connsiteX66" fmla="*/ 2969615 w 10232859"/>
              <a:gd name="connsiteY66" fmla="*/ 151269 h 1705557"/>
              <a:gd name="connsiteX67" fmla="*/ 2970000 w 10232859"/>
              <a:gd name="connsiteY67" fmla="*/ 150290 h 1705557"/>
              <a:gd name="connsiteX68" fmla="*/ 3007272 w 10232859"/>
              <a:gd name="connsiteY68" fmla="*/ 153280 h 1705557"/>
              <a:gd name="connsiteX69" fmla="*/ 3011677 w 10232859"/>
              <a:gd name="connsiteY69" fmla="*/ 151918 h 1705557"/>
              <a:gd name="connsiteX70" fmla="*/ 3036668 w 10232859"/>
              <a:gd name="connsiteY70" fmla="*/ 156118 h 1705557"/>
              <a:gd name="connsiteX71" fmla="*/ 3049208 w 10232859"/>
              <a:gd name="connsiteY71" fmla="*/ 157087 h 1705557"/>
              <a:gd name="connsiteX72" fmla="*/ 3053517 w 10232859"/>
              <a:gd name="connsiteY72" fmla="*/ 159836 h 1705557"/>
              <a:gd name="connsiteX73" fmla="*/ 3071637 w 10232859"/>
              <a:gd name="connsiteY73" fmla="*/ 160010 h 1705557"/>
              <a:gd name="connsiteX74" fmla="*/ 3110077 w 10232859"/>
              <a:gd name="connsiteY74" fmla="*/ 155716 h 1705557"/>
              <a:gd name="connsiteX75" fmla="*/ 3173743 w 10232859"/>
              <a:gd name="connsiteY75" fmla="*/ 166095 h 1705557"/>
              <a:gd name="connsiteX76" fmla="*/ 3254203 w 10232859"/>
              <a:gd name="connsiteY76" fmla="*/ 158270 h 1705557"/>
              <a:gd name="connsiteX77" fmla="*/ 3380350 w 10232859"/>
              <a:gd name="connsiteY77" fmla="*/ 157665 h 1705557"/>
              <a:gd name="connsiteX78" fmla="*/ 3476147 w 10232859"/>
              <a:gd name="connsiteY78" fmla="*/ 177439 h 1705557"/>
              <a:gd name="connsiteX79" fmla="*/ 3581876 w 10232859"/>
              <a:gd name="connsiteY79" fmla="*/ 156962 h 1705557"/>
              <a:gd name="connsiteX80" fmla="*/ 3704761 w 10232859"/>
              <a:gd name="connsiteY80" fmla="*/ 157006 h 1705557"/>
              <a:gd name="connsiteX81" fmla="*/ 3755040 w 10232859"/>
              <a:gd name="connsiteY81" fmla="*/ 148492 h 1705557"/>
              <a:gd name="connsiteX82" fmla="*/ 3804689 w 10232859"/>
              <a:gd name="connsiteY82" fmla="*/ 158407 h 1705557"/>
              <a:gd name="connsiteX83" fmla="*/ 3821793 w 10232859"/>
              <a:gd name="connsiteY83" fmla="*/ 151257 h 1705557"/>
              <a:gd name="connsiteX84" fmla="*/ 3824682 w 10232859"/>
              <a:gd name="connsiteY84" fmla="*/ 149833 h 1705557"/>
              <a:gd name="connsiteX85" fmla="*/ 3837536 w 10232859"/>
              <a:gd name="connsiteY85" fmla="*/ 148292 h 1705557"/>
              <a:gd name="connsiteX86" fmla="*/ 3839550 w 10232859"/>
              <a:gd name="connsiteY86" fmla="*/ 142661 h 1705557"/>
              <a:gd name="connsiteX87" fmla="*/ 3857743 w 10232859"/>
              <a:gd name="connsiteY87" fmla="*/ 136618 h 1705557"/>
              <a:gd name="connsiteX88" fmla="*/ 3881852 w 10232859"/>
              <a:gd name="connsiteY88" fmla="*/ 135231 h 1705557"/>
              <a:gd name="connsiteX89" fmla="*/ 3998088 w 10232859"/>
              <a:gd name="connsiteY89" fmla="*/ 134446 h 1705557"/>
              <a:gd name="connsiteX90" fmla="*/ 4066682 w 10232859"/>
              <a:gd name="connsiteY90" fmla="*/ 130661 h 1705557"/>
              <a:gd name="connsiteX91" fmla="*/ 4091246 w 10232859"/>
              <a:gd name="connsiteY91" fmla="*/ 124017 h 1705557"/>
              <a:gd name="connsiteX92" fmla="*/ 4126556 w 10232859"/>
              <a:gd name="connsiteY92" fmla="*/ 118239 h 1705557"/>
              <a:gd name="connsiteX93" fmla="*/ 4187717 w 10232859"/>
              <a:gd name="connsiteY93" fmla="*/ 104010 h 1705557"/>
              <a:gd name="connsiteX94" fmla="*/ 4220826 w 10232859"/>
              <a:gd name="connsiteY94" fmla="*/ 102505 h 1705557"/>
              <a:gd name="connsiteX95" fmla="*/ 4239014 w 10232859"/>
              <a:gd name="connsiteY95" fmla="*/ 97354 h 1705557"/>
              <a:gd name="connsiteX96" fmla="*/ 4246653 w 10232859"/>
              <a:gd name="connsiteY96" fmla="*/ 97874 h 1705557"/>
              <a:gd name="connsiteX97" fmla="*/ 4271841 w 10232859"/>
              <a:gd name="connsiteY97" fmla="*/ 96702 h 1705557"/>
              <a:gd name="connsiteX98" fmla="*/ 4286277 w 10232859"/>
              <a:gd name="connsiteY98" fmla="*/ 96687 h 1705557"/>
              <a:gd name="connsiteX99" fmla="*/ 4292025 w 10232859"/>
              <a:gd name="connsiteY99" fmla="*/ 96921 h 1705557"/>
              <a:gd name="connsiteX100" fmla="*/ 4304713 w 10232859"/>
              <a:gd name="connsiteY100" fmla="*/ 102187 h 1705557"/>
              <a:gd name="connsiteX101" fmla="*/ 4321285 w 10232859"/>
              <a:gd name="connsiteY101" fmla="*/ 100074 h 1705557"/>
              <a:gd name="connsiteX102" fmla="*/ 4339561 w 10232859"/>
              <a:gd name="connsiteY102" fmla="*/ 105320 h 1705557"/>
              <a:gd name="connsiteX103" fmla="*/ 4343990 w 10232859"/>
              <a:gd name="connsiteY103" fmla="*/ 101090 h 1705557"/>
              <a:gd name="connsiteX104" fmla="*/ 4358885 w 10232859"/>
              <a:gd name="connsiteY104" fmla="*/ 96778 h 1705557"/>
              <a:gd name="connsiteX105" fmla="*/ 4371648 w 10232859"/>
              <a:gd name="connsiteY105" fmla="*/ 101826 h 1705557"/>
              <a:gd name="connsiteX106" fmla="*/ 4398380 w 10232859"/>
              <a:gd name="connsiteY106" fmla="*/ 104961 h 1705557"/>
              <a:gd name="connsiteX107" fmla="*/ 4405729 w 10232859"/>
              <a:gd name="connsiteY107" fmla="*/ 104191 h 1705557"/>
              <a:gd name="connsiteX108" fmla="*/ 4431408 w 10232859"/>
              <a:gd name="connsiteY108" fmla="*/ 110825 h 1705557"/>
              <a:gd name="connsiteX109" fmla="*/ 4472183 w 10232859"/>
              <a:gd name="connsiteY109" fmla="*/ 116430 h 1705557"/>
              <a:gd name="connsiteX110" fmla="*/ 4518828 w 10232859"/>
              <a:gd name="connsiteY110" fmla="*/ 119114 h 1705557"/>
              <a:gd name="connsiteX111" fmla="*/ 4532040 w 10232859"/>
              <a:gd name="connsiteY111" fmla="*/ 124307 h 1705557"/>
              <a:gd name="connsiteX112" fmla="*/ 4617778 w 10232859"/>
              <a:gd name="connsiteY112" fmla="*/ 136993 h 1705557"/>
              <a:gd name="connsiteX113" fmla="*/ 4641872 w 10232859"/>
              <a:gd name="connsiteY113" fmla="*/ 140721 h 1705557"/>
              <a:gd name="connsiteX114" fmla="*/ 4662766 w 10232859"/>
              <a:gd name="connsiteY114" fmla="*/ 138952 h 1705557"/>
              <a:gd name="connsiteX115" fmla="*/ 4667770 w 10232859"/>
              <a:gd name="connsiteY115" fmla="*/ 134208 h 1705557"/>
              <a:gd name="connsiteX116" fmla="*/ 4681052 w 10232859"/>
              <a:gd name="connsiteY116" fmla="*/ 135461 h 1705557"/>
              <a:gd name="connsiteX117" fmla="*/ 4684624 w 10232859"/>
              <a:gd name="connsiteY117" fmla="*/ 134755 h 1705557"/>
              <a:gd name="connsiteX118" fmla="*/ 4705061 w 10232859"/>
              <a:gd name="connsiteY118" fmla="*/ 131748 h 1705557"/>
              <a:gd name="connsiteX119" fmla="*/ 4747746 w 10232859"/>
              <a:gd name="connsiteY119" fmla="*/ 151131 h 1705557"/>
              <a:gd name="connsiteX120" fmla="*/ 4801045 w 10232859"/>
              <a:gd name="connsiteY120" fmla="*/ 153753 h 1705557"/>
              <a:gd name="connsiteX121" fmla="*/ 5001600 w 10232859"/>
              <a:gd name="connsiteY121" fmla="*/ 196753 h 1705557"/>
              <a:gd name="connsiteX122" fmla="*/ 5033465 w 10232859"/>
              <a:gd name="connsiteY122" fmla="*/ 182429 h 1705557"/>
              <a:gd name="connsiteX123" fmla="*/ 5115965 w 10232859"/>
              <a:gd name="connsiteY123" fmla="*/ 192583 h 1705557"/>
              <a:gd name="connsiteX124" fmla="*/ 5237936 w 10232859"/>
              <a:gd name="connsiteY124" fmla="*/ 246022 h 1705557"/>
              <a:gd name="connsiteX125" fmla="*/ 5290566 w 10232859"/>
              <a:gd name="connsiteY125" fmla="*/ 269809 h 1705557"/>
              <a:gd name="connsiteX126" fmla="*/ 5344878 w 10232859"/>
              <a:gd name="connsiteY126" fmla="*/ 282874 h 1705557"/>
              <a:gd name="connsiteX127" fmla="*/ 5413398 w 10232859"/>
              <a:gd name="connsiteY127" fmla="*/ 282749 h 1705557"/>
              <a:gd name="connsiteX128" fmla="*/ 5415629 w 10232859"/>
              <a:gd name="connsiteY128" fmla="*/ 282282 h 1705557"/>
              <a:gd name="connsiteX129" fmla="*/ 5433078 w 10232859"/>
              <a:gd name="connsiteY129" fmla="*/ 286198 h 1705557"/>
              <a:gd name="connsiteX130" fmla="*/ 5435759 w 10232859"/>
              <a:gd name="connsiteY130" fmla="*/ 289614 h 1705557"/>
              <a:gd name="connsiteX131" fmla="*/ 5447372 w 10232859"/>
              <a:gd name="connsiteY131" fmla="*/ 293101 h 1705557"/>
              <a:gd name="connsiteX132" fmla="*/ 5469289 w 10232859"/>
              <a:gd name="connsiteY132" fmla="*/ 302134 h 1705557"/>
              <a:gd name="connsiteX133" fmla="*/ 5508752 w 10232859"/>
              <a:gd name="connsiteY133" fmla="*/ 312267 h 1705557"/>
              <a:gd name="connsiteX134" fmla="*/ 5509657 w 10232859"/>
              <a:gd name="connsiteY134" fmla="*/ 311450 h 1705557"/>
              <a:gd name="connsiteX135" fmla="*/ 5521245 w 10232859"/>
              <a:gd name="connsiteY135" fmla="*/ 310202 h 1705557"/>
              <a:gd name="connsiteX136" fmla="*/ 5542415 w 10232859"/>
              <a:gd name="connsiteY136" fmla="*/ 310009 h 1705557"/>
              <a:gd name="connsiteX137" fmla="*/ 5596538 w 10232859"/>
              <a:gd name="connsiteY137" fmla="*/ 297667 h 1705557"/>
              <a:gd name="connsiteX138" fmla="*/ 5632514 w 10232859"/>
              <a:gd name="connsiteY138" fmla="*/ 308476 h 1705557"/>
              <a:gd name="connsiteX139" fmla="*/ 5640005 w 10232859"/>
              <a:gd name="connsiteY139" fmla="*/ 310131 h 1705557"/>
              <a:gd name="connsiteX140" fmla="*/ 5640259 w 10232859"/>
              <a:gd name="connsiteY140" fmla="*/ 309949 h 1705557"/>
              <a:gd name="connsiteX141" fmla="*/ 5648365 w 10232859"/>
              <a:gd name="connsiteY141" fmla="*/ 311268 h 1705557"/>
              <a:gd name="connsiteX142" fmla="*/ 5653662 w 10232859"/>
              <a:gd name="connsiteY142" fmla="*/ 313149 h 1705557"/>
              <a:gd name="connsiteX143" fmla="*/ 5668196 w 10232859"/>
              <a:gd name="connsiteY143" fmla="*/ 316360 h 1705557"/>
              <a:gd name="connsiteX144" fmla="*/ 5673886 w 10232859"/>
              <a:gd name="connsiteY144" fmla="*/ 316040 h 1705557"/>
              <a:gd name="connsiteX145" fmla="*/ 5677139 w 10232859"/>
              <a:gd name="connsiteY145" fmla="*/ 313859 h 1705557"/>
              <a:gd name="connsiteX146" fmla="*/ 5708983 w 10232859"/>
              <a:gd name="connsiteY146" fmla="*/ 313188 h 1705557"/>
              <a:gd name="connsiteX147" fmla="*/ 5773909 w 10232859"/>
              <a:gd name="connsiteY147" fmla="*/ 318575 h 1705557"/>
              <a:gd name="connsiteX148" fmla="*/ 5809500 w 10232859"/>
              <a:gd name="connsiteY148" fmla="*/ 324964 h 1705557"/>
              <a:gd name="connsiteX149" fmla="*/ 5908729 w 10232859"/>
              <a:gd name="connsiteY149" fmla="*/ 338849 h 1705557"/>
              <a:gd name="connsiteX150" fmla="*/ 6009654 w 10232859"/>
              <a:gd name="connsiteY150" fmla="*/ 350040 h 1705557"/>
              <a:gd name="connsiteX151" fmla="*/ 6067487 w 10232859"/>
              <a:gd name="connsiteY151" fmla="*/ 340226 h 1705557"/>
              <a:gd name="connsiteX152" fmla="*/ 6073281 w 10232859"/>
              <a:gd name="connsiteY152" fmla="*/ 340830 h 1705557"/>
              <a:gd name="connsiteX153" fmla="*/ 6086225 w 10232859"/>
              <a:gd name="connsiteY153" fmla="*/ 346135 h 1705557"/>
              <a:gd name="connsiteX154" fmla="*/ 6105063 w 10232859"/>
              <a:gd name="connsiteY154" fmla="*/ 353854 h 1705557"/>
              <a:gd name="connsiteX155" fmla="*/ 6135796 w 10232859"/>
              <a:gd name="connsiteY155" fmla="*/ 369657 h 1705557"/>
              <a:gd name="connsiteX156" fmla="*/ 6195166 w 10232859"/>
              <a:gd name="connsiteY156" fmla="*/ 366704 h 1705557"/>
              <a:gd name="connsiteX157" fmla="*/ 6216259 w 10232859"/>
              <a:gd name="connsiteY157" fmla="*/ 369879 h 1705557"/>
              <a:gd name="connsiteX158" fmla="*/ 6228331 w 10232859"/>
              <a:gd name="connsiteY158" fmla="*/ 370548 h 1705557"/>
              <a:gd name="connsiteX159" fmla="*/ 6229602 w 10232859"/>
              <a:gd name="connsiteY159" fmla="*/ 369928 h 1705557"/>
              <a:gd name="connsiteX160" fmla="*/ 6258988 w 10232859"/>
              <a:gd name="connsiteY160" fmla="*/ 385174 h 1705557"/>
              <a:gd name="connsiteX161" fmla="*/ 6264106 w 10232859"/>
              <a:gd name="connsiteY161" fmla="*/ 385655 h 1705557"/>
              <a:gd name="connsiteX162" fmla="*/ 6281703 w 10232859"/>
              <a:gd name="connsiteY162" fmla="*/ 397568 h 1705557"/>
              <a:gd name="connsiteX163" fmla="*/ 6291622 w 10232859"/>
              <a:gd name="connsiteY163" fmla="*/ 402669 h 1705557"/>
              <a:gd name="connsiteX164" fmla="*/ 6292712 w 10232859"/>
              <a:gd name="connsiteY164" fmla="*/ 406285 h 1705557"/>
              <a:gd name="connsiteX165" fmla="*/ 6308227 w 10232859"/>
              <a:gd name="connsiteY165" fmla="*/ 412710 h 1705557"/>
              <a:gd name="connsiteX166" fmla="*/ 6328981 w 10232859"/>
              <a:gd name="connsiteY166" fmla="*/ 416009 h 1705557"/>
              <a:gd name="connsiteX167" fmla="*/ 6368693 w 10232859"/>
              <a:gd name="connsiteY167" fmla="*/ 424359 h 1705557"/>
              <a:gd name="connsiteX168" fmla="*/ 6414811 w 10232859"/>
              <a:gd name="connsiteY168" fmla="*/ 458714 h 1705557"/>
              <a:gd name="connsiteX169" fmla="*/ 6467879 w 10232859"/>
              <a:gd name="connsiteY169" fmla="*/ 474762 h 1705557"/>
              <a:gd name="connsiteX170" fmla="*/ 6564351 w 10232859"/>
              <a:gd name="connsiteY170" fmla="*/ 544032 h 1705557"/>
              <a:gd name="connsiteX171" fmla="*/ 6711178 w 10232859"/>
              <a:gd name="connsiteY171" fmla="*/ 580124 h 1705557"/>
              <a:gd name="connsiteX172" fmla="*/ 6764036 w 10232859"/>
              <a:gd name="connsiteY172" fmla="*/ 595457 h 1705557"/>
              <a:gd name="connsiteX173" fmla="*/ 6858983 w 10232859"/>
              <a:gd name="connsiteY173" fmla="*/ 630237 h 1705557"/>
              <a:gd name="connsiteX174" fmla="*/ 6910661 w 10232859"/>
              <a:gd name="connsiteY174" fmla="*/ 641134 h 1705557"/>
              <a:gd name="connsiteX175" fmla="*/ 6944111 w 10232859"/>
              <a:gd name="connsiteY175" fmla="*/ 666016 h 1705557"/>
              <a:gd name="connsiteX176" fmla="*/ 6965771 w 10232859"/>
              <a:gd name="connsiteY176" fmla="*/ 666445 h 1705557"/>
              <a:gd name="connsiteX177" fmla="*/ 6969639 w 10232859"/>
              <a:gd name="connsiteY177" fmla="*/ 666351 h 1705557"/>
              <a:gd name="connsiteX178" fmla="*/ 6982242 w 10232859"/>
              <a:gd name="connsiteY178" fmla="*/ 669626 h 1705557"/>
              <a:gd name="connsiteX179" fmla="*/ 6989387 w 10232859"/>
              <a:gd name="connsiteY179" fmla="*/ 665988 h 1705557"/>
              <a:gd name="connsiteX180" fmla="*/ 7010930 w 10232859"/>
              <a:gd name="connsiteY180" fmla="*/ 667648 h 1705557"/>
              <a:gd name="connsiteX181" fmla="*/ 7033125 w 10232859"/>
              <a:gd name="connsiteY181" fmla="*/ 674950 h 1705557"/>
              <a:gd name="connsiteX182" fmla="*/ 7134461 w 10232859"/>
              <a:gd name="connsiteY182" fmla="*/ 714706 h 1705557"/>
              <a:gd name="connsiteX183" fmla="*/ 7197450 w 10232859"/>
              <a:gd name="connsiteY183" fmla="*/ 735608 h 1705557"/>
              <a:gd name="connsiteX184" fmla="*/ 7225084 w 10232859"/>
              <a:gd name="connsiteY184" fmla="*/ 739019 h 1705557"/>
              <a:gd name="connsiteX185" fmla="*/ 7261183 w 10232859"/>
              <a:gd name="connsiteY185" fmla="*/ 746827 h 1705557"/>
              <a:gd name="connsiteX186" fmla="*/ 7327760 w 10232859"/>
              <a:gd name="connsiteY186" fmla="*/ 757100 h 1705557"/>
              <a:gd name="connsiteX187" fmla="*/ 7412222 w 10232859"/>
              <a:gd name="connsiteY187" fmla="*/ 777001 h 1705557"/>
              <a:gd name="connsiteX188" fmla="*/ 7457904 w 10232859"/>
              <a:gd name="connsiteY188" fmla="*/ 810835 h 1705557"/>
              <a:gd name="connsiteX189" fmla="*/ 7465795 w 10232859"/>
              <a:gd name="connsiteY189" fmla="*/ 809112 h 1705557"/>
              <a:gd name="connsiteX190" fmla="*/ 7505046 w 10232859"/>
              <a:gd name="connsiteY190" fmla="*/ 823031 h 1705557"/>
              <a:gd name="connsiteX191" fmla="*/ 7623220 w 10232859"/>
              <a:gd name="connsiteY191" fmla="*/ 895034 h 1705557"/>
              <a:gd name="connsiteX192" fmla="*/ 7700458 w 10232859"/>
              <a:gd name="connsiteY192" fmla="*/ 921593 h 1705557"/>
              <a:gd name="connsiteX193" fmla="*/ 7730988 w 10232859"/>
              <a:gd name="connsiteY193" fmla="*/ 927270 h 1705557"/>
              <a:gd name="connsiteX194" fmla="*/ 7781942 w 10232859"/>
              <a:gd name="connsiteY194" fmla="*/ 937017 h 1705557"/>
              <a:gd name="connsiteX195" fmla="*/ 7827704 w 10232859"/>
              <a:gd name="connsiteY195" fmla="*/ 935072 h 1705557"/>
              <a:gd name="connsiteX196" fmla="*/ 7867270 w 10232859"/>
              <a:gd name="connsiteY196" fmla="*/ 946880 h 1705557"/>
              <a:gd name="connsiteX197" fmla="*/ 7866538 w 10232859"/>
              <a:gd name="connsiteY197" fmla="*/ 961559 h 1705557"/>
              <a:gd name="connsiteX198" fmla="*/ 7912084 w 10232859"/>
              <a:gd name="connsiteY198" fmla="*/ 970314 h 1705557"/>
              <a:gd name="connsiteX199" fmla="*/ 7982264 w 10232859"/>
              <a:gd name="connsiteY199" fmla="*/ 982287 h 1705557"/>
              <a:gd name="connsiteX200" fmla="*/ 7991272 w 10232859"/>
              <a:gd name="connsiteY200" fmla="*/ 987618 h 1705557"/>
              <a:gd name="connsiteX201" fmla="*/ 8006496 w 10232859"/>
              <a:gd name="connsiteY201" fmla="*/ 979353 h 1705557"/>
              <a:gd name="connsiteX202" fmla="*/ 8034497 w 10232859"/>
              <a:gd name="connsiteY202" fmla="*/ 978568 h 1705557"/>
              <a:gd name="connsiteX203" fmla="*/ 8150881 w 10232859"/>
              <a:gd name="connsiteY203" fmla="*/ 996925 h 1705557"/>
              <a:gd name="connsiteX204" fmla="*/ 8172106 w 10232859"/>
              <a:gd name="connsiteY204" fmla="*/ 997026 h 1705557"/>
              <a:gd name="connsiteX205" fmla="*/ 8196076 w 10232859"/>
              <a:gd name="connsiteY205" fmla="*/ 1006592 h 1705557"/>
              <a:gd name="connsiteX206" fmla="*/ 8247463 w 10232859"/>
              <a:gd name="connsiteY206" fmla="*/ 1022846 h 1705557"/>
              <a:gd name="connsiteX207" fmla="*/ 8279272 w 10232859"/>
              <a:gd name="connsiteY207" fmla="*/ 1039435 h 1705557"/>
              <a:gd name="connsiteX208" fmla="*/ 8289611 w 10232859"/>
              <a:gd name="connsiteY208" fmla="*/ 1035144 h 1705557"/>
              <a:gd name="connsiteX209" fmla="*/ 8311483 w 10232859"/>
              <a:gd name="connsiteY209" fmla="*/ 1035913 h 1705557"/>
              <a:gd name="connsiteX210" fmla="*/ 8399489 w 10232859"/>
              <a:gd name="connsiteY210" fmla="*/ 1055076 h 1705557"/>
              <a:gd name="connsiteX211" fmla="*/ 8415973 w 10232859"/>
              <a:gd name="connsiteY211" fmla="*/ 1056174 h 1705557"/>
              <a:gd name="connsiteX212" fmla="*/ 8433326 w 10232859"/>
              <a:gd name="connsiteY212" fmla="*/ 1064395 h 1705557"/>
              <a:gd name="connsiteX213" fmla="*/ 8502328 w 10232859"/>
              <a:gd name="connsiteY213" fmla="*/ 1098012 h 1705557"/>
              <a:gd name="connsiteX214" fmla="*/ 8534346 w 10232859"/>
              <a:gd name="connsiteY214" fmla="*/ 1113494 h 1705557"/>
              <a:gd name="connsiteX215" fmla="*/ 8534980 w 10232859"/>
              <a:gd name="connsiteY215" fmla="*/ 1117375 h 1705557"/>
              <a:gd name="connsiteX216" fmla="*/ 8544104 w 10232859"/>
              <a:gd name="connsiteY216" fmla="*/ 1114920 h 1705557"/>
              <a:gd name="connsiteX217" fmla="*/ 8567742 w 10232859"/>
              <a:gd name="connsiteY217" fmla="*/ 1124104 h 1705557"/>
              <a:gd name="connsiteX218" fmla="*/ 8633779 w 10232859"/>
              <a:gd name="connsiteY218" fmla="*/ 1145740 h 1705557"/>
              <a:gd name="connsiteX219" fmla="*/ 8676965 w 10232859"/>
              <a:gd name="connsiteY219" fmla="*/ 1163463 h 1705557"/>
              <a:gd name="connsiteX220" fmla="*/ 8698944 w 10232859"/>
              <a:gd name="connsiteY220" fmla="*/ 1163453 h 1705557"/>
              <a:gd name="connsiteX221" fmla="*/ 8711456 w 10232859"/>
              <a:gd name="connsiteY221" fmla="*/ 1175731 h 1705557"/>
              <a:gd name="connsiteX222" fmla="*/ 8732793 w 10232859"/>
              <a:gd name="connsiteY222" fmla="*/ 1179486 h 1705557"/>
              <a:gd name="connsiteX223" fmla="*/ 8751897 w 10232859"/>
              <a:gd name="connsiteY223" fmla="*/ 1197400 h 1705557"/>
              <a:gd name="connsiteX224" fmla="*/ 8793564 w 10232859"/>
              <a:gd name="connsiteY224" fmla="*/ 1179086 h 1705557"/>
              <a:gd name="connsiteX225" fmla="*/ 8834270 w 10232859"/>
              <a:gd name="connsiteY225" fmla="*/ 1213138 h 1705557"/>
              <a:gd name="connsiteX226" fmla="*/ 8853872 w 10232859"/>
              <a:gd name="connsiteY226" fmla="*/ 1221228 h 1705557"/>
              <a:gd name="connsiteX227" fmla="*/ 8861901 w 10232859"/>
              <a:gd name="connsiteY227" fmla="*/ 1217889 h 1705557"/>
              <a:gd name="connsiteX228" fmla="*/ 8874168 w 10232859"/>
              <a:gd name="connsiteY228" fmla="*/ 1220481 h 1705557"/>
              <a:gd name="connsiteX229" fmla="*/ 8871123 w 10232859"/>
              <a:gd name="connsiteY229" fmla="*/ 1227674 h 1705557"/>
              <a:gd name="connsiteX230" fmla="*/ 8903537 w 10232859"/>
              <a:gd name="connsiteY230" fmla="*/ 1237102 h 1705557"/>
              <a:gd name="connsiteX231" fmla="*/ 8933767 w 10232859"/>
              <a:gd name="connsiteY231" fmla="*/ 1269882 h 1705557"/>
              <a:gd name="connsiteX232" fmla="*/ 8985765 w 10232859"/>
              <a:gd name="connsiteY232" fmla="*/ 1294178 h 1705557"/>
              <a:gd name="connsiteX233" fmla="*/ 9071444 w 10232859"/>
              <a:gd name="connsiteY233" fmla="*/ 1323819 h 1705557"/>
              <a:gd name="connsiteX234" fmla="*/ 9096711 w 10232859"/>
              <a:gd name="connsiteY234" fmla="*/ 1334291 h 1705557"/>
              <a:gd name="connsiteX235" fmla="*/ 9338853 w 10232859"/>
              <a:gd name="connsiteY235" fmla="*/ 1454560 h 1705557"/>
              <a:gd name="connsiteX236" fmla="*/ 9520814 w 10232859"/>
              <a:gd name="connsiteY236" fmla="*/ 1456341 h 1705557"/>
              <a:gd name="connsiteX237" fmla="*/ 9702271 w 10232859"/>
              <a:gd name="connsiteY237" fmla="*/ 1495067 h 1705557"/>
              <a:gd name="connsiteX238" fmla="*/ 9744273 w 10232859"/>
              <a:gd name="connsiteY238" fmla="*/ 1530026 h 1705557"/>
              <a:gd name="connsiteX239" fmla="*/ 9771903 w 10232859"/>
              <a:gd name="connsiteY239" fmla="*/ 1536548 h 1705557"/>
              <a:gd name="connsiteX240" fmla="*/ 9818565 w 10232859"/>
              <a:gd name="connsiteY240" fmla="*/ 1545059 h 1705557"/>
              <a:gd name="connsiteX241" fmla="*/ 9882202 w 10232859"/>
              <a:gd name="connsiteY241" fmla="*/ 1572402 h 1705557"/>
              <a:gd name="connsiteX242" fmla="*/ 10022025 w 10232859"/>
              <a:gd name="connsiteY242" fmla="*/ 1606210 h 1705557"/>
              <a:gd name="connsiteX243" fmla="*/ 10220406 w 10232859"/>
              <a:gd name="connsiteY243" fmla="*/ 1683519 h 1705557"/>
              <a:gd name="connsiteX244" fmla="*/ 10232859 w 10232859"/>
              <a:gd name="connsiteY244" fmla="*/ 1705557 h 1705557"/>
              <a:gd name="connsiteX245" fmla="*/ 0 w 10232859"/>
              <a:gd name="connsiteY245" fmla="*/ 1705557 h 1705557"/>
              <a:gd name="connsiteX246" fmla="*/ 0 w 10232859"/>
              <a:gd name="connsiteY246" fmla="*/ 28342 h 1705557"/>
              <a:gd name="connsiteX247" fmla="*/ 8097 w 10232859"/>
              <a:gd name="connsiteY247" fmla="*/ 30869 h 1705557"/>
              <a:gd name="connsiteX248" fmla="*/ 77128 w 10232859"/>
              <a:gd name="connsiteY248" fmla="*/ 13381 h 1705557"/>
              <a:gd name="connsiteX249" fmla="*/ 188338 w 10232859"/>
              <a:gd name="connsiteY249" fmla="*/ 11593 h 1705557"/>
              <a:gd name="connsiteX250" fmla="*/ 298809 w 10232859"/>
              <a:gd name="connsiteY250" fmla="*/ 12712 h 1705557"/>
              <a:gd name="connsiteX251" fmla="*/ 338985 w 10232859"/>
              <a:gd name="connsiteY251" fmla="*/ 14520 h 1705557"/>
              <a:gd name="connsiteX252" fmla="*/ 409815 w 10232859"/>
              <a:gd name="connsiteY252" fmla="*/ 11559 h 1705557"/>
              <a:gd name="connsiteX253" fmla="*/ 424169 w 10232859"/>
              <a:gd name="connsiteY253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876587 w 10232859"/>
              <a:gd name="connsiteY27" fmla="*/ 144797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909571 w 10232859"/>
              <a:gd name="connsiteY27" fmla="*/ 165085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909571 w 10232859"/>
              <a:gd name="connsiteY27" fmla="*/ 165085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909571 w 10232859"/>
              <a:gd name="connsiteY27" fmla="*/ 165085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11246 w 10232859"/>
              <a:gd name="connsiteY41" fmla="*/ 233408 h 1699043"/>
              <a:gd name="connsiteX42" fmla="*/ 2364066 w 10232859"/>
              <a:gd name="connsiteY42" fmla="*/ 218237 h 1699043"/>
              <a:gd name="connsiteX43" fmla="*/ 2400814 w 10232859"/>
              <a:gd name="connsiteY43" fmla="*/ 227165 h 1699043"/>
              <a:gd name="connsiteX44" fmla="*/ 2408414 w 10232859"/>
              <a:gd name="connsiteY44" fmla="*/ 228429 h 1699043"/>
              <a:gd name="connsiteX45" fmla="*/ 2408650 w 10232859"/>
              <a:gd name="connsiteY45" fmla="*/ 228234 h 1699043"/>
              <a:gd name="connsiteX46" fmla="*/ 2416835 w 10232859"/>
              <a:gd name="connsiteY46" fmla="*/ 229128 h 1699043"/>
              <a:gd name="connsiteX47" fmla="*/ 2422271 w 10232859"/>
              <a:gd name="connsiteY47" fmla="*/ 230733 h 1699043"/>
              <a:gd name="connsiteX48" fmla="*/ 2490341 w 10232859"/>
              <a:gd name="connsiteY48" fmla="*/ 211074 h 1699043"/>
              <a:gd name="connsiteX49" fmla="*/ 2588929 w 10232859"/>
              <a:gd name="connsiteY49" fmla="*/ 200980 h 1699043"/>
              <a:gd name="connsiteX50" fmla="*/ 2687426 w 10232859"/>
              <a:gd name="connsiteY50" fmla="*/ 193848 h 1699043"/>
              <a:gd name="connsiteX51" fmla="*/ 2723517 w 10232859"/>
              <a:gd name="connsiteY51" fmla="*/ 192652 h 1699043"/>
              <a:gd name="connsiteX52" fmla="*/ 2785956 w 10232859"/>
              <a:gd name="connsiteY52" fmla="*/ 184404 h 1699043"/>
              <a:gd name="connsiteX53" fmla="*/ 2813378 w 10232859"/>
              <a:gd name="connsiteY53" fmla="*/ 176833 h 1699043"/>
              <a:gd name="connsiteX54" fmla="*/ 2814782 w 10232859"/>
              <a:gd name="connsiteY54" fmla="*/ 177153 h 1699043"/>
              <a:gd name="connsiteX55" fmla="*/ 2816580 w 10232859"/>
              <a:gd name="connsiteY55" fmla="*/ 174366 h 1699043"/>
              <a:gd name="connsiteX56" fmla="*/ 2821623 w 10232859"/>
              <a:gd name="connsiteY56" fmla="*/ 172875 h 1699043"/>
              <a:gd name="connsiteX57" fmla="*/ 2836688 w 10232859"/>
              <a:gd name="connsiteY57" fmla="*/ 172971 h 1699043"/>
              <a:gd name="connsiteX58" fmla="*/ 2842564 w 10232859"/>
              <a:gd name="connsiteY58" fmla="*/ 173695 h 1699043"/>
              <a:gd name="connsiteX59" fmla="*/ 2850712 w 10232859"/>
              <a:gd name="connsiteY59" fmla="*/ 173290 h 1699043"/>
              <a:gd name="connsiteX60" fmla="*/ 2850846 w 10232859"/>
              <a:gd name="connsiteY60" fmla="*/ 173062 h 1699043"/>
              <a:gd name="connsiteX61" fmla="*/ 2858611 w 10232859"/>
              <a:gd name="connsiteY61" fmla="*/ 173112 h 1699043"/>
              <a:gd name="connsiteX62" fmla="*/ 2897454 w 10232859"/>
              <a:gd name="connsiteY62" fmla="*/ 176114 h 1699043"/>
              <a:gd name="connsiteX63" fmla="*/ 2940369 w 10232859"/>
              <a:gd name="connsiteY63" fmla="*/ 152944 h 1699043"/>
              <a:gd name="connsiteX64" fmla="*/ 2959670 w 10232859"/>
              <a:gd name="connsiteY64" fmla="*/ 148367 h 1699043"/>
              <a:gd name="connsiteX65" fmla="*/ 2969615 w 10232859"/>
              <a:gd name="connsiteY65" fmla="*/ 144755 h 1699043"/>
              <a:gd name="connsiteX66" fmla="*/ 2970000 w 10232859"/>
              <a:gd name="connsiteY66" fmla="*/ 143776 h 1699043"/>
              <a:gd name="connsiteX67" fmla="*/ 3007272 w 10232859"/>
              <a:gd name="connsiteY67" fmla="*/ 146766 h 1699043"/>
              <a:gd name="connsiteX68" fmla="*/ 3011677 w 10232859"/>
              <a:gd name="connsiteY68" fmla="*/ 145404 h 1699043"/>
              <a:gd name="connsiteX69" fmla="*/ 3036668 w 10232859"/>
              <a:gd name="connsiteY69" fmla="*/ 149604 h 1699043"/>
              <a:gd name="connsiteX70" fmla="*/ 3049208 w 10232859"/>
              <a:gd name="connsiteY70" fmla="*/ 150573 h 1699043"/>
              <a:gd name="connsiteX71" fmla="*/ 3053517 w 10232859"/>
              <a:gd name="connsiteY71" fmla="*/ 153322 h 1699043"/>
              <a:gd name="connsiteX72" fmla="*/ 3071637 w 10232859"/>
              <a:gd name="connsiteY72" fmla="*/ 153496 h 1699043"/>
              <a:gd name="connsiteX73" fmla="*/ 3110077 w 10232859"/>
              <a:gd name="connsiteY73" fmla="*/ 149202 h 1699043"/>
              <a:gd name="connsiteX74" fmla="*/ 3173743 w 10232859"/>
              <a:gd name="connsiteY74" fmla="*/ 159581 h 1699043"/>
              <a:gd name="connsiteX75" fmla="*/ 3254203 w 10232859"/>
              <a:gd name="connsiteY75" fmla="*/ 151756 h 1699043"/>
              <a:gd name="connsiteX76" fmla="*/ 3380350 w 10232859"/>
              <a:gd name="connsiteY76" fmla="*/ 151151 h 1699043"/>
              <a:gd name="connsiteX77" fmla="*/ 3476147 w 10232859"/>
              <a:gd name="connsiteY77" fmla="*/ 170925 h 1699043"/>
              <a:gd name="connsiteX78" fmla="*/ 3581876 w 10232859"/>
              <a:gd name="connsiteY78" fmla="*/ 150448 h 1699043"/>
              <a:gd name="connsiteX79" fmla="*/ 3704761 w 10232859"/>
              <a:gd name="connsiteY79" fmla="*/ 150492 h 1699043"/>
              <a:gd name="connsiteX80" fmla="*/ 3755040 w 10232859"/>
              <a:gd name="connsiteY80" fmla="*/ 141978 h 1699043"/>
              <a:gd name="connsiteX81" fmla="*/ 3804689 w 10232859"/>
              <a:gd name="connsiteY81" fmla="*/ 151893 h 1699043"/>
              <a:gd name="connsiteX82" fmla="*/ 3821793 w 10232859"/>
              <a:gd name="connsiteY82" fmla="*/ 144743 h 1699043"/>
              <a:gd name="connsiteX83" fmla="*/ 3824682 w 10232859"/>
              <a:gd name="connsiteY83" fmla="*/ 143319 h 1699043"/>
              <a:gd name="connsiteX84" fmla="*/ 3837536 w 10232859"/>
              <a:gd name="connsiteY84" fmla="*/ 141778 h 1699043"/>
              <a:gd name="connsiteX85" fmla="*/ 3839550 w 10232859"/>
              <a:gd name="connsiteY85" fmla="*/ 136147 h 1699043"/>
              <a:gd name="connsiteX86" fmla="*/ 3857743 w 10232859"/>
              <a:gd name="connsiteY86" fmla="*/ 130104 h 1699043"/>
              <a:gd name="connsiteX87" fmla="*/ 3881852 w 10232859"/>
              <a:gd name="connsiteY87" fmla="*/ 128717 h 1699043"/>
              <a:gd name="connsiteX88" fmla="*/ 3998088 w 10232859"/>
              <a:gd name="connsiteY88" fmla="*/ 127932 h 1699043"/>
              <a:gd name="connsiteX89" fmla="*/ 4066682 w 10232859"/>
              <a:gd name="connsiteY89" fmla="*/ 124147 h 1699043"/>
              <a:gd name="connsiteX90" fmla="*/ 4091246 w 10232859"/>
              <a:gd name="connsiteY90" fmla="*/ 117503 h 1699043"/>
              <a:gd name="connsiteX91" fmla="*/ 4126556 w 10232859"/>
              <a:gd name="connsiteY91" fmla="*/ 111725 h 1699043"/>
              <a:gd name="connsiteX92" fmla="*/ 4187717 w 10232859"/>
              <a:gd name="connsiteY92" fmla="*/ 97496 h 1699043"/>
              <a:gd name="connsiteX93" fmla="*/ 4220826 w 10232859"/>
              <a:gd name="connsiteY93" fmla="*/ 95991 h 1699043"/>
              <a:gd name="connsiteX94" fmla="*/ 4239014 w 10232859"/>
              <a:gd name="connsiteY94" fmla="*/ 90840 h 1699043"/>
              <a:gd name="connsiteX95" fmla="*/ 4246653 w 10232859"/>
              <a:gd name="connsiteY95" fmla="*/ 91360 h 1699043"/>
              <a:gd name="connsiteX96" fmla="*/ 4271841 w 10232859"/>
              <a:gd name="connsiteY96" fmla="*/ 90188 h 1699043"/>
              <a:gd name="connsiteX97" fmla="*/ 4286277 w 10232859"/>
              <a:gd name="connsiteY97" fmla="*/ 90173 h 1699043"/>
              <a:gd name="connsiteX98" fmla="*/ 4292025 w 10232859"/>
              <a:gd name="connsiteY98" fmla="*/ 90407 h 1699043"/>
              <a:gd name="connsiteX99" fmla="*/ 4304713 w 10232859"/>
              <a:gd name="connsiteY99" fmla="*/ 95673 h 1699043"/>
              <a:gd name="connsiteX100" fmla="*/ 4321285 w 10232859"/>
              <a:gd name="connsiteY100" fmla="*/ 93560 h 1699043"/>
              <a:gd name="connsiteX101" fmla="*/ 4339561 w 10232859"/>
              <a:gd name="connsiteY101" fmla="*/ 98806 h 1699043"/>
              <a:gd name="connsiteX102" fmla="*/ 4343990 w 10232859"/>
              <a:gd name="connsiteY102" fmla="*/ 94576 h 1699043"/>
              <a:gd name="connsiteX103" fmla="*/ 4358885 w 10232859"/>
              <a:gd name="connsiteY103" fmla="*/ 90264 h 1699043"/>
              <a:gd name="connsiteX104" fmla="*/ 4371648 w 10232859"/>
              <a:gd name="connsiteY104" fmla="*/ 95312 h 1699043"/>
              <a:gd name="connsiteX105" fmla="*/ 4398380 w 10232859"/>
              <a:gd name="connsiteY105" fmla="*/ 98447 h 1699043"/>
              <a:gd name="connsiteX106" fmla="*/ 4405729 w 10232859"/>
              <a:gd name="connsiteY106" fmla="*/ 97677 h 1699043"/>
              <a:gd name="connsiteX107" fmla="*/ 4431408 w 10232859"/>
              <a:gd name="connsiteY107" fmla="*/ 104311 h 1699043"/>
              <a:gd name="connsiteX108" fmla="*/ 4472183 w 10232859"/>
              <a:gd name="connsiteY108" fmla="*/ 109916 h 1699043"/>
              <a:gd name="connsiteX109" fmla="*/ 4518828 w 10232859"/>
              <a:gd name="connsiteY109" fmla="*/ 112600 h 1699043"/>
              <a:gd name="connsiteX110" fmla="*/ 4532040 w 10232859"/>
              <a:gd name="connsiteY110" fmla="*/ 117793 h 1699043"/>
              <a:gd name="connsiteX111" fmla="*/ 4617778 w 10232859"/>
              <a:gd name="connsiteY111" fmla="*/ 130479 h 1699043"/>
              <a:gd name="connsiteX112" fmla="*/ 4641872 w 10232859"/>
              <a:gd name="connsiteY112" fmla="*/ 134207 h 1699043"/>
              <a:gd name="connsiteX113" fmla="*/ 4662766 w 10232859"/>
              <a:gd name="connsiteY113" fmla="*/ 132438 h 1699043"/>
              <a:gd name="connsiteX114" fmla="*/ 4667770 w 10232859"/>
              <a:gd name="connsiteY114" fmla="*/ 127694 h 1699043"/>
              <a:gd name="connsiteX115" fmla="*/ 4681052 w 10232859"/>
              <a:gd name="connsiteY115" fmla="*/ 128947 h 1699043"/>
              <a:gd name="connsiteX116" fmla="*/ 4684624 w 10232859"/>
              <a:gd name="connsiteY116" fmla="*/ 128241 h 1699043"/>
              <a:gd name="connsiteX117" fmla="*/ 4705061 w 10232859"/>
              <a:gd name="connsiteY117" fmla="*/ 125234 h 1699043"/>
              <a:gd name="connsiteX118" fmla="*/ 4747746 w 10232859"/>
              <a:gd name="connsiteY118" fmla="*/ 144617 h 1699043"/>
              <a:gd name="connsiteX119" fmla="*/ 4801045 w 10232859"/>
              <a:gd name="connsiteY119" fmla="*/ 147239 h 1699043"/>
              <a:gd name="connsiteX120" fmla="*/ 5001600 w 10232859"/>
              <a:gd name="connsiteY120" fmla="*/ 190239 h 1699043"/>
              <a:gd name="connsiteX121" fmla="*/ 5033465 w 10232859"/>
              <a:gd name="connsiteY121" fmla="*/ 175915 h 1699043"/>
              <a:gd name="connsiteX122" fmla="*/ 5115965 w 10232859"/>
              <a:gd name="connsiteY122" fmla="*/ 186069 h 1699043"/>
              <a:gd name="connsiteX123" fmla="*/ 5237936 w 10232859"/>
              <a:gd name="connsiteY123" fmla="*/ 239508 h 1699043"/>
              <a:gd name="connsiteX124" fmla="*/ 5290566 w 10232859"/>
              <a:gd name="connsiteY124" fmla="*/ 263295 h 1699043"/>
              <a:gd name="connsiteX125" fmla="*/ 5344878 w 10232859"/>
              <a:gd name="connsiteY125" fmla="*/ 276360 h 1699043"/>
              <a:gd name="connsiteX126" fmla="*/ 5413398 w 10232859"/>
              <a:gd name="connsiteY126" fmla="*/ 276235 h 1699043"/>
              <a:gd name="connsiteX127" fmla="*/ 5415629 w 10232859"/>
              <a:gd name="connsiteY127" fmla="*/ 275768 h 1699043"/>
              <a:gd name="connsiteX128" fmla="*/ 5433078 w 10232859"/>
              <a:gd name="connsiteY128" fmla="*/ 279684 h 1699043"/>
              <a:gd name="connsiteX129" fmla="*/ 5435759 w 10232859"/>
              <a:gd name="connsiteY129" fmla="*/ 283100 h 1699043"/>
              <a:gd name="connsiteX130" fmla="*/ 5447372 w 10232859"/>
              <a:gd name="connsiteY130" fmla="*/ 286587 h 1699043"/>
              <a:gd name="connsiteX131" fmla="*/ 5469289 w 10232859"/>
              <a:gd name="connsiteY131" fmla="*/ 295620 h 1699043"/>
              <a:gd name="connsiteX132" fmla="*/ 5508752 w 10232859"/>
              <a:gd name="connsiteY132" fmla="*/ 305753 h 1699043"/>
              <a:gd name="connsiteX133" fmla="*/ 5509657 w 10232859"/>
              <a:gd name="connsiteY133" fmla="*/ 304936 h 1699043"/>
              <a:gd name="connsiteX134" fmla="*/ 5521245 w 10232859"/>
              <a:gd name="connsiteY134" fmla="*/ 303688 h 1699043"/>
              <a:gd name="connsiteX135" fmla="*/ 5542415 w 10232859"/>
              <a:gd name="connsiteY135" fmla="*/ 303495 h 1699043"/>
              <a:gd name="connsiteX136" fmla="*/ 5596538 w 10232859"/>
              <a:gd name="connsiteY136" fmla="*/ 291153 h 1699043"/>
              <a:gd name="connsiteX137" fmla="*/ 5632514 w 10232859"/>
              <a:gd name="connsiteY137" fmla="*/ 301962 h 1699043"/>
              <a:gd name="connsiteX138" fmla="*/ 5640005 w 10232859"/>
              <a:gd name="connsiteY138" fmla="*/ 303617 h 1699043"/>
              <a:gd name="connsiteX139" fmla="*/ 5640259 w 10232859"/>
              <a:gd name="connsiteY139" fmla="*/ 303435 h 1699043"/>
              <a:gd name="connsiteX140" fmla="*/ 5648365 w 10232859"/>
              <a:gd name="connsiteY140" fmla="*/ 304754 h 1699043"/>
              <a:gd name="connsiteX141" fmla="*/ 5653662 w 10232859"/>
              <a:gd name="connsiteY141" fmla="*/ 306635 h 1699043"/>
              <a:gd name="connsiteX142" fmla="*/ 5668196 w 10232859"/>
              <a:gd name="connsiteY142" fmla="*/ 309846 h 1699043"/>
              <a:gd name="connsiteX143" fmla="*/ 5673886 w 10232859"/>
              <a:gd name="connsiteY143" fmla="*/ 309526 h 1699043"/>
              <a:gd name="connsiteX144" fmla="*/ 5677139 w 10232859"/>
              <a:gd name="connsiteY144" fmla="*/ 307345 h 1699043"/>
              <a:gd name="connsiteX145" fmla="*/ 5708983 w 10232859"/>
              <a:gd name="connsiteY145" fmla="*/ 306674 h 1699043"/>
              <a:gd name="connsiteX146" fmla="*/ 5773909 w 10232859"/>
              <a:gd name="connsiteY146" fmla="*/ 312061 h 1699043"/>
              <a:gd name="connsiteX147" fmla="*/ 5809500 w 10232859"/>
              <a:gd name="connsiteY147" fmla="*/ 318450 h 1699043"/>
              <a:gd name="connsiteX148" fmla="*/ 5908729 w 10232859"/>
              <a:gd name="connsiteY148" fmla="*/ 332335 h 1699043"/>
              <a:gd name="connsiteX149" fmla="*/ 6009654 w 10232859"/>
              <a:gd name="connsiteY149" fmla="*/ 343526 h 1699043"/>
              <a:gd name="connsiteX150" fmla="*/ 6067487 w 10232859"/>
              <a:gd name="connsiteY150" fmla="*/ 333712 h 1699043"/>
              <a:gd name="connsiteX151" fmla="*/ 6073281 w 10232859"/>
              <a:gd name="connsiteY151" fmla="*/ 334316 h 1699043"/>
              <a:gd name="connsiteX152" fmla="*/ 6086225 w 10232859"/>
              <a:gd name="connsiteY152" fmla="*/ 339621 h 1699043"/>
              <a:gd name="connsiteX153" fmla="*/ 6105063 w 10232859"/>
              <a:gd name="connsiteY153" fmla="*/ 347340 h 1699043"/>
              <a:gd name="connsiteX154" fmla="*/ 6135796 w 10232859"/>
              <a:gd name="connsiteY154" fmla="*/ 363143 h 1699043"/>
              <a:gd name="connsiteX155" fmla="*/ 6195166 w 10232859"/>
              <a:gd name="connsiteY155" fmla="*/ 360190 h 1699043"/>
              <a:gd name="connsiteX156" fmla="*/ 6216259 w 10232859"/>
              <a:gd name="connsiteY156" fmla="*/ 363365 h 1699043"/>
              <a:gd name="connsiteX157" fmla="*/ 6228331 w 10232859"/>
              <a:gd name="connsiteY157" fmla="*/ 364034 h 1699043"/>
              <a:gd name="connsiteX158" fmla="*/ 6229602 w 10232859"/>
              <a:gd name="connsiteY158" fmla="*/ 363414 h 1699043"/>
              <a:gd name="connsiteX159" fmla="*/ 6258988 w 10232859"/>
              <a:gd name="connsiteY159" fmla="*/ 378660 h 1699043"/>
              <a:gd name="connsiteX160" fmla="*/ 6264106 w 10232859"/>
              <a:gd name="connsiteY160" fmla="*/ 379141 h 1699043"/>
              <a:gd name="connsiteX161" fmla="*/ 6281703 w 10232859"/>
              <a:gd name="connsiteY161" fmla="*/ 391054 h 1699043"/>
              <a:gd name="connsiteX162" fmla="*/ 6291622 w 10232859"/>
              <a:gd name="connsiteY162" fmla="*/ 396155 h 1699043"/>
              <a:gd name="connsiteX163" fmla="*/ 6292712 w 10232859"/>
              <a:gd name="connsiteY163" fmla="*/ 399771 h 1699043"/>
              <a:gd name="connsiteX164" fmla="*/ 6308227 w 10232859"/>
              <a:gd name="connsiteY164" fmla="*/ 406196 h 1699043"/>
              <a:gd name="connsiteX165" fmla="*/ 6328981 w 10232859"/>
              <a:gd name="connsiteY165" fmla="*/ 409495 h 1699043"/>
              <a:gd name="connsiteX166" fmla="*/ 6368693 w 10232859"/>
              <a:gd name="connsiteY166" fmla="*/ 417845 h 1699043"/>
              <a:gd name="connsiteX167" fmla="*/ 6414811 w 10232859"/>
              <a:gd name="connsiteY167" fmla="*/ 452200 h 1699043"/>
              <a:gd name="connsiteX168" fmla="*/ 6467879 w 10232859"/>
              <a:gd name="connsiteY168" fmla="*/ 468248 h 1699043"/>
              <a:gd name="connsiteX169" fmla="*/ 6564351 w 10232859"/>
              <a:gd name="connsiteY169" fmla="*/ 537518 h 1699043"/>
              <a:gd name="connsiteX170" fmla="*/ 6711178 w 10232859"/>
              <a:gd name="connsiteY170" fmla="*/ 573610 h 1699043"/>
              <a:gd name="connsiteX171" fmla="*/ 6764036 w 10232859"/>
              <a:gd name="connsiteY171" fmla="*/ 588943 h 1699043"/>
              <a:gd name="connsiteX172" fmla="*/ 6858983 w 10232859"/>
              <a:gd name="connsiteY172" fmla="*/ 623723 h 1699043"/>
              <a:gd name="connsiteX173" fmla="*/ 6910661 w 10232859"/>
              <a:gd name="connsiteY173" fmla="*/ 634620 h 1699043"/>
              <a:gd name="connsiteX174" fmla="*/ 6944111 w 10232859"/>
              <a:gd name="connsiteY174" fmla="*/ 659502 h 1699043"/>
              <a:gd name="connsiteX175" fmla="*/ 6965771 w 10232859"/>
              <a:gd name="connsiteY175" fmla="*/ 659931 h 1699043"/>
              <a:gd name="connsiteX176" fmla="*/ 6969639 w 10232859"/>
              <a:gd name="connsiteY176" fmla="*/ 659837 h 1699043"/>
              <a:gd name="connsiteX177" fmla="*/ 6982242 w 10232859"/>
              <a:gd name="connsiteY177" fmla="*/ 663112 h 1699043"/>
              <a:gd name="connsiteX178" fmla="*/ 6989387 w 10232859"/>
              <a:gd name="connsiteY178" fmla="*/ 659474 h 1699043"/>
              <a:gd name="connsiteX179" fmla="*/ 7010930 w 10232859"/>
              <a:gd name="connsiteY179" fmla="*/ 661134 h 1699043"/>
              <a:gd name="connsiteX180" fmla="*/ 7033125 w 10232859"/>
              <a:gd name="connsiteY180" fmla="*/ 668436 h 1699043"/>
              <a:gd name="connsiteX181" fmla="*/ 7134461 w 10232859"/>
              <a:gd name="connsiteY181" fmla="*/ 708192 h 1699043"/>
              <a:gd name="connsiteX182" fmla="*/ 7197450 w 10232859"/>
              <a:gd name="connsiteY182" fmla="*/ 729094 h 1699043"/>
              <a:gd name="connsiteX183" fmla="*/ 7225084 w 10232859"/>
              <a:gd name="connsiteY183" fmla="*/ 732505 h 1699043"/>
              <a:gd name="connsiteX184" fmla="*/ 7261183 w 10232859"/>
              <a:gd name="connsiteY184" fmla="*/ 740313 h 1699043"/>
              <a:gd name="connsiteX185" fmla="*/ 7327760 w 10232859"/>
              <a:gd name="connsiteY185" fmla="*/ 750586 h 1699043"/>
              <a:gd name="connsiteX186" fmla="*/ 7412222 w 10232859"/>
              <a:gd name="connsiteY186" fmla="*/ 770487 h 1699043"/>
              <a:gd name="connsiteX187" fmla="*/ 7457904 w 10232859"/>
              <a:gd name="connsiteY187" fmla="*/ 804321 h 1699043"/>
              <a:gd name="connsiteX188" fmla="*/ 7465795 w 10232859"/>
              <a:gd name="connsiteY188" fmla="*/ 802598 h 1699043"/>
              <a:gd name="connsiteX189" fmla="*/ 7505046 w 10232859"/>
              <a:gd name="connsiteY189" fmla="*/ 816517 h 1699043"/>
              <a:gd name="connsiteX190" fmla="*/ 7623220 w 10232859"/>
              <a:gd name="connsiteY190" fmla="*/ 888520 h 1699043"/>
              <a:gd name="connsiteX191" fmla="*/ 7700458 w 10232859"/>
              <a:gd name="connsiteY191" fmla="*/ 915079 h 1699043"/>
              <a:gd name="connsiteX192" fmla="*/ 7730988 w 10232859"/>
              <a:gd name="connsiteY192" fmla="*/ 920756 h 1699043"/>
              <a:gd name="connsiteX193" fmla="*/ 7781942 w 10232859"/>
              <a:gd name="connsiteY193" fmla="*/ 930503 h 1699043"/>
              <a:gd name="connsiteX194" fmla="*/ 7827704 w 10232859"/>
              <a:gd name="connsiteY194" fmla="*/ 928558 h 1699043"/>
              <a:gd name="connsiteX195" fmla="*/ 7867270 w 10232859"/>
              <a:gd name="connsiteY195" fmla="*/ 940366 h 1699043"/>
              <a:gd name="connsiteX196" fmla="*/ 7866538 w 10232859"/>
              <a:gd name="connsiteY196" fmla="*/ 955045 h 1699043"/>
              <a:gd name="connsiteX197" fmla="*/ 7912084 w 10232859"/>
              <a:gd name="connsiteY197" fmla="*/ 963800 h 1699043"/>
              <a:gd name="connsiteX198" fmla="*/ 7982264 w 10232859"/>
              <a:gd name="connsiteY198" fmla="*/ 975773 h 1699043"/>
              <a:gd name="connsiteX199" fmla="*/ 7991272 w 10232859"/>
              <a:gd name="connsiteY199" fmla="*/ 981104 h 1699043"/>
              <a:gd name="connsiteX200" fmla="*/ 8006496 w 10232859"/>
              <a:gd name="connsiteY200" fmla="*/ 972839 h 1699043"/>
              <a:gd name="connsiteX201" fmla="*/ 8034497 w 10232859"/>
              <a:gd name="connsiteY201" fmla="*/ 972054 h 1699043"/>
              <a:gd name="connsiteX202" fmla="*/ 8150881 w 10232859"/>
              <a:gd name="connsiteY202" fmla="*/ 990411 h 1699043"/>
              <a:gd name="connsiteX203" fmla="*/ 8172106 w 10232859"/>
              <a:gd name="connsiteY203" fmla="*/ 990512 h 1699043"/>
              <a:gd name="connsiteX204" fmla="*/ 8196076 w 10232859"/>
              <a:gd name="connsiteY204" fmla="*/ 1000078 h 1699043"/>
              <a:gd name="connsiteX205" fmla="*/ 8247463 w 10232859"/>
              <a:gd name="connsiteY205" fmla="*/ 1016332 h 1699043"/>
              <a:gd name="connsiteX206" fmla="*/ 8279272 w 10232859"/>
              <a:gd name="connsiteY206" fmla="*/ 1032921 h 1699043"/>
              <a:gd name="connsiteX207" fmla="*/ 8289611 w 10232859"/>
              <a:gd name="connsiteY207" fmla="*/ 1028630 h 1699043"/>
              <a:gd name="connsiteX208" fmla="*/ 8311483 w 10232859"/>
              <a:gd name="connsiteY208" fmla="*/ 1029399 h 1699043"/>
              <a:gd name="connsiteX209" fmla="*/ 8399489 w 10232859"/>
              <a:gd name="connsiteY209" fmla="*/ 1048562 h 1699043"/>
              <a:gd name="connsiteX210" fmla="*/ 8415973 w 10232859"/>
              <a:gd name="connsiteY210" fmla="*/ 1049660 h 1699043"/>
              <a:gd name="connsiteX211" fmla="*/ 8433326 w 10232859"/>
              <a:gd name="connsiteY211" fmla="*/ 1057881 h 1699043"/>
              <a:gd name="connsiteX212" fmla="*/ 8502328 w 10232859"/>
              <a:gd name="connsiteY212" fmla="*/ 1091498 h 1699043"/>
              <a:gd name="connsiteX213" fmla="*/ 8534346 w 10232859"/>
              <a:gd name="connsiteY213" fmla="*/ 1106980 h 1699043"/>
              <a:gd name="connsiteX214" fmla="*/ 8534980 w 10232859"/>
              <a:gd name="connsiteY214" fmla="*/ 1110861 h 1699043"/>
              <a:gd name="connsiteX215" fmla="*/ 8544104 w 10232859"/>
              <a:gd name="connsiteY215" fmla="*/ 1108406 h 1699043"/>
              <a:gd name="connsiteX216" fmla="*/ 8567742 w 10232859"/>
              <a:gd name="connsiteY216" fmla="*/ 1117590 h 1699043"/>
              <a:gd name="connsiteX217" fmla="*/ 8633779 w 10232859"/>
              <a:gd name="connsiteY217" fmla="*/ 1139226 h 1699043"/>
              <a:gd name="connsiteX218" fmla="*/ 8676965 w 10232859"/>
              <a:gd name="connsiteY218" fmla="*/ 1156949 h 1699043"/>
              <a:gd name="connsiteX219" fmla="*/ 8698944 w 10232859"/>
              <a:gd name="connsiteY219" fmla="*/ 1156939 h 1699043"/>
              <a:gd name="connsiteX220" fmla="*/ 8711456 w 10232859"/>
              <a:gd name="connsiteY220" fmla="*/ 1169217 h 1699043"/>
              <a:gd name="connsiteX221" fmla="*/ 8732793 w 10232859"/>
              <a:gd name="connsiteY221" fmla="*/ 1172972 h 1699043"/>
              <a:gd name="connsiteX222" fmla="*/ 8751897 w 10232859"/>
              <a:gd name="connsiteY222" fmla="*/ 1190886 h 1699043"/>
              <a:gd name="connsiteX223" fmla="*/ 8793564 w 10232859"/>
              <a:gd name="connsiteY223" fmla="*/ 1172572 h 1699043"/>
              <a:gd name="connsiteX224" fmla="*/ 8834270 w 10232859"/>
              <a:gd name="connsiteY224" fmla="*/ 1206624 h 1699043"/>
              <a:gd name="connsiteX225" fmla="*/ 8853872 w 10232859"/>
              <a:gd name="connsiteY225" fmla="*/ 1214714 h 1699043"/>
              <a:gd name="connsiteX226" fmla="*/ 8861901 w 10232859"/>
              <a:gd name="connsiteY226" fmla="*/ 1211375 h 1699043"/>
              <a:gd name="connsiteX227" fmla="*/ 8874168 w 10232859"/>
              <a:gd name="connsiteY227" fmla="*/ 1213967 h 1699043"/>
              <a:gd name="connsiteX228" fmla="*/ 8871123 w 10232859"/>
              <a:gd name="connsiteY228" fmla="*/ 1221160 h 1699043"/>
              <a:gd name="connsiteX229" fmla="*/ 8903537 w 10232859"/>
              <a:gd name="connsiteY229" fmla="*/ 1230588 h 1699043"/>
              <a:gd name="connsiteX230" fmla="*/ 8933767 w 10232859"/>
              <a:gd name="connsiteY230" fmla="*/ 1263368 h 1699043"/>
              <a:gd name="connsiteX231" fmla="*/ 8985765 w 10232859"/>
              <a:gd name="connsiteY231" fmla="*/ 1287664 h 1699043"/>
              <a:gd name="connsiteX232" fmla="*/ 9071444 w 10232859"/>
              <a:gd name="connsiteY232" fmla="*/ 1317305 h 1699043"/>
              <a:gd name="connsiteX233" fmla="*/ 9096711 w 10232859"/>
              <a:gd name="connsiteY233" fmla="*/ 1327777 h 1699043"/>
              <a:gd name="connsiteX234" fmla="*/ 9338853 w 10232859"/>
              <a:gd name="connsiteY234" fmla="*/ 1448046 h 1699043"/>
              <a:gd name="connsiteX235" fmla="*/ 9520814 w 10232859"/>
              <a:gd name="connsiteY235" fmla="*/ 1449827 h 1699043"/>
              <a:gd name="connsiteX236" fmla="*/ 9702271 w 10232859"/>
              <a:gd name="connsiteY236" fmla="*/ 1488553 h 1699043"/>
              <a:gd name="connsiteX237" fmla="*/ 9744273 w 10232859"/>
              <a:gd name="connsiteY237" fmla="*/ 1523512 h 1699043"/>
              <a:gd name="connsiteX238" fmla="*/ 9771903 w 10232859"/>
              <a:gd name="connsiteY238" fmla="*/ 1530034 h 1699043"/>
              <a:gd name="connsiteX239" fmla="*/ 9818565 w 10232859"/>
              <a:gd name="connsiteY239" fmla="*/ 1538545 h 1699043"/>
              <a:gd name="connsiteX240" fmla="*/ 9882202 w 10232859"/>
              <a:gd name="connsiteY240" fmla="*/ 1565888 h 1699043"/>
              <a:gd name="connsiteX241" fmla="*/ 10022025 w 10232859"/>
              <a:gd name="connsiteY241" fmla="*/ 1599696 h 1699043"/>
              <a:gd name="connsiteX242" fmla="*/ 10220406 w 10232859"/>
              <a:gd name="connsiteY242" fmla="*/ 1677005 h 1699043"/>
              <a:gd name="connsiteX243" fmla="*/ 10232859 w 10232859"/>
              <a:gd name="connsiteY243" fmla="*/ 1699043 h 1699043"/>
              <a:gd name="connsiteX244" fmla="*/ 0 w 10232859"/>
              <a:gd name="connsiteY244" fmla="*/ 1699043 h 1699043"/>
              <a:gd name="connsiteX245" fmla="*/ 0 w 10232859"/>
              <a:gd name="connsiteY245" fmla="*/ 21828 h 1699043"/>
              <a:gd name="connsiteX246" fmla="*/ 8097 w 10232859"/>
              <a:gd name="connsiteY246" fmla="*/ 24355 h 1699043"/>
              <a:gd name="connsiteX247" fmla="*/ 77128 w 10232859"/>
              <a:gd name="connsiteY247" fmla="*/ 6867 h 1699043"/>
              <a:gd name="connsiteX248" fmla="*/ 188338 w 10232859"/>
              <a:gd name="connsiteY248" fmla="*/ 5079 h 1699043"/>
              <a:gd name="connsiteX249" fmla="*/ 298809 w 10232859"/>
              <a:gd name="connsiteY249" fmla="*/ 6198 h 1699043"/>
              <a:gd name="connsiteX250" fmla="*/ 338985 w 10232859"/>
              <a:gd name="connsiteY250" fmla="*/ 8006 h 1699043"/>
              <a:gd name="connsiteX251" fmla="*/ 409815 w 10232859"/>
              <a:gd name="connsiteY251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11246 w 10232859"/>
              <a:gd name="connsiteY41" fmla="*/ 233408 h 1699043"/>
              <a:gd name="connsiteX42" fmla="*/ 2364066 w 10232859"/>
              <a:gd name="connsiteY42" fmla="*/ 218237 h 1699043"/>
              <a:gd name="connsiteX43" fmla="*/ 2400814 w 10232859"/>
              <a:gd name="connsiteY43" fmla="*/ 227165 h 1699043"/>
              <a:gd name="connsiteX44" fmla="*/ 2408414 w 10232859"/>
              <a:gd name="connsiteY44" fmla="*/ 228429 h 1699043"/>
              <a:gd name="connsiteX45" fmla="*/ 2408650 w 10232859"/>
              <a:gd name="connsiteY45" fmla="*/ 228234 h 1699043"/>
              <a:gd name="connsiteX46" fmla="*/ 2416835 w 10232859"/>
              <a:gd name="connsiteY46" fmla="*/ 229128 h 1699043"/>
              <a:gd name="connsiteX47" fmla="*/ 2422271 w 10232859"/>
              <a:gd name="connsiteY47" fmla="*/ 230733 h 1699043"/>
              <a:gd name="connsiteX48" fmla="*/ 2490341 w 10232859"/>
              <a:gd name="connsiteY48" fmla="*/ 211074 h 1699043"/>
              <a:gd name="connsiteX49" fmla="*/ 2588929 w 10232859"/>
              <a:gd name="connsiteY49" fmla="*/ 200980 h 1699043"/>
              <a:gd name="connsiteX50" fmla="*/ 2687426 w 10232859"/>
              <a:gd name="connsiteY50" fmla="*/ 193848 h 1699043"/>
              <a:gd name="connsiteX51" fmla="*/ 2723517 w 10232859"/>
              <a:gd name="connsiteY51" fmla="*/ 192652 h 1699043"/>
              <a:gd name="connsiteX52" fmla="*/ 2785956 w 10232859"/>
              <a:gd name="connsiteY52" fmla="*/ 184404 h 1699043"/>
              <a:gd name="connsiteX53" fmla="*/ 2813378 w 10232859"/>
              <a:gd name="connsiteY53" fmla="*/ 176833 h 1699043"/>
              <a:gd name="connsiteX54" fmla="*/ 2814782 w 10232859"/>
              <a:gd name="connsiteY54" fmla="*/ 177153 h 1699043"/>
              <a:gd name="connsiteX55" fmla="*/ 2816580 w 10232859"/>
              <a:gd name="connsiteY55" fmla="*/ 174366 h 1699043"/>
              <a:gd name="connsiteX56" fmla="*/ 2821623 w 10232859"/>
              <a:gd name="connsiteY56" fmla="*/ 172875 h 1699043"/>
              <a:gd name="connsiteX57" fmla="*/ 2836688 w 10232859"/>
              <a:gd name="connsiteY57" fmla="*/ 172971 h 1699043"/>
              <a:gd name="connsiteX58" fmla="*/ 2842564 w 10232859"/>
              <a:gd name="connsiteY58" fmla="*/ 173695 h 1699043"/>
              <a:gd name="connsiteX59" fmla="*/ 2850712 w 10232859"/>
              <a:gd name="connsiteY59" fmla="*/ 173290 h 1699043"/>
              <a:gd name="connsiteX60" fmla="*/ 2850846 w 10232859"/>
              <a:gd name="connsiteY60" fmla="*/ 173062 h 1699043"/>
              <a:gd name="connsiteX61" fmla="*/ 2858611 w 10232859"/>
              <a:gd name="connsiteY61" fmla="*/ 173112 h 1699043"/>
              <a:gd name="connsiteX62" fmla="*/ 2897454 w 10232859"/>
              <a:gd name="connsiteY62" fmla="*/ 176114 h 1699043"/>
              <a:gd name="connsiteX63" fmla="*/ 2940369 w 10232859"/>
              <a:gd name="connsiteY63" fmla="*/ 152944 h 1699043"/>
              <a:gd name="connsiteX64" fmla="*/ 2959670 w 10232859"/>
              <a:gd name="connsiteY64" fmla="*/ 148367 h 1699043"/>
              <a:gd name="connsiteX65" fmla="*/ 2969615 w 10232859"/>
              <a:gd name="connsiteY65" fmla="*/ 144755 h 1699043"/>
              <a:gd name="connsiteX66" fmla="*/ 2970000 w 10232859"/>
              <a:gd name="connsiteY66" fmla="*/ 143776 h 1699043"/>
              <a:gd name="connsiteX67" fmla="*/ 3007272 w 10232859"/>
              <a:gd name="connsiteY67" fmla="*/ 146766 h 1699043"/>
              <a:gd name="connsiteX68" fmla="*/ 3011677 w 10232859"/>
              <a:gd name="connsiteY68" fmla="*/ 145404 h 1699043"/>
              <a:gd name="connsiteX69" fmla="*/ 3036668 w 10232859"/>
              <a:gd name="connsiteY69" fmla="*/ 149604 h 1699043"/>
              <a:gd name="connsiteX70" fmla="*/ 3049208 w 10232859"/>
              <a:gd name="connsiteY70" fmla="*/ 150573 h 1699043"/>
              <a:gd name="connsiteX71" fmla="*/ 3053517 w 10232859"/>
              <a:gd name="connsiteY71" fmla="*/ 153322 h 1699043"/>
              <a:gd name="connsiteX72" fmla="*/ 3071637 w 10232859"/>
              <a:gd name="connsiteY72" fmla="*/ 153496 h 1699043"/>
              <a:gd name="connsiteX73" fmla="*/ 3110077 w 10232859"/>
              <a:gd name="connsiteY73" fmla="*/ 149202 h 1699043"/>
              <a:gd name="connsiteX74" fmla="*/ 3173743 w 10232859"/>
              <a:gd name="connsiteY74" fmla="*/ 159581 h 1699043"/>
              <a:gd name="connsiteX75" fmla="*/ 3254203 w 10232859"/>
              <a:gd name="connsiteY75" fmla="*/ 151756 h 1699043"/>
              <a:gd name="connsiteX76" fmla="*/ 3380350 w 10232859"/>
              <a:gd name="connsiteY76" fmla="*/ 151151 h 1699043"/>
              <a:gd name="connsiteX77" fmla="*/ 3476147 w 10232859"/>
              <a:gd name="connsiteY77" fmla="*/ 170925 h 1699043"/>
              <a:gd name="connsiteX78" fmla="*/ 3581876 w 10232859"/>
              <a:gd name="connsiteY78" fmla="*/ 150448 h 1699043"/>
              <a:gd name="connsiteX79" fmla="*/ 3704761 w 10232859"/>
              <a:gd name="connsiteY79" fmla="*/ 150492 h 1699043"/>
              <a:gd name="connsiteX80" fmla="*/ 3755040 w 10232859"/>
              <a:gd name="connsiteY80" fmla="*/ 141978 h 1699043"/>
              <a:gd name="connsiteX81" fmla="*/ 3804689 w 10232859"/>
              <a:gd name="connsiteY81" fmla="*/ 151893 h 1699043"/>
              <a:gd name="connsiteX82" fmla="*/ 3821793 w 10232859"/>
              <a:gd name="connsiteY82" fmla="*/ 144743 h 1699043"/>
              <a:gd name="connsiteX83" fmla="*/ 3824682 w 10232859"/>
              <a:gd name="connsiteY83" fmla="*/ 143319 h 1699043"/>
              <a:gd name="connsiteX84" fmla="*/ 3837536 w 10232859"/>
              <a:gd name="connsiteY84" fmla="*/ 141778 h 1699043"/>
              <a:gd name="connsiteX85" fmla="*/ 3839550 w 10232859"/>
              <a:gd name="connsiteY85" fmla="*/ 136147 h 1699043"/>
              <a:gd name="connsiteX86" fmla="*/ 3857743 w 10232859"/>
              <a:gd name="connsiteY86" fmla="*/ 130104 h 1699043"/>
              <a:gd name="connsiteX87" fmla="*/ 3881852 w 10232859"/>
              <a:gd name="connsiteY87" fmla="*/ 128717 h 1699043"/>
              <a:gd name="connsiteX88" fmla="*/ 3998088 w 10232859"/>
              <a:gd name="connsiteY88" fmla="*/ 127932 h 1699043"/>
              <a:gd name="connsiteX89" fmla="*/ 4066682 w 10232859"/>
              <a:gd name="connsiteY89" fmla="*/ 124147 h 1699043"/>
              <a:gd name="connsiteX90" fmla="*/ 4091246 w 10232859"/>
              <a:gd name="connsiteY90" fmla="*/ 117503 h 1699043"/>
              <a:gd name="connsiteX91" fmla="*/ 4126556 w 10232859"/>
              <a:gd name="connsiteY91" fmla="*/ 111725 h 1699043"/>
              <a:gd name="connsiteX92" fmla="*/ 4187717 w 10232859"/>
              <a:gd name="connsiteY92" fmla="*/ 97496 h 1699043"/>
              <a:gd name="connsiteX93" fmla="*/ 4220826 w 10232859"/>
              <a:gd name="connsiteY93" fmla="*/ 95991 h 1699043"/>
              <a:gd name="connsiteX94" fmla="*/ 4239014 w 10232859"/>
              <a:gd name="connsiteY94" fmla="*/ 90840 h 1699043"/>
              <a:gd name="connsiteX95" fmla="*/ 4246653 w 10232859"/>
              <a:gd name="connsiteY95" fmla="*/ 91360 h 1699043"/>
              <a:gd name="connsiteX96" fmla="*/ 4271841 w 10232859"/>
              <a:gd name="connsiteY96" fmla="*/ 90188 h 1699043"/>
              <a:gd name="connsiteX97" fmla="*/ 4286277 w 10232859"/>
              <a:gd name="connsiteY97" fmla="*/ 90173 h 1699043"/>
              <a:gd name="connsiteX98" fmla="*/ 4292025 w 10232859"/>
              <a:gd name="connsiteY98" fmla="*/ 90407 h 1699043"/>
              <a:gd name="connsiteX99" fmla="*/ 4304713 w 10232859"/>
              <a:gd name="connsiteY99" fmla="*/ 95673 h 1699043"/>
              <a:gd name="connsiteX100" fmla="*/ 4321285 w 10232859"/>
              <a:gd name="connsiteY100" fmla="*/ 93560 h 1699043"/>
              <a:gd name="connsiteX101" fmla="*/ 4339561 w 10232859"/>
              <a:gd name="connsiteY101" fmla="*/ 98806 h 1699043"/>
              <a:gd name="connsiteX102" fmla="*/ 4343990 w 10232859"/>
              <a:gd name="connsiteY102" fmla="*/ 94576 h 1699043"/>
              <a:gd name="connsiteX103" fmla="*/ 4358885 w 10232859"/>
              <a:gd name="connsiteY103" fmla="*/ 90264 h 1699043"/>
              <a:gd name="connsiteX104" fmla="*/ 4371648 w 10232859"/>
              <a:gd name="connsiteY104" fmla="*/ 95312 h 1699043"/>
              <a:gd name="connsiteX105" fmla="*/ 4398380 w 10232859"/>
              <a:gd name="connsiteY105" fmla="*/ 98447 h 1699043"/>
              <a:gd name="connsiteX106" fmla="*/ 4405729 w 10232859"/>
              <a:gd name="connsiteY106" fmla="*/ 97677 h 1699043"/>
              <a:gd name="connsiteX107" fmla="*/ 4431408 w 10232859"/>
              <a:gd name="connsiteY107" fmla="*/ 104311 h 1699043"/>
              <a:gd name="connsiteX108" fmla="*/ 4472183 w 10232859"/>
              <a:gd name="connsiteY108" fmla="*/ 109916 h 1699043"/>
              <a:gd name="connsiteX109" fmla="*/ 4518828 w 10232859"/>
              <a:gd name="connsiteY109" fmla="*/ 112600 h 1699043"/>
              <a:gd name="connsiteX110" fmla="*/ 4532040 w 10232859"/>
              <a:gd name="connsiteY110" fmla="*/ 117793 h 1699043"/>
              <a:gd name="connsiteX111" fmla="*/ 4617778 w 10232859"/>
              <a:gd name="connsiteY111" fmla="*/ 130479 h 1699043"/>
              <a:gd name="connsiteX112" fmla="*/ 4641872 w 10232859"/>
              <a:gd name="connsiteY112" fmla="*/ 134207 h 1699043"/>
              <a:gd name="connsiteX113" fmla="*/ 4662766 w 10232859"/>
              <a:gd name="connsiteY113" fmla="*/ 132438 h 1699043"/>
              <a:gd name="connsiteX114" fmla="*/ 4667770 w 10232859"/>
              <a:gd name="connsiteY114" fmla="*/ 127694 h 1699043"/>
              <a:gd name="connsiteX115" fmla="*/ 4681052 w 10232859"/>
              <a:gd name="connsiteY115" fmla="*/ 128947 h 1699043"/>
              <a:gd name="connsiteX116" fmla="*/ 4684624 w 10232859"/>
              <a:gd name="connsiteY116" fmla="*/ 128241 h 1699043"/>
              <a:gd name="connsiteX117" fmla="*/ 4705061 w 10232859"/>
              <a:gd name="connsiteY117" fmla="*/ 125234 h 1699043"/>
              <a:gd name="connsiteX118" fmla="*/ 4747746 w 10232859"/>
              <a:gd name="connsiteY118" fmla="*/ 144617 h 1699043"/>
              <a:gd name="connsiteX119" fmla="*/ 4801045 w 10232859"/>
              <a:gd name="connsiteY119" fmla="*/ 147239 h 1699043"/>
              <a:gd name="connsiteX120" fmla="*/ 5001600 w 10232859"/>
              <a:gd name="connsiteY120" fmla="*/ 190239 h 1699043"/>
              <a:gd name="connsiteX121" fmla="*/ 5033465 w 10232859"/>
              <a:gd name="connsiteY121" fmla="*/ 175915 h 1699043"/>
              <a:gd name="connsiteX122" fmla="*/ 5115965 w 10232859"/>
              <a:gd name="connsiteY122" fmla="*/ 186069 h 1699043"/>
              <a:gd name="connsiteX123" fmla="*/ 5237936 w 10232859"/>
              <a:gd name="connsiteY123" fmla="*/ 239508 h 1699043"/>
              <a:gd name="connsiteX124" fmla="*/ 5290566 w 10232859"/>
              <a:gd name="connsiteY124" fmla="*/ 263295 h 1699043"/>
              <a:gd name="connsiteX125" fmla="*/ 5344878 w 10232859"/>
              <a:gd name="connsiteY125" fmla="*/ 276360 h 1699043"/>
              <a:gd name="connsiteX126" fmla="*/ 5413398 w 10232859"/>
              <a:gd name="connsiteY126" fmla="*/ 276235 h 1699043"/>
              <a:gd name="connsiteX127" fmla="*/ 5415629 w 10232859"/>
              <a:gd name="connsiteY127" fmla="*/ 275768 h 1699043"/>
              <a:gd name="connsiteX128" fmla="*/ 5433078 w 10232859"/>
              <a:gd name="connsiteY128" fmla="*/ 279684 h 1699043"/>
              <a:gd name="connsiteX129" fmla="*/ 5435759 w 10232859"/>
              <a:gd name="connsiteY129" fmla="*/ 283100 h 1699043"/>
              <a:gd name="connsiteX130" fmla="*/ 5447372 w 10232859"/>
              <a:gd name="connsiteY130" fmla="*/ 286587 h 1699043"/>
              <a:gd name="connsiteX131" fmla="*/ 5469289 w 10232859"/>
              <a:gd name="connsiteY131" fmla="*/ 295620 h 1699043"/>
              <a:gd name="connsiteX132" fmla="*/ 5508752 w 10232859"/>
              <a:gd name="connsiteY132" fmla="*/ 305753 h 1699043"/>
              <a:gd name="connsiteX133" fmla="*/ 5509657 w 10232859"/>
              <a:gd name="connsiteY133" fmla="*/ 304936 h 1699043"/>
              <a:gd name="connsiteX134" fmla="*/ 5521245 w 10232859"/>
              <a:gd name="connsiteY134" fmla="*/ 303688 h 1699043"/>
              <a:gd name="connsiteX135" fmla="*/ 5542415 w 10232859"/>
              <a:gd name="connsiteY135" fmla="*/ 303495 h 1699043"/>
              <a:gd name="connsiteX136" fmla="*/ 5596538 w 10232859"/>
              <a:gd name="connsiteY136" fmla="*/ 291153 h 1699043"/>
              <a:gd name="connsiteX137" fmla="*/ 5632514 w 10232859"/>
              <a:gd name="connsiteY137" fmla="*/ 301962 h 1699043"/>
              <a:gd name="connsiteX138" fmla="*/ 5640005 w 10232859"/>
              <a:gd name="connsiteY138" fmla="*/ 303617 h 1699043"/>
              <a:gd name="connsiteX139" fmla="*/ 5640259 w 10232859"/>
              <a:gd name="connsiteY139" fmla="*/ 303435 h 1699043"/>
              <a:gd name="connsiteX140" fmla="*/ 5648365 w 10232859"/>
              <a:gd name="connsiteY140" fmla="*/ 304754 h 1699043"/>
              <a:gd name="connsiteX141" fmla="*/ 5653662 w 10232859"/>
              <a:gd name="connsiteY141" fmla="*/ 306635 h 1699043"/>
              <a:gd name="connsiteX142" fmla="*/ 5668196 w 10232859"/>
              <a:gd name="connsiteY142" fmla="*/ 309846 h 1699043"/>
              <a:gd name="connsiteX143" fmla="*/ 5673886 w 10232859"/>
              <a:gd name="connsiteY143" fmla="*/ 309526 h 1699043"/>
              <a:gd name="connsiteX144" fmla="*/ 5677139 w 10232859"/>
              <a:gd name="connsiteY144" fmla="*/ 307345 h 1699043"/>
              <a:gd name="connsiteX145" fmla="*/ 5708983 w 10232859"/>
              <a:gd name="connsiteY145" fmla="*/ 306674 h 1699043"/>
              <a:gd name="connsiteX146" fmla="*/ 5773909 w 10232859"/>
              <a:gd name="connsiteY146" fmla="*/ 312061 h 1699043"/>
              <a:gd name="connsiteX147" fmla="*/ 5809500 w 10232859"/>
              <a:gd name="connsiteY147" fmla="*/ 318450 h 1699043"/>
              <a:gd name="connsiteX148" fmla="*/ 5908729 w 10232859"/>
              <a:gd name="connsiteY148" fmla="*/ 332335 h 1699043"/>
              <a:gd name="connsiteX149" fmla="*/ 6009654 w 10232859"/>
              <a:gd name="connsiteY149" fmla="*/ 343526 h 1699043"/>
              <a:gd name="connsiteX150" fmla="*/ 6067487 w 10232859"/>
              <a:gd name="connsiteY150" fmla="*/ 333712 h 1699043"/>
              <a:gd name="connsiteX151" fmla="*/ 6073281 w 10232859"/>
              <a:gd name="connsiteY151" fmla="*/ 334316 h 1699043"/>
              <a:gd name="connsiteX152" fmla="*/ 6086225 w 10232859"/>
              <a:gd name="connsiteY152" fmla="*/ 339621 h 1699043"/>
              <a:gd name="connsiteX153" fmla="*/ 6105063 w 10232859"/>
              <a:gd name="connsiteY153" fmla="*/ 347340 h 1699043"/>
              <a:gd name="connsiteX154" fmla="*/ 6135796 w 10232859"/>
              <a:gd name="connsiteY154" fmla="*/ 363143 h 1699043"/>
              <a:gd name="connsiteX155" fmla="*/ 6195166 w 10232859"/>
              <a:gd name="connsiteY155" fmla="*/ 360190 h 1699043"/>
              <a:gd name="connsiteX156" fmla="*/ 6216259 w 10232859"/>
              <a:gd name="connsiteY156" fmla="*/ 363365 h 1699043"/>
              <a:gd name="connsiteX157" fmla="*/ 6228331 w 10232859"/>
              <a:gd name="connsiteY157" fmla="*/ 364034 h 1699043"/>
              <a:gd name="connsiteX158" fmla="*/ 6229602 w 10232859"/>
              <a:gd name="connsiteY158" fmla="*/ 363414 h 1699043"/>
              <a:gd name="connsiteX159" fmla="*/ 6258988 w 10232859"/>
              <a:gd name="connsiteY159" fmla="*/ 378660 h 1699043"/>
              <a:gd name="connsiteX160" fmla="*/ 6264106 w 10232859"/>
              <a:gd name="connsiteY160" fmla="*/ 379141 h 1699043"/>
              <a:gd name="connsiteX161" fmla="*/ 6281703 w 10232859"/>
              <a:gd name="connsiteY161" fmla="*/ 391054 h 1699043"/>
              <a:gd name="connsiteX162" fmla="*/ 6291622 w 10232859"/>
              <a:gd name="connsiteY162" fmla="*/ 396155 h 1699043"/>
              <a:gd name="connsiteX163" fmla="*/ 6292712 w 10232859"/>
              <a:gd name="connsiteY163" fmla="*/ 399771 h 1699043"/>
              <a:gd name="connsiteX164" fmla="*/ 6308227 w 10232859"/>
              <a:gd name="connsiteY164" fmla="*/ 406196 h 1699043"/>
              <a:gd name="connsiteX165" fmla="*/ 6328981 w 10232859"/>
              <a:gd name="connsiteY165" fmla="*/ 409495 h 1699043"/>
              <a:gd name="connsiteX166" fmla="*/ 6368693 w 10232859"/>
              <a:gd name="connsiteY166" fmla="*/ 417845 h 1699043"/>
              <a:gd name="connsiteX167" fmla="*/ 6414811 w 10232859"/>
              <a:gd name="connsiteY167" fmla="*/ 452200 h 1699043"/>
              <a:gd name="connsiteX168" fmla="*/ 6467879 w 10232859"/>
              <a:gd name="connsiteY168" fmla="*/ 468248 h 1699043"/>
              <a:gd name="connsiteX169" fmla="*/ 6564351 w 10232859"/>
              <a:gd name="connsiteY169" fmla="*/ 537518 h 1699043"/>
              <a:gd name="connsiteX170" fmla="*/ 6711178 w 10232859"/>
              <a:gd name="connsiteY170" fmla="*/ 573610 h 1699043"/>
              <a:gd name="connsiteX171" fmla="*/ 6764036 w 10232859"/>
              <a:gd name="connsiteY171" fmla="*/ 588943 h 1699043"/>
              <a:gd name="connsiteX172" fmla="*/ 6858983 w 10232859"/>
              <a:gd name="connsiteY172" fmla="*/ 623723 h 1699043"/>
              <a:gd name="connsiteX173" fmla="*/ 6910661 w 10232859"/>
              <a:gd name="connsiteY173" fmla="*/ 634620 h 1699043"/>
              <a:gd name="connsiteX174" fmla="*/ 6944111 w 10232859"/>
              <a:gd name="connsiteY174" fmla="*/ 659502 h 1699043"/>
              <a:gd name="connsiteX175" fmla="*/ 6965771 w 10232859"/>
              <a:gd name="connsiteY175" fmla="*/ 659931 h 1699043"/>
              <a:gd name="connsiteX176" fmla="*/ 6969639 w 10232859"/>
              <a:gd name="connsiteY176" fmla="*/ 659837 h 1699043"/>
              <a:gd name="connsiteX177" fmla="*/ 6982242 w 10232859"/>
              <a:gd name="connsiteY177" fmla="*/ 663112 h 1699043"/>
              <a:gd name="connsiteX178" fmla="*/ 6989387 w 10232859"/>
              <a:gd name="connsiteY178" fmla="*/ 659474 h 1699043"/>
              <a:gd name="connsiteX179" fmla="*/ 7010930 w 10232859"/>
              <a:gd name="connsiteY179" fmla="*/ 661134 h 1699043"/>
              <a:gd name="connsiteX180" fmla="*/ 7033125 w 10232859"/>
              <a:gd name="connsiteY180" fmla="*/ 668436 h 1699043"/>
              <a:gd name="connsiteX181" fmla="*/ 7134461 w 10232859"/>
              <a:gd name="connsiteY181" fmla="*/ 708192 h 1699043"/>
              <a:gd name="connsiteX182" fmla="*/ 7197450 w 10232859"/>
              <a:gd name="connsiteY182" fmla="*/ 729094 h 1699043"/>
              <a:gd name="connsiteX183" fmla="*/ 7225084 w 10232859"/>
              <a:gd name="connsiteY183" fmla="*/ 732505 h 1699043"/>
              <a:gd name="connsiteX184" fmla="*/ 7261183 w 10232859"/>
              <a:gd name="connsiteY184" fmla="*/ 740313 h 1699043"/>
              <a:gd name="connsiteX185" fmla="*/ 7327760 w 10232859"/>
              <a:gd name="connsiteY185" fmla="*/ 750586 h 1699043"/>
              <a:gd name="connsiteX186" fmla="*/ 7412222 w 10232859"/>
              <a:gd name="connsiteY186" fmla="*/ 770487 h 1699043"/>
              <a:gd name="connsiteX187" fmla="*/ 7457904 w 10232859"/>
              <a:gd name="connsiteY187" fmla="*/ 804321 h 1699043"/>
              <a:gd name="connsiteX188" fmla="*/ 7465795 w 10232859"/>
              <a:gd name="connsiteY188" fmla="*/ 802598 h 1699043"/>
              <a:gd name="connsiteX189" fmla="*/ 7505046 w 10232859"/>
              <a:gd name="connsiteY189" fmla="*/ 816517 h 1699043"/>
              <a:gd name="connsiteX190" fmla="*/ 7623220 w 10232859"/>
              <a:gd name="connsiteY190" fmla="*/ 888520 h 1699043"/>
              <a:gd name="connsiteX191" fmla="*/ 7700458 w 10232859"/>
              <a:gd name="connsiteY191" fmla="*/ 915079 h 1699043"/>
              <a:gd name="connsiteX192" fmla="*/ 7730988 w 10232859"/>
              <a:gd name="connsiteY192" fmla="*/ 920756 h 1699043"/>
              <a:gd name="connsiteX193" fmla="*/ 7781942 w 10232859"/>
              <a:gd name="connsiteY193" fmla="*/ 930503 h 1699043"/>
              <a:gd name="connsiteX194" fmla="*/ 7827704 w 10232859"/>
              <a:gd name="connsiteY194" fmla="*/ 928558 h 1699043"/>
              <a:gd name="connsiteX195" fmla="*/ 7867270 w 10232859"/>
              <a:gd name="connsiteY195" fmla="*/ 940366 h 1699043"/>
              <a:gd name="connsiteX196" fmla="*/ 7866538 w 10232859"/>
              <a:gd name="connsiteY196" fmla="*/ 955045 h 1699043"/>
              <a:gd name="connsiteX197" fmla="*/ 7912084 w 10232859"/>
              <a:gd name="connsiteY197" fmla="*/ 963800 h 1699043"/>
              <a:gd name="connsiteX198" fmla="*/ 7982264 w 10232859"/>
              <a:gd name="connsiteY198" fmla="*/ 975773 h 1699043"/>
              <a:gd name="connsiteX199" fmla="*/ 7991272 w 10232859"/>
              <a:gd name="connsiteY199" fmla="*/ 981104 h 1699043"/>
              <a:gd name="connsiteX200" fmla="*/ 8006496 w 10232859"/>
              <a:gd name="connsiteY200" fmla="*/ 972839 h 1699043"/>
              <a:gd name="connsiteX201" fmla="*/ 8034497 w 10232859"/>
              <a:gd name="connsiteY201" fmla="*/ 972054 h 1699043"/>
              <a:gd name="connsiteX202" fmla="*/ 8150881 w 10232859"/>
              <a:gd name="connsiteY202" fmla="*/ 990411 h 1699043"/>
              <a:gd name="connsiteX203" fmla="*/ 8172106 w 10232859"/>
              <a:gd name="connsiteY203" fmla="*/ 990512 h 1699043"/>
              <a:gd name="connsiteX204" fmla="*/ 8196076 w 10232859"/>
              <a:gd name="connsiteY204" fmla="*/ 1000078 h 1699043"/>
              <a:gd name="connsiteX205" fmla="*/ 8247463 w 10232859"/>
              <a:gd name="connsiteY205" fmla="*/ 1016332 h 1699043"/>
              <a:gd name="connsiteX206" fmla="*/ 8279272 w 10232859"/>
              <a:gd name="connsiteY206" fmla="*/ 1032921 h 1699043"/>
              <a:gd name="connsiteX207" fmla="*/ 8289611 w 10232859"/>
              <a:gd name="connsiteY207" fmla="*/ 1028630 h 1699043"/>
              <a:gd name="connsiteX208" fmla="*/ 8311483 w 10232859"/>
              <a:gd name="connsiteY208" fmla="*/ 1029399 h 1699043"/>
              <a:gd name="connsiteX209" fmla="*/ 8399489 w 10232859"/>
              <a:gd name="connsiteY209" fmla="*/ 1048562 h 1699043"/>
              <a:gd name="connsiteX210" fmla="*/ 8415973 w 10232859"/>
              <a:gd name="connsiteY210" fmla="*/ 1049660 h 1699043"/>
              <a:gd name="connsiteX211" fmla="*/ 8433326 w 10232859"/>
              <a:gd name="connsiteY211" fmla="*/ 1057881 h 1699043"/>
              <a:gd name="connsiteX212" fmla="*/ 8502328 w 10232859"/>
              <a:gd name="connsiteY212" fmla="*/ 1091498 h 1699043"/>
              <a:gd name="connsiteX213" fmla="*/ 8534346 w 10232859"/>
              <a:gd name="connsiteY213" fmla="*/ 1106980 h 1699043"/>
              <a:gd name="connsiteX214" fmla="*/ 8534980 w 10232859"/>
              <a:gd name="connsiteY214" fmla="*/ 1110861 h 1699043"/>
              <a:gd name="connsiteX215" fmla="*/ 8544104 w 10232859"/>
              <a:gd name="connsiteY215" fmla="*/ 1108406 h 1699043"/>
              <a:gd name="connsiteX216" fmla="*/ 8567742 w 10232859"/>
              <a:gd name="connsiteY216" fmla="*/ 1117590 h 1699043"/>
              <a:gd name="connsiteX217" fmla="*/ 8633779 w 10232859"/>
              <a:gd name="connsiteY217" fmla="*/ 1139226 h 1699043"/>
              <a:gd name="connsiteX218" fmla="*/ 8676965 w 10232859"/>
              <a:gd name="connsiteY218" fmla="*/ 1156949 h 1699043"/>
              <a:gd name="connsiteX219" fmla="*/ 8698944 w 10232859"/>
              <a:gd name="connsiteY219" fmla="*/ 1156939 h 1699043"/>
              <a:gd name="connsiteX220" fmla="*/ 8711456 w 10232859"/>
              <a:gd name="connsiteY220" fmla="*/ 1169217 h 1699043"/>
              <a:gd name="connsiteX221" fmla="*/ 8732793 w 10232859"/>
              <a:gd name="connsiteY221" fmla="*/ 1172972 h 1699043"/>
              <a:gd name="connsiteX222" fmla="*/ 8751897 w 10232859"/>
              <a:gd name="connsiteY222" fmla="*/ 1190886 h 1699043"/>
              <a:gd name="connsiteX223" fmla="*/ 8793564 w 10232859"/>
              <a:gd name="connsiteY223" fmla="*/ 1172572 h 1699043"/>
              <a:gd name="connsiteX224" fmla="*/ 8834270 w 10232859"/>
              <a:gd name="connsiteY224" fmla="*/ 1206624 h 1699043"/>
              <a:gd name="connsiteX225" fmla="*/ 8853872 w 10232859"/>
              <a:gd name="connsiteY225" fmla="*/ 1214714 h 1699043"/>
              <a:gd name="connsiteX226" fmla="*/ 8861901 w 10232859"/>
              <a:gd name="connsiteY226" fmla="*/ 1211375 h 1699043"/>
              <a:gd name="connsiteX227" fmla="*/ 8874168 w 10232859"/>
              <a:gd name="connsiteY227" fmla="*/ 1213967 h 1699043"/>
              <a:gd name="connsiteX228" fmla="*/ 8871123 w 10232859"/>
              <a:gd name="connsiteY228" fmla="*/ 1221160 h 1699043"/>
              <a:gd name="connsiteX229" fmla="*/ 8903537 w 10232859"/>
              <a:gd name="connsiteY229" fmla="*/ 1230588 h 1699043"/>
              <a:gd name="connsiteX230" fmla="*/ 8933767 w 10232859"/>
              <a:gd name="connsiteY230" fmla="*/ 1263368 h 1699043"/>
              <a:gd name="connsiteX231" fmla="*/ 8985765 w 10232859"/>
              <a:gd name="connsiteY231" fmla="*/ 1287664 h 1699043"/>
              <a:gd name="connsiteX232" fmla="*/ 9071444 w 10232859"/>
              <a:gd name="connsiteY232" fmla="*/ 1317305 h 1699043"/>
              <a:gd name="connsiteX233" fmla="*/ 9096711 w 10232859"/>
              <a:gd name="connsiteY233" fmla="*/ 1327777 h 1699043"/>
              <a:gd name="connsiteX234" fmla="*/ 9338853 w 10232859"/>
              <a:gd name="connsiteY234" fmla="*/ 1448046 h 1699043"/>
              <a:gd name="connsiteX235" fmla="*/ 9520814 w 10232859"/>
              <a:gd name="connsiteY235" fmla="*/ 1449827 h 1699043"/>
              <a:gd name="connsiteX236" fmla="*/ 9702271 w 10232859"/>
              <a:gd name="connsiteY236" fmla="*/ 1488553 h 1699043"/>
              <a:gd name="connsiteX237" fmla="*/ 9744273 w 10232859"/>
              <a:gd name="connsiteY237" fmla="*/ 1523512 h 1699043"/>
              <a:gd name="connsiteX238" fmla="*/ 9771903 w 10232859"/>
              <a:gd name="connsiteY238" fmla="*/ 1530034 h 1699043"/>
              <a:gd name="connsiteX239" fmla="*/ 9818565 w 10232859"/>
              <a:gd name="connsiteY239" fmla="*/ 1538545 h 1699043"/>
              <a:gd name="connsiteX240" fmla="*/ 9882202 w 10232859"/>
              <a:gd name="connsiteY240" fmla="*/ 1565888 h 1699043"/>
              <a:gd name="connsiteX241" fmla="*/ 10022025 w 10232859"/>
              <a:gd name="connsiteY241" fmla="*/ 1599696 h 1699043"/>
              <a:gd name="connsiteX242" fmla="*/ 10220406 w 10232859"/>
              <a:gd name="connsiteY242" fmla="*/ 1677005 h 1699043"/>
              <a:gd name="connsiteX243" fmla="*/ 10232859 w 10232859"/>
              <a:gd name="connsiteY243" fmla="*/ 1699043 h 1699043"/>
              <a:gd name="connsiteX244" fmla="*/ 0 w 10232859"/>
              <a:gd name="connsiteY244" fmla="*/ 1699043 h 1699043"/>
              <a:gd name="connsiteX245" fmla="*/ 0 w 10232859"/>
              <a:gd name="connsiteY245" fmla="*/ 21828 h 1699043"/>
              <a:gd name="connsiteX246" fmla="*/ 8097 w 10232859"/>
              <a:gd name="connsiteY246" fmla="*/ 24355 h 1699043"/>
              <a:gd name="connsiteX247" fmla="*/ 77128 w 10232859"/>
              <a:gd name="connsiteY247" fmla="*/ 6867 h 1699043"/>
              <a:gd name="connsiteX248" fmla="*/ 188338 w 10232859"/>
              <a:gd name="connsiteY248" fmla="*/ 5079 h 1699043"/>
              <a:gd name="connsiteX249" fmla="*/ 298809 w 10232859"/>
              <a:gd name="connsiteY249" fmla="*/ 6198 h 1699043"/>
              <a:gd name="connsiteX250" fmla="*/ 338985 w 10232859"/>
              <a:gd name="connsiteY250" fmla="*/ 8006 h 1699043"/>
              <a:gd name="connsiteX251" fmla="*/ 409815 w 10232859"/>
              <a:gd name="connsiteY251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01045 w 10232859"/>
              <a:gd name="connsiteY118" fmla="*/ 147239 h 1699043"/>
              <a:gd name="connsiteX119" fmla="*/ 5001600 w 10232859"/>
              <a:gd name="connsiteY119" fmla="*/ 190239 h 1699043"/>
              <a:gd name="connsiteX120" fmla="*/ 5033465 w 10232859"/>
              <a:gd name="connsiteY120" fmla="*/ 175915 h 1699043"/>
              <a:gd name="connsiteX121" fmla="*/ 5115965 w 10232859"/>
              <a:gd name="connsiteY121" fmla="*/ 186069 h 1699043"/>
              <a:gd name="connsiteX122" fmla="*/ 5237936 w 10232859"/>
              <a:gd name="connsiteY122" fmla="*/ 239508 h 1699043"/>
              <a:gd name="connsiteX123" fmla="*/ 5290566 w 10232859"/>
              <a:gd name="connsiteY123" fmla="*/ 263295 h 1699043"/>
              <a:gd name="connsiteX124" fmla="*/ 5344878 w 10232859"/>
              <a:gd name="connsiteY124" fmla="*/ 276360 h 1699043"/>
              <a:gd name="connsiteX125" fmla="*/ 5413398 w 10232859"/>
              <a:gd name="connsiteY125" fmla="*/ 276235 h 1699043"/>
              <a:gd name="connsiteX126" fmla="*/ 5415629 w 10232859"/>
              <a:gd name="connsiteY126" fmla="*/ 275768 h 1699043"/>
              <a:gd name="connsiteX127" fmla="*/ 5433078 w 10232859"/>
              <a:gd name="connsiteY127" fmla="*/ 279684 h 1699043"/>
              <a:gd name="connsiteX128" fmla="*/ 5435759 w 10232859"/>
              <a:gd name="connsiteY128" fmla="*/ 283100 h 1699043"/>
              <a:gd name="connsiteX129" fmla="*/ 5447372 w 10232859"/>
              <a:gd name="connsiteY129" fmla="*/ 286587 h 1699043"/>
              <a:gd name="connsiteX130" fmla="*/ 5469289 w 10232859"/>
              <a:gd name="connsiteY130" fmla="*/ 295620 h 1699043"/>
              <a:gd name="connsiteX131" fmla="*/ 5508752 w 10232859"/>
              <a:gd name="connsiteY131" fmla="*/ 305753 h 1699043"/>
              <a:gd name="connsiteX132" fmla="*/ 5509657 w 10232859"/>
              <a:gd name="connsiteY132" fmla="*/ 304936 h 1699043"/>
              <a:gd name="connsiteX133" fmla="*/ 5521245 w 10232859"/>
              <a:gd name="connsiteY133" fmla="*/ 303688 h 1699043"/>
              <a:gd name="connsiteX134" fmla="*/ 5542415 w 10232859"/>
              <a:gd name="connsiteY134" fmla="*/ 303495 h 1699043"/>
              <a:gd name="connsiteX135" fmla="*/ 5596538 w 10232859"/>
              <a:gd name="connsiteY135" fmla="*/ 291153 h 1699043"/>
              <a:gd name="connsiteX136" fmla="*/ 5632514 w 10232859"/>
              <a:gd name="connsiteY136" fmla="*/ 301962 h 1699043"/>
              <a:gd name="connsiteX137" fmla="*/ 5640005 w 10232859"/>
              <a:gd name="connsiteY137" fmla="*/ 303617 h 1699043"/>
              <a:gd name="connsiteX138" fmla="*/ 5640259 w 10232859"/>
              <a:gd name="connsiteY138" fmla="*/ 303435 h 1699043"/>
              <a:gd name="connsiteX139" fmla="*/ 5648365 w 10232859"/>
              <a:gd name="connsiteY139" fmla="*/ 304754 h 1699043"/>
              <a:gd name="connsiteX140" fmla="*/ 5653662 w 10232859"/>
              <a:gd name="connsiteY140" fmla="*/ 306635 h 1699043"/>
              <a:gd name="connsiteX141" fmla="*/ 5668196 w 10232859"/>
              <a:gd name="connsiteY141" fmla="*/ 309846 h 1699043"/>
              <a:gd name="connsiteX142" fmla="*/ 5673886 w 10232859"/>
              <a:gd name="connsiteY142" fmla="*/ 309526 h 1699043"/>
              <a:gd name="connsiteX143" fmla="*/ 5677139 w 10232859"/>
              <a:gd name="connsiteY143" fmla="*/ 307345 h 1699043"/>
              <a:gd name="connsiteX144" fmla="*/ 5708983 w 10232859"/>
              <a:gd name="connsiteY144" fmla="*/ 306674 h 1699043"/>
              <a:gd name="connsiteX145" fmla="*/ 5773909 w 10232859"/>
              <a:gd name="connsiteY145" fmla="*/ 312061 h 1699043"/>
              <a:gd name="connsiteX146" fmla="*/ 5809500 w 10232859"/>
              <a:gd name="connsiteY146" fmla="*/ 318450 h 1699043"/>
              <a:gd name="connsiteX147" fmla="*/ 5908729 w 10232859"/>
              <a:gd name="connsiteY147" fmla="*/ 332335 h 1699043"/>
              <a:gd name="connsiteX148" fmla="*/ 6009654 w 10232859"/>
              <a:gd name="connsiteY148" fmla="*/ 343526 h 1699043"/>
              <a:gd name="connsiteX149" fmla="*/ 6067487 w 10232859"/>
              <a:gd name="connsiteY149" fmla="*/ 333712 h 1699043"/>
              <a:gd name="connsiteX150" fmla="*/ 6073281 w 10232859"/>
              <a:gd name="connsiteY150" fmla="*/ 334316 h 1699043"/>
              <a:gd name="connsiteX151" fmla="*/ 6086225 w 10232859"/>
              <a:gd name="connsiteY151" fmla="*/ 339621 h 1699043"/>
              <a:gd name="connsiteX152" fmla="*/ 6105063 w 10232859"/>
              <a:gd name="connsiteY152" fmla="*/ 347340 h 1699043"/>
              <a:gd name="connsiteX153" fmla="*/ 6135796 w 10232859"/>
              <a:gd name="connsiteY153" fmla="*/ 363143 h 1699043"/>
              <a:gd name="connsiteX154" fmla="*/ 6195166 w 10232859"/>
              <a:gd name="connsiteY154" fmla="*/ 360190 h 1699043"/>
              <a:gd name="connsiteX155" fmla="*/ 6216259 w 10232859"/>
              <a:gd name="connsiteY155" fmla="*/ 363365 h 1699043"/>
              <a:gd name="connsiteX156" fmla="*/ 6228331 w 10232859"/>
              <a:gd name="connsiteY156" fmla="*/ 364034 h 1699043"/>
              <a:gd name="connsiteX157" fmla="*/ 6229602 w 10232859"/>
              <a:gd name="connsiteY157" fmla="*/ 363414 h 1699043"/>
              <a:gd name="connsiteX158" fmla="*/ 6258988 w 10232859"/>
              <a:gd name="connsiteY158" fmla="*/ 378660 h 1699043"/>
              <a:gd name="connsiteX159" fmla="*/ 6264106 w 10232859"/>
              <a:gd name="connsiteY159" fmla="*/ 379141 h 1699043"/>
              <a:gd name="connsiteX160" fmla="*/ 6281703 w 10232859"/>
              <a:gd name="connsiteY160" fmla="*/ 391054 h 1699043"/>
              <a:gd name="connsiteX161" fmla="*/ 6291622 w 10232859"/>
              <a:gd name="connsiteY161" fmla="*/ 396155 h 1699043"/>
              <a:gd name="connsiteX162" fmla="*/ 6292712 w 10232859"/>
              <a:gd name="connsiteY162" fmla="*/ 399771 h 1699043"/>
              <a:gd name="connsiteX163" fmla="*/ 6308227 w 10232859"/>
              <a:gd name="connsiteY163" fmla="*/ 406196 h 1699043"/>
              <a:gd name="connsiteX164" fmla="*/ 6328981 w 10232859"/>
              <a:gd name="connsiteY164" fmla="*/ 409495 h 1699043"/>
              <a:gd name="connsiteX165" fmla="*/ 6368693 w 10232859"/>
              <a:gd name="connsiteY165" fmla="*/ 417845 h 1699043"/>
              <a:gd name="connsiteX166" fmla="*/ 6414811 w 10232859"/>
              <a:gd name="connsiteY166" fmla="*/ 452200 h 1699043"/>
              <a:gd name="connsiteX167" fmla="*/ 6467879 w 10232859"/>
              <a:gd name="connsiteY167" fmla="*/ 468248 h 1699043"/>
              <a:gd name="connsiteX168" fmla="*/ 6564351 w 10232859"/>
              <a:gd name="connsiteY168" fmla="*/ 537518 h 1699043"/>
              <a:gd name="connsiteX169" fmla="*/ 6711178 w 10232859"/>
              <a:gd name="connsiteY169" fmla="*/ 573610 h 1699043"/>
              <a:gd name="connsiteX170" fmla="*/ 6764036 w 10232859"/>
              <a:gd name="connsiteY170" fmla="*/ 588943 h 1699043"/>
              <a:gd name="connsiteX171" fmla="*/ 6858983 w 10232859"/>
              <a:gd name="connsiteY171" fmla="*/ 623723 h 1699043"/>
              <a:gd name="connsiteX172" fmla="*/ 6910661 w 10232859"/>
              <a:gd name="connsiteY172" fmla="*/ 634620 h 1699043"/>
              <a:gd name="connsiteX173" fmla="*/ 6944111 w 10232859"/>
              <a:gd name="connsiteY173" fmla="*/ 659502 h 1699043"/>
              <a:gd name="connsiteX174" fmla="*/ 6965771 w 10232859"/>
              <a:gd name="connsiteY174" fmla="*/ 659931 h 1699043"/>
              <a:gd name="connsiteX175" fmla="*/ 6969639 w 10232859"/>
              <a:gd name="connsiteY175" fmla="*/ 659837 h 1699043"/>
              <a:gd name="connsiteX176" fmla="*/ 6982242 w 10232859"/>
              <a:gd name="connsiteY176" fmla="*/ 663112 h 1699043"/>
              <a:gd name="connsiteX177" fmla="*/ 6989387 w 10232859"/>
              <a:gd name="connsiteY177" fmla="*/ 659474 h 1699043"/>
              <a:gd name="connsiteX178" fmla="*/ 7010930 w 10232859"/>
              <a:gd name="connsiteY178" fmla="*/ 661134 h 1699043"/>
              <a:gd name="connsiteX179" fmla="*/ 7033125 w 10232859"/>
              <a:gd name="connsiteY179" fmla="*/ 668436 h 1699043"/>
              <a:gd name="connsiteX180" fmla="*/ 7134461 w 10232859"/>
              <a:gd name="connsiteY180" fmla="*/ 708192 h 1699043"/>
              <a:gd name="connsiteX181" fmla="*/ 7197450 w 10232859"/>
              <a:gd name="connsiteY181" fmla="*/ 729094 h 1699043"/>
              <a:gd name="connsiteX182" fmla="*/ 7225084 w 10232859"/>
              <a:gd name="connsiteY182" fmla="*/ 732505 h 1699043"/>
              <a:gd name="connsiteX183" fmla="*/ 7261183 w 10232859"/>
              <a:gd name="connsiteY183" fmla="*/ 740313 h 1699043"/>
              <a:gd name="connsiteX184" fmla="*/ 7327760 w 10232859"/>
              <a:gd name="connsiteY184" fmla="*/ 750586 h 1699043"/>
              <a:gd name="connsiteX185" fmla="*/ 7412222 w 10232859"/>
              <a:gd name="connsiteY185" fmla="*/ 770487 h 1699043"/>
              <a:gd name="connsiteX186" fmla="*/ 7457904 w 10232859"/>
              <a:gd name="connsiteY186" fmla="*/ 804321 h 1699043"/>
              <a:gd name="connsiteX187" fmla="*/ 7465795 w 10232859"/>
              <a:gd name="connsiteY187" fmla="*/ 802598 h 1699043"/>
              <a:gd name="connsiteX188" fmla="*/ 7505046 w 10232859"/>
              <a:gd name="connsiteY188" fmla="*/ 816517 h 1699043"/>
              <a:gd name="connsiteX189" fmla="*/ 7623220 w 10232859"/>
              <a:gd name="connsiteY189" fmla="*/ 888520 h 1699043"/>
              <a:gd name="connsiteX190" fmla="*/ 7700458 w 10232859"/>
              <a:gd name="connsiteY190" fmla="*/ 915079 h 1699043"/>
              <a:gd name="connsiteX191" fmla="*/ 7730988 w 10232859"/>
              <a:gd name="connsiteY191" fmla="*/ 920756 h 1699043"/>
              <a:gd name="connsiteX192" fmla="*/ 7781942 w 10232859"/>
              <a:gd name="connsiteY192" fmla="*/ 930503 h 1699043"/>
              <a:gd name="connsiteX193" fmla="*/ 7827704 w 10232859"/>
              <a:gd name="connsiteY193" fmla="*/ 928558 h 1699043"/>
              <a:gd name="connsiteX194" fmla="*/ 7867270 w 10232859"/>
              <a:gd name="connsiteY194" fmla="*/ 940366 h 1699043"/>
              <a:gd name="connsiteX195" fmla="*/ 7866538 w 10232859"/>
              <a:gd name="connsiteY195" fmla="*/ 955045 h 1699043"/>
              <a:gd name="connsiteX196" fmla="*/ 7912084 w 10232859"/>
              <a:gd name="connsiteY196" fmla="*/ 963800 h 1699043"/>
              <a:gd name="connsiteX197" fmla="*/ 7982264 w 10232859"/>
              <a:gd name="connsiteY197" fmla="*/ 975773 h 1699043"/>
              <a:gd name="connsiteX198" fmla="*/ 7991272 w 10232859"/>
              <a:gd name="connsiteY198" fmla="*/ 981104 h 1699043"/>
              <a:gd name="connsiteX199" fmla="*/ 8006496 w 10232859"/>
              <a:gd name="connsiteY199" fmla="*/ 972839 h 1699043"/>
              <a:gd name="connsiteX200" fmla="*/ 8034497 w 10232859"/>
              <a:gd name="connsiteY200" fmla="*/ 972054 h 1699043"/>
              <a:gd name="connsiteX201" fmla="*/ 8150881 w 10232859"/>
              <a:gd name="connsiteY201" fmla="*/ 990411 h 1699043"/>
              <a:gd name="connsiteX202" fmla="*/ 8172106 w 10232859"/>
              <a:gd name="connsiteY202" fmla="*/ 990512 h 1699043"/>
              <a:gd name="connsiteX203" fmla="*/ 8196076 w 10232859"/>
              <a:gd name="connsiteY203" fmla="*/ 1000078 h 1699043"/>
              <a:gd name="connsiteX204" fmla="*/ 8247463 w 10232859"/>
              <a:gd name="connsiteY204" fmla="*/ 1016332 h 1699043"/>
              <a:gd name="connsiteX205" fmla="*/ 8279272 w 10232859"/>
              <a:gd name="connsiteY205" fmla="*/ 1032921 h 1699043"/>
              <a:gd name="connsiteX206" fmla="*/ 8289611 w 10232859"/>
              <a:gd name="connsiteY206" fmla="*/ 1028630 h 1699043"/>
              <a:gd name="connsiteX207" fmla="*/ 8311483 w 10232859"/>
              <a:gd name="connsiteY207" fmla="*/ 1029399 h 1699043"/>
              <a:gd name="connsiteX208" fmla="*/ 8399489 w 10232859"/>
              <a:gd name="connsiteY208" fmla="*/ 1048562 h 1699043"/>
              <a:gd name="connsiteX209" fmla="*/ 8415973 w 10232859"/>
              <a:gd name="connsiteY209" fmla="*/ 1049660 h 1699043"/>
              <a:gd name="connsiteX210" fmla="*/ 8433326 w 10232859"/>
              <a:gd name="connsiteY210" fmla="*/ 1057881 h 1699043"/>
              <a:gd name="connsiteX211" fmla="*/ 8502328 w 10232859"/>
              <a:gd name="connsiteY211" fmla="*/ 1091498 h 1699043"/>
              <a:gd name="connsiteX212" fmla="*/ 8534346 w 10232859"/>
              <a:gd name="connsiteY212" fmla="*/ 1106980 h 1699043"/>
              <a:gd name="connsiteX213" fmla="*/ 8534980 w 10232859"/>
              <a:gd name="connsiteY213" fmla="*/ 1110861 h 1699043"/>
              <a:gd name="connsiteX214" fmla="*/ 8544104 w 10232859"/>
              <a:gd name="connsiteY214" fmla="*/ 1108406 h 1699043"/>
              <a:gd name="connsiteX215" fmla="*/ 8567742 w 10232859"/>
              <a:gd name="connsiteY215" fmla="*/ 1117590 h 1699043"/>
              <a:gd name="connsiteX216" fmla="*/ 8633779 w 10232859"/>
              <a:gd name="connsiteY216" fmla="*/ 1139226 h 1699043"/>
              <a:gd name="connsiteX217" fmla="*/ 8676965 w 10232859"/>
              <a:gd name="connsiteY217" fmla="*/ 1156949 h 1699043"/>
              <a:gd name="connsiteX218" fmla="*/ 8698944 w 10232859"/>
              <a:gd name="connsiteY218" fmla="*/ 1156939 h 1699043"/>
              <a:gd name="connsiteX219" fmla="*/ 8711456 w 10232859"/>
              <a:gd name="connsiteY219" fmla="*/ 1169217 h 1699043"/>
              <a:gd name="connsiteX220" fmla="*/ 8732793 w 10232859"/>
              <a:gd name="connsiteY220" fmla="*/ 1172972 h 1699043"/>
              <a:gd name="connsiteX221" fmla="*/ 8751897 w 10232859"/>
              <a:gd name="connsiteY221" fmla="*/ 1190886 h 1699043"/>
              <a:gd name="connsiteX222" fmla="*/ 8793564 w 10232859"/>
              <a:gd name="connsiteY222" fmla="*/ 1172572 h 1699043"/>
              <a:gd name="connsiteX223" fmla="*/ 8834270 w 10232859"/>
              <a:gd name="connsiteY223" fmla="*/ 1206624 h 1699043"/>
              <a:gd name="connsiteX224" fmla="*/ 8853872 w 10232859"/>
              <a:gd name="connsiteY224" fmla="*/ 1214714 h 1699043"/>
              <a:gd name="connsiteX225" fmla="*/ 8861901 w 10232859"/>
              <a:gd name="connsiteY225" fmla="*/ 1211375 h 1699043"/>
              <a:gd name="connsiteX226" fmla="*/ 8874168 w 10232859"/>
              <a:gd name="connsiteY226" fmla="*/ 1213967 h 1699043"/>
              <a:gd name="connsiteX227" fmla="*/ 8871123 w 10232859"/>
              <a:gd name="connsiteY227" fmla="*/ 1221160 h 1699043"/>
              <a:gd name="connsiteX228" fmla="*/ 8903537 w 10232859"/>
              <a:gd name="connsiteY228" fmla="*/ 1230588 h 1699043"/>
              <a:gd name="connsiteX229" fmla="*/ 8933767 w 10232859"/>
              <a:gd name="connsiteY229" fmla="*/ 1263368 h 1699043"/>
              <a:gd name="connsiteX230" fmla="*/ 8985765 w 10232859"/>
              <a:gd name="connsiteY230" fmla="*/ 1287664 h 1699043"/>
              <a:gd name="connsiteX231" fmla="*/ 9071444 w 10232859"/>
              <a:gd name="connsiteY231" fmla="*/ 1317305 h 1699043"/>
              <a:gd name="connsiteX232" fmla="*/ 9096711 w 10232859"/>
              <a:gd name="connsiteY232" fmla="*/ 1327777 h 1699043"/>
              <a:gd name="connsiteX233" fmla="*/ 9338853 w 10232859"/>
              <a:gd name="connsiteY233" fmla="*/ 1448046 h 1699043"/>
              <a:gd name="connsiteX234" fmla="*/ 9520814 w 10232859"/>
              <a:gd name="connsiteY234" fmla="*/ 1449827 h 1699043"/>
              <a:gd name="connsiteX235" fmla="*/ 9702271 w 10232859"/>
              <a:gd name="connsiteY235" fmla="*/ 1488553 h 1699043"/>
              <a:gd name="connsiteX236" fmla="*/ 9744273 w 10232859"/>
              <a:gd name="connsiteY236" fmla="*/ 1523512 h 1699043"/>
              <a:gd name="connsiteX237" fmla="*/ 9771903 w 10232859"/>
              <a:gd name="connsiteY237" fmla="*/ 1530034 h 1699043"/>
              <a:gd name="connsiteX238" fmla="*/ 9818565 w 10232859"/>
              <a:gd name="connsiteY238" fmla="*/ 1538545 h 1699043"/>
              <a:gd name="connsiteX239" fmla="*/ 9882202 w 10232859"/>
              <a:gd name="connsiteY239" fmla="*/ 1565888 h 1699043"/>
              <a:gd name="connsiteX240" fmla="*/ 10022025 w 10232859"/>
              <a:gd name="connsiteY240" fmla="*/ 1599696 h 1699043"/>
              <a:gd name="connsiteX241" fmla="*/ 10220406 w 10232859"/>
              <a:gd name="connsiteY241" fmla="*/ 1677005 h 1699043"/>
              <a:gd name="connsiteX242" fmla="*/ 10232859 w 10232859"/>
              <a:gd name="connsiteY242" fmla="*/ 1699043 h 1699043"/>
              <a:gd name="connsiteX243" fmla="*/ 0 w 10232859"/>
              <a:gd name="connsiteY243" fmla="*/ 1699043 h 1699043"/>
              <a:gd name="connsiteX244" fmla="*/ 0 w 10232859"/>
              <a:gd name="connsiteY244" fmla="*/ 21828 h 1699043"/>
              <a:gd name="connsiteX245" fmla="*/ 8097 w 10232859"/>
              <a:gd name="connsiteY245" fmla="*/ 24355 h 1699043"/>
              <a:gd name="connsiteX246" fmla="*/ 77128 w 10232859"/>
              <a:gd name="connsiteY246" fmla="*/ 6867 h 1699043"/>
              <a:gd name="connsiteX247" fmla="*/ 188338 w 10232859"/>
              <a:gd name="connsiteY247" fmla="*/ 5079 h 1699043"/>
              <a:gd name="connsiteX248" fmla="*/ 298809 w 10232859"/>
              <a:gd name="connsiteY248" fmla="*/ 6198 h 1699043"/>
              <a:gd name="connsiteX249" fmla="*/ 338985 w 10232859"/>
              <a:gd name="connsiteY249" fmla="*/ 8006 h 1699043"/>
              <a:gd name="connsiteX250" fmla="*/ 409815 w 10232859"/>
              <a:gd name="connsiteY250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01045 w 10232859"/>
              <a:gd name="connsiteY118" fmla="*/ 147239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237936 w 10232859"/>
              <a:gd name="connsiteY121" fmla="*/ 239508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237936 w 10232859"/>
              <a:gd name="connsiteY121" fmla="*/ 239508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237936 w 10232859"/>
              <a:gd name="connsiteY121" fmla="*/ 239508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09654 w 10232859"/>
              <a:gd name="connsiteY146" fmla="*/ 343526 h 1699043"/>
              <a:gd name="connsiteX147" fmla="*/ 6067487 w 10232859"/>
              <a:gd name="connsiteY147" fmla="*/ 333712 h 1699043"/>
              <a:gd name="connsiteX148" fmla="*/ 6073281 w 10232859"/>
              <a:gd name="connsiteY148" fmla="*/ 334316 h 1699043"/>
              <a:gd name="connsiteX149" fmla="*/ 6086225 w 10232859"/>
              <a:gd name="connsiteY149" fmla="*/ 339621 h 1699043"/>
              <a:gd name="connsiteX150" fmla="*/ 6105063 w 10232859"/>
              <a:gd name="connsiteY150" fmla="*/ 347340 h 1699043"/>
              <a:gd name="connsiteX151" fmla="*/ 6135796 w 10232859"/>
              <a:gd name="connsiteY151" fmla="*/ 363143 h 1699043"/>
              <a:gd name="connsiteX152" fmla="*/ 6195166 w 10232859"/>
              <a:gd name="connsiteY152" fmla="*/ 360190 h 1699043"/>
              <a:gd name="connsiteX153" fmla="*/ 6216259 w 10232859"/>
              <a:gd name="connsiteY153" fmla="*/ 363365 h 1699043"/>
              <a:gd name="connsiteX154" fmla="*/ 6228331 w 10232859"/>
              <a:gd name="connsiteY154" fmla="*/ 364034 h 1699043"/>
              <a:gd name="connsiteX155" fmla="*/ 6229602 w 10232859"/>
              <a:gd name="connsiteY155" fmla="*/ 363414 h 1699043"/>
              <a:gd name="connsiteX156" fmla="*/ 6258988 w 10232859"/>
              <a:gd name="connsiteY156" fmla="*/ 378660 h 1699043"/>
              <a:gd name="connsiteX157" fmla="*/ 6264106 w 10232859"/>
              <a:gd name="connsiteY157" fmla="*/ 379141 h 1699043"/>
              <a:gd name="connsiteX158" fmla="*/ 6281703 w 10232859"/>
              <a:gd name="connsiteY158" fmla="*/ 391054 h 1699043"/>
              <a:gd name="connsiteX159" fmla="*/ 6291622 w 10232859"/>
              <a:gd name="connsiteY159" fmla="*/ 396155 h 1699043"/>
              <a:gd name="connsiteX160" fmla="*/ 6292712 w 10232859"/>
              <a:gd name="connsiteY160" fmla="*/ 399771 h 1699043"/>
              <a:gd name="connsiteX161" fmla="*/ 6308227 w 10232859"/>
              <a:gd name="connsiteY161" fmla="*/ 406196 h 1699043"/>
              <a:gd name="connsiteX162" fmla="*/ 6328981 w 10232859"/>
              <a:gd name="connsiteY162" fmla="*/ 409495 h 1699043"/>
              <a:gd name="connsiteX163" fmla="*/ 6368693 w 10232859"/>
              <a:gd name="connsiteY163" fmla="*/ 417845 h 1699043"/>
              <a:gd name="connsiteX164" fmla="*/ 6414811 w 10232859"/>
              <a:gd name="connsiteY164" fmla="*/ 452200 h 1699043"/>
              <a:gd name="connsiteX165" fmla="*/ 6467879 w 10232859"/>
              <a:gd name="connsiteY165" fmla="*/ 468248 h 1699043"/>
              <a:gd name="connsiteX166" fmla="*/ 6564351 w 10232859"/>
              <a:gd name="connsiteY166" fmla="*/ 537518 h 1699043"/>
              <a:gd name="connsiteX167" fmla="*/ 6711178 w 10232859"/>
              <a:gd name="connsiteY167" fmla="*/ 573610 h 1699043"/>
              <a:gd name="connsiteX168" fmla="*/ 6764036 w 10232859"/>
              <a:gd name="connsiteY168" fmla="*/ 588943 h 1699043"/>
              <a:gd name="connsiteX169" fmla="*/ 6858983 w 10232859"/>
              <a:gd name="connsiteY169" fmla="*/ 623723 h 1699043"/>
              <a:gd name="connsiteX170" fmla="*/ 6910661 w 10232859"/>
              <a:gd name="connsiteY170" fmla="*/ 634620 h 1699043"/>
              <a:gd name="connsiteX171" fmla="*/ 6944111 w 10232859"/>
              <a:gd name="connsiteY171" fmla="*/ 659502 h 1699043"/>
              <a:gd name="connsiteX172" fmla="*/ 6965771 w 10232859"/>
              <a:gd name="connsiteY172" fmla="*/ 659931 h 1699043"/>
              <a:gd name="connsiteX173" fmla="*/ 6969639 w 10232859"/>
              <a:gd name="connsiteY173" fmla="*/ 659837 h 1699043"/>
              <a:gd name="connsiteX174" fmla="*/ 6982242 w 10232859"/>
              <a:gd name="connsiteY174" fmla="*/ 663112 h 1699043"/>
              <a:gd name="connsiteX175" fmla="*/ 6989387 w 10232859"/>
              <a:gd name="connsiteY175" fmla="*/ 659474 h 1699043"/>
              <a:gd name="connsiteX176" fmla="*/ 7010930 w 10232859"/>
              <a:gd name="connsiteY176" fmla="*/ 661134 h 1699043"/>
              <a:gd name="connsiteX177" fmla="*/ 7033125 w 10232859"/>
              <a:gd name="connsiteY177" fmla="*/ 668436 h 1699043"/>
              <a:gd name="connsiteX178" fmla="*/ 7134461 w 10232859"/>
              <a:gd name="connsiteY178" fmla="*/ 708192 h 1699043"/>
              <a:gd name="connsiteX179" fmla="*/ 7197450 w 10232859"/>
              <a:gd name="connsiteY179" fmla="*/ 729094 h 1699043"/>
              <a:gd name="connsiteX180" fmla="*/ 7225084 w 10232859"/>
              <a:gd name="connsiteY180" fmla="*/ 732505 h 1699043"/>
              <a:gd name="connsiteX181" fmla="*/ 7261183 w 10232859"/>
              <a:gd name="connsiteY181" fmla="*/ 740313 h 1699043"/>
              <a:gd name="connsiteX182" fmla="*/ 7327760 w 10232859"/>
              <a:gd name="connsiteY182" fmla="*/ 750586 h 1699043"/>
              <a:gd name="connsiteX183" fmla="*/ 7412222 w 10232859"/>
              <a:gd name="connsiteY183" fmla="*/ 770487 h 1699043"/>
              <a:gd name="connsiteX184" fmla="*/ 7457904 w 10232859"/>
              <a:gd name="connsiteY184" fmla="*/ 804321 h 1699043"/>
              <a:gd name="connsiteX185" fmla="*/ 7465795 w 10232859"/>
              <a:gd name="connsiteY185" fmla="*/ 802598 h 1699043"/>
              <a:gd name="connsiteX186" fmla="*/ 7505046 w 10232859"/>
              <a:gd name="connsiteY186" fmla="*/ 816517 h 1699043"/>
              <a:gd name="connsiteX187" fmla="*/ 7623220 w 10232859"/>
              <a:gd name="connsiteY187" fmla="*/ 888520 h 1699043"/>
              <a:gd name="connsiteX188" fmla="*/ 7700458 w 10232859"/>
              <a:gd name="connsiteY188" fmla="*/ 915079 h 1699043"/>
              <a:gd name="connsiteX189" fmla="*/ 7730988 w 10232859"/>
              <a:gd name="connsiteY189" fmla="*/ 920756 h 1699043"/>
              <a:gd name="connsiteX190" fmla="*/ 7781942 w 10232859"/>
              <a:gd name="connsiteY190" fmla="*/ 930503 h 1699043"/>
              <a:gd name="connsiteX191" fmla="*/ 7827704 w 10232859"/>
              <a:gd name="connsiteY191" fmla="*/ 928558 h 1699043"/>
              <a:gd name="connsiteX192" fmla="*/ 7867270 w 10232859"/>
              <a:gd name="connsiteY192" fmla="*/ 940366 h 1699043"/>
              <a:gd name="connsiteX193" fmla="*/ 7866538 w 10232859"/>
              <a:gd name="connsiteY193" fmla="*/ 955045 h 1699043"/>
              <a:gd name="connsiteX194" fmla="*/ 7912084 w 10232859"/>
              <a:gd name="connsiteY194" fmla="*/ 963800 h 1699043"/>
              <a:gd name="connsiteX195" fmla="*/ 7982264 w 10232859"/>
              <a:gd name="connsiteY195" fmla="*/ 975773 h 1699043"/>
              <a:gd name="connsiteX196" fmla="*/ 7991272 w 10232859"/>
              <a:gd name="connsiteY196" fmla="*/ 981104 h 1699043"/>
              <a:gd name="connsiteX197" fmla="*/ 8006496 w 10232859"/>
              <a:gd name="connsiteY197" fmla="*/ 972839 h 1699043"/>
              <a:gd name="connsiteX198" fmla="*/ 8034497 w 10232859"/>
              <a:gd name="connsiteY198" fmla="*/ 972054 h 1699043"/>
              <a:gd name="connsiteX199" fmla="*/ 8150881 w 10232859"/>
              <a:gd name="connsiteY199" fmla="*/ 990411 h 1699043"/>
              <a:gd name="connsiteX200" fmla="*/ 8172106 w 10232859"/>
              <a:gd name="connsiteY200" fmla="*/ 990512 h 1699043"/>
              <a:gd name="connsiteX201" fmla="*/ 8196076 w 10232859"/>
              <a:gd name="connsiteY201" fmla="*/ 1000078 h 1699043"/>
              <a:gd name="connsiteX202" fmla="*/ 8247463 w 10232859"/>
              <a:gd name="connsiteY202" fmla="*/ 1016332 h 1699043"/>
              <a:gd name="connsiteX203" fmla="*/ 8279272 w 10232859"/>
              <a:gd name="connsiteY203" fmla="*/ 1032921 h 1699043"/>
              <a:gd name="connsiteX204" fmla="*/ 8289611 w 10232859"/>
              <a:gd name="connsiteY204" fmla="*/ 1028630 h 1699043"/>
              <a:gd name="connsiteX205" fmla="*/ 8311483 w 10232859"/>
              <a:gd name="connsiteY205" fmla="*/ 1029399 h 1699043"/>
              <a:gd name="connsiteX206" fmla="*/ 8399489 w 10232859"/>
              <a:gd name="connsiteY206" fmla="*/ 1048562 h 1699043"/>
              <a:gd name="connsiteX207" fmla="*/ 8415973 w 10232859"/>
              <a:gd name="connsiteY207" fmla="*/ 1049660 h 1699043"/>
              <a:gd name="connsiteX208" fmla="*/ 8433326 w 10232859"/>
              <a:gd name="connsiteY208" fmla="*/ 1057881 h 1699043"/>
              <a:gd name="connsiteX209" fmla="*/ 8502328 w 10232859"/>
              <a:gd name="connsiteY209" fmla="*/ 1091498 h 1699043"/>
              <a:gd name="connsiteX210" fmla="*/ 8534346 w 10232859"/>
              <a:gd name="connsiteY210" fmla="*/ 1106980 h 1699043"/>
              <a:gd name="connsiteX211" fmla="*/ 8534980 w 10232859"/>
              <a:gd name="connsiteY211" fmla="*/ 1110861 h 1699043"/>
              <a:gd name="connsiteX212" fmla="*/ 8544104 w 10232859"/>
              <a:gd name="connsiteY212" fmla="*/ 1108406 h 1699043"/>
              <a:gd name="connsiteX213" fmla="*/ 8567742 w 10232859"/>
              <a:gd name="connsiteY213" fmla="*/ 1117590 h 1699043"/>
              <a:gd name="connsiteX214" fmla="*/ 8633779 w 10232859"/>
              <a:gd name="connsiteY214" fmla="*/ 1139226 h 1699043"/>
              <a:gd name="connsiteX215" fmla="*/ 8676965 w 10232859"/>
              <a:gd name="connsiteY215" fmla="*/ 1156949 h 1699043"/>
              <a:gd name="connsiteX216" fmla="*/ 8698944 w 10232859"/>
              <a:gd name="connsiteY216" fmla="*/ 1156939 h 1699043"/>
              <a:gd name="connsiteX217" fmla="*/ 8711456 w 10232859"/>
              <a:gd name="connsiteY217" fmla="*/ 1169217 h 1699043"/>
              <a:gd name="connsiteX218" fmla="*/ 8732793 w 10232859"/>
              <a:gd name="connsiteY218" fmla="*/ 1172972 h 1699043"/>
              <a:gd name="connsiteX219" fmla="*/ 8751897 w 10232859"/>
              <a:gd name="connsiteY219" fmla="*/ 1190886 h 1699043"/>
              <a:gd name="connsiteX220" fmla="*/ 8793564 w 10232859"/>
              <a:gd name="connsiteY220" fmla="*/ 1172572 h 1699043"/>
              <a:gd name="connsiteX221" fmla="*/ 8834270 w 10232859"/>
              <a:gd name="connsiteY221" fmla="*/ 1206624 h 1699043"/>
              <a:gd name="connsiteX222" fmla="*/ 8853872 w 10232859"/>
              <a:gd name="connsiteY222" fmla="*/ 1214714 h 1699043"/>
              <a:gd name="connsiteX223" fmla="*/ 8861901 w 10232859"/>
              <a:gd name="connsiteY223" fmla="*/ 1211375 h 1699043"/>
              <a:gd name="connsiteX224" fmla="*/ 8874168 w 10232859"/>
              <a:gd name="connsiteY224" fmla="*/ 1213967 h 1699043"/>
              <a:gd name="connsiteX225" fmla="*/ 8871123 w 10232859"/>
              <a:gd name="connsiteY225" fmla="*/ 1221160 h 1699043"/>
              <a:gd name="connsiteX226" fmla="*/ 8903537 w 10232859"/>
              <a:gd name="connsiteY226" fmla="*/ 1230588 h 1699043"/>
              <a:gd name="connsiteX227" fmla="*/ 8933767 w 10232859"/>
              <a:gd name="connsiteY227" fmla="*/ 1263368 h 1699043"/>
              <a:gd name="connsiteX228" fmla="*/ 8985765 w 10232859"/>
              <a:gd name="connsiteY228" fmla="*/ 1287664 h 1699043"/>
              <a:gd name="connsiteX229" fmla="*/ 9071444 w 10232859"/>
              <a:gd name="connsiteY229" fmla="*/ 1317305 h 1699043"/>
              <a:gd name="connsiteX230" fmla="*/ 9096711 w 10232859"/>
              <a:gd name="connsiteY230" fmla="*/ 1327777 h 1699043"/>
              <a:gd name="connsiteX231" fmla="*/ 9338853 w 10232859"/>
              <a:gd name="connsiteY231" fmla="*/ 1448046 h 1699043"/>
              <a:gd name="connsiteX232" fmla="*/ 9520814 w 10232859"/>
              <a:gd name="connsiteY232" fmla="*/ 1449827 h 1699043"/>
              <a:gd name="connsiteX233" fmla="*/ 9702271 w 10232859"/>
              <a:gd name="connsiteY233" fmla="*/ 1488553 h 1699043"/>
              <a:gd name="connsiteX234" fmla="*/ 9744273 w 10232859"/>
              <a:gd name="connsiteY234" fmla="*/ 1523512 h 1699043"/>
              <a:gd name="connsiteX235" fmla="*/ 9771903 w 10232859"/>
              <a:gd name="connsiteY235" fmla="*/ 1530034 h 1699043"/>
              <a:gd name="connsiteX236" fmla="*/ 9818565 w 10232859"/>
              <a:gd name="connsiteY236" fmla="*/ 1538545 h 1699043"/>
              <a:gd name="connsiteX237" fmla="*/ 9882202 w 10232859"/>
              <a:gd name="connsiteY237" fmla="*/ 1565888 h 1699043"/>
              <a:gd name="connsiteX238" fmla="*/ 10022025 w 10232859"/>
              <a:gd name="connsiteY238" fmla="*/ 1599696 h 1699043"/>
              <a:gd name="connsiteX239" fmla="*/ 10220406 w 10232859"/>
              <a:gd name="connsiteY239" fmla="*/ 1677005 h 1699043"/>
              <a:gd name="connsiteX240" fmla="*/ 10232859 w 10232859"/>
              <a:gd name="connsiteY240" fmla="*/ 1699043 h 1699043"/>
              <a:gd name="connsiteX241" fmla="*/ 0 w 10232859"/>
              <a:gd name="connsiteY241" fmla="*/ 1699043 h 1699043"/>
              <a:gd name="connsiteX242" fmla="*/ 0 w 10232859"/>
              <a:gd name="connsiteY242" fmla="*/ 21828 h 1699043"/>
              <a:gd name="connsiteX243" fmla="*/ 8097 w 10232859"/>
              <a:gd name="connsiteY243" fmla="*/ 24355 h 1699043"/>
              <a:gd name="connsiteX244" fmla="*/ 77128 w 10232859"/>
              <a:gd name="connsiteY244" fmla="*/ 6867 h 1699043"/>
              <a:gd name="connsiteX245" fmla="*/ 188338 w 10232859"/>
              <a:gd name="connsiteY245" fmla="*/ 5079 h 1699043"/>
              <a:gd name="connsiteX246" fmla="*/ 298809 w 10232859"/>
              <a:gd name="connsiteY246" fmla="*/ 6198 h 1699043"/>
              <a:gd name="connsiteX247" fmla="*/ 338985 w 10232859"/>
              <a:gd name="connsiteY247" fmla="*/ 8006 h 1699043"/>
              <a:gd name="connsiteX248" fmla="*/ 409815 w 10232859"/>
              <a:gd name="connsiteY248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09654 w 10232859"/>
              <a:gd name="connsiteY146" fmla="*/ 343526 h 1699043"/>
              <a:gd name="connsiteX147" fmla="*/ 6067487 w 10232859"/>
              <a:gd name="connsiteY147" fmla="*/ 333712 h 1699043"/>
              <a:gd name="connsiteX148" fmla="*/ 6073281 w 10232859"/>
              <a:gd name="connsiteY148" fmla="*/ 334316 h 1699043"/>
              <a:gd name="connsiteX149" fmla="*/ 6086225 w 10232859"/>
              <a:gd name="connsiteY149" fmla="*/ 339621 h 1699043"/>
              <a:gd name="connsiteX150" fmla="*/ 6105063 w 10232859"/>
              <a:gd name="connsiteY150" fmla="*/ 347340 h 1699043"/>
              <a:gd name="connsiteX151" fmla="*/ 6195166 w 10232859"/>
              <a:gd name="connsiteY151" fmla="*/ 360190 h 1699043"/>
              <a:gd name="connsiteX152" fmla="*/ 6216259 w 10232859"/>
              <a:gd name="connsiteY152" fmla="*/ 363365 h 1699043"/>
              <a:gd name="connsiteX153" fmla="*/ 6228331 w 10232859"/>
              <a:gd name="connsiteY153" fmla="*/ 364034 h 1699043"/>
              <a:gd name="connsiteX154" fmla="*/ 6229602 w 10232859"/>
              <a:gd name="connsiteY154" fmla="*/ 363414 h 1699043"/>
              <a:gd name="connsiteX155" fmla="*/ 6258988 w 10232859"/>
              <a:gd name="connsiteY155" fmla="*/ 378660 h 1699043"/>
              <a:gd name="connsiteX156" fmla="*/ 6264106 w 10232859"/>
              <a:gd name="connsiteY156" fmla="*/ 379141 h 1699043"/>
              <a:gd name="connsiteX157" fmla="*/ 6281703 w 10232859"/>
              <a:gd name="connsiteY157" fmla="*/ 391054 h 1699043"/>
              <a:gd name="connsiteX158" fmla="*/ 6291622 w 10232859"/>
              <a:gd name="connsiteY158" fmla="*/ 396155 h 1699043"/>
              <a:gd name="connsiteX159" fmla="*/ 6292712 w 10232859"/>
              <a:gd name="connsiteY159" fmla="*/ 399771 h 1699043"/>
              <a:gd name="connsiteX160" fmla="*/ 6308227 w 10232859"/>
              <a:gd name="connsiteY160" fmla="*/ 406196 h 1699043"/>
              <a:gd name="connsiteX161" fmla="*/ 6328981 w 10232859"/>
              <a:gd name="connsiteY161" fmla="*/ 409495 h 1699043"/>
              <a:gd name="connsiteX162" fmla="*/ 6368693 w 10232859"/>
              <a:gd name="connsiteY162" fmla="*/ 417845 h 1699043"/>
              <a:gd name="connsiteX163" fmla="*/ 6414811 w 10232859"/>
              <a:gd name="connsiteY163" fmla="*/ 452200 h 1699043"/>
              <a:gd name="connsiteX164" fmla="*/ 6467879 w 10232859"/>
              <a:gd name="connsiteY164" fmla="*/ 468248 h 1699043"/>
              <a:gd name="connsiteX165" fmla="*/ 6564351 w 10232859"/>
              <a:gd name="connsiteY165" fmla="*/ 537518 h 1699043"/>
              <a:gd name="connsiteX166" fmla="*/ 6711178 w 10232859"/>
              <a:gd name="connsiteY166" fmla="*/ 573610 h 1699043"/>
              <a:gd name="connsiteX167" fmla="*/ 6764036 w 10232859"/>
              <a:gd name="connsiteY167" fmla="*/ 588943 h 1699043"/>
              <a:gd name="connsiteX168" fmla="*/ 6858983 w 10232859"/>
              <a:gd name="connsiteY168" fmla="*/ 623723 h 1699043"/>
              <a:gd name="connsiteX169" fmla="*/ 6910661 w 10232859"/>
              <a:gd name="connsiteY169" fmla="*/ 634620 h 1699043"/>
              <a:gd name="connsiteX170" fmla="*/ 6944111 w 10232859"/>
              <a:gd name="connsiteY170" fmla="*/ 659502 h 1699043"/>
              <a:gd name="connsiteX171" fmla="*/ 6965771 w 10232859"/>
              <a:gd name="connsiteY171" fmla="*/ 659931 h 1699043"/>
              <a:gd name="connsiteX172" fmla="*/ 6969639 w 10232859"/>
              <a:gd name="connsiteY172" fmla="*/ 659837 h 1699043"/>
              <a:gd name="connsiteX173" fmla="*/ 6982242 w 10232859"/>
              <a:gd name="connsiteY173" fmla="*/ 663112 h 1699043"/>
              <a:gd name="connsiteX174" fmla="*/ 6989387 w 10232859"/>
              <a:gd name="connsiteY174" fmla="*/ 659474 h 1699043"/>
              <a:gd name="connsiteX175" fmla="*/ 7010930 w 10232859"/>
              <a:gd name="connsiteY175" fmla="*/ 661134 h 1699043"/>
              <a:gd name="connsiteX176" fmla="*/ 7033125 w 10232859"/>
              <a:gd name="connsiteY176" fmla="*/ 668436 h 1699043"/>
              <a:gd name="connsiteX177" fmla="*/ 7134461 w 10232859"/>
              <a:gd name="connsiteY177" fmla="*/ 708192 h 1699043"/>
              <a:gd name="connsiteX178" fmla="*/ 7197450 w 10232859"/>
              <a:gd name="connsiteY178" fmla="*/ 729094 h 1699043"/>
              <a:gd name="connsiteX179" fmla="*/ 7225084 w 10232859"/>
              <a:gd name="connsiteY179" fmla="*/ 732505 h 1699043"/>
              <a:gd name="connsiteX180" fmla="*/ 7261183 w 10232859"/>
              <a:gd name="connsiteY180" fmla="*/ 740313 h 1699043"/>
              <a:gd name="connsiteX181" fmla="*/ 7327760 w 10232859"/>
              <a:gd name="connsiteY181" fmla="*/ 750586 h 1699043"/>
              <a:gd name="connsiteX182" fmla="*/ 7412222 w 10232859"/>
              <a:gd name="connsiteY182" fmla="*/ 770487 h 1699043"/>
              <a:gd name="connsiteX183" fmla="*/ 7457904 w 10232859"/>
              <a:gd name="connsiteY183" fmla="*/ 804321 h 1699043"/>
              <a:gd name="connsiteX184" fmla="*/ 7465795 w 10232859"/>
              <a:gd name="connsiteY184" fmla="*/ 802598 h 1699043"/>
              <a:gd name="connsiteX185" fmla="*/ 7505046 w 10232859"/>
              <a:gd name="connsiteY185" fmla="*/ 816517 h 1699043"/>
              <a:gd name="connsiteX186" fmla="*/ 7623220 w 10232859"/>
              <a:gd name="connsiteY186" fmla="*/ 888520 h 1699043"/>
              <a:gd name="connsiteX187" fmla="*/ 7700458 w 10232859"/>
              <a:gd name="connsiteY187" fmla="*/ 915079 h 1699043"/>
              <a:gd name="connsiteX188" fmla="*/ 7730988 w 10232859"/>
              <a:gd name="connsiteY188" fmla="*/ 920756 h 1699043"/>
              <a:gd name="connsiteX189" fmla="*/ 7781942 w 10232859"/>
              <a:gd name="connsiteY189" fmla="*/ 930503 h 1699043"/>
              <a:gd name="connsiteX190" fmla="*/ 7827704 w 10232859"/>
              <a:gd name="connsiteY190" fmla="*/ 928558 h 1699043"/>
              <a:gd name="connsiteX191" fmla="*/ 7867270 w 10232859"/>
              <a:gd name="connsiteY191" fmla="*/ 940366 h 1699043"/>
              <a:gd name="connsiteX192" fmla="*/ 7866538 w 10232859"/>
              <a:gd name="connsiteY192" fmla="*/ 955045 h 1699043"/>
              <a:gd name="connsiteX193" fmla="*/ 7912084 w 10232859"/>
              <a:gd name="connsiteY193" fmla="*/ 963800 h 1699043"/>
              <a:gd name="connsiteX194" fmla="*/ 7982264 w 10232859"/>
              <a:gd name="connsiteY194" fmla="*/ 975773 h 1699043"/>
              <a:gd name="connsiteX195" fmla="*/ 7991272 w 10232859"/>
              <a:gd name="connsiteY195" fmla="*/ 981104 h 1699043"/>
              <a:gd name="connsiteX196" fmla="*/ 8006496 w 10232859"/>
              <a:gd name="connsiteY196" fmla="*/ 972839 h 1699043"/>
              <a:gd name="connsiteX197" fmla="*/ 8034497 w 10232859"/>
              <a:gd name="connsiteY197" fmla="*/ 972054 h 1699043"/>
              <a:gd name="connsiteX198" fmla="*/ 8150881 w 10232859"/>
              <a:gd name="connsiteY198" fmla="*/ 990411 h 1699043"/>
              <a:gd name="connsiteX199" fmla="*/ 8172106 w 10232859"/>
              <a:gd name="connsiteY199" fmla="*/ 990512 h 1699043"/>
              <a:gd name="connsiteX200" fmla="*/ 8196076 w 10232859"/>
              <a:gd name="connsiteY200" fmla="*/ 1000078 h 1699043"/>
              <a:gd name="connsiteX201" fmla="*/ 8247463 w 10232859"/>
              <a:gd name="connsiteY201" fmla="*/ 1016332 h 1699043"/>
              <a:gd name="connsiteX202" fmla="*/ 8279272 w 10232859"/>
              <a:gd name="connsiteY202" fmla="*/ 1032921 h 1699043"/>
              <a:gd name="connsiteX203" fmla="*/ 8289611 w 10232859"/>
              <a:gd name="connsiteY203" fmla="*/ 1028630 h 1699043"/>
              <a:gd name="connsiteX204" fmla="*/ 8311483 w 10232859"/>
              <a:gd name="connsiteY204" fmla="*/ 1029399 h 1699043"/>
              <a:gd name="connsiteX205" fmla="*/ 8399489 w 10232859"/>
              <a:gd name="connsiteY205" fmla="*/ 1048562 h 1699043"/>
              <a:gd name="connsiteX206" fmla="*/ 8415973 w 10232859"/>
              <a:gd name="connsiteY206" fmla="*/ 1049660 h 1699043"/>
              <a:gd name="connsiteX207" fmla="*/ 8433326 w 10232859"/>
              <a:gd name="connsiteY207" fmla="*/ 1057881 h 1699043"/>
              <a:gd name="connsiteX208" fmla="*/ 8502328 w 10232859"/>
              <a:gd name="connsiteY208" fmla="*/ 1091498 h 1699043"/>
              <a:gd name="connsiteX209" fmla="*/ 8534346 w 10232859"/>
              <a:gd name="connsiteY209" fmla="*/ 1106980 h 1699043"/>
              <a:gd name="connsiteX210" fmla="*/ 8534980 w 10232859"/>
              <a:gd name="connsiteY210" fmla="*/ 1110861 h 1699043"/>
              <a:gd name="connsiteX211" fmla="*/ 8544104 w 10232859"/>
              <a:gd name="connsiteY211" fmla="*/ 1108406 h 1699043"/>
              <a:gd name="connsiteX212" fmla="*/ 8567742 w 10232859"/>
              <a:gd name="connsiteY212" fmla="*/ 1117590 h 1699043"/>
              <a:gd name="connsiteX213" fmla="*/ 8633779 w 10232859"/>
              <a:gd name="connsiteY213" fmla="*/ 1139226 h 1699043"/>
              <a:gd name="connsiteX214" fmla="*/ 8676965 w 10232859"/>
              <a:gd name="connsiteY214" fmla="*/ 1156949 h 1699043"/>
              <a:gd name="connsiteX215" fmla="*/ 8698944 w 10232859"/>
              <a:gd name="connsiteY215" fmla="*/ 1156939 h 1699043"/>
              <a:gd name="connsiteX216" fmla="*/ 8711456 w 10232859"/>
              <a:gd name="connsiteY216" fmla="*/ 1169217 h 1699043"/>
              <a:gd name="connsiteX217" fmla="*/ 8732793 w 10232859"/>
              <a:gd name="connsiteY217" fmla="*/ 1172972 h 1699043"/>
              <a:gd name="connsiteX218" fmla="*/ 8751897 w 10232859"/>
              <a:gd name="connsiteY218" fmla="*/ 1190886 h 1699043"/>
              <a:gd name="connsiteX219" fmla="*/ 8793564 w 10232859"/>
              <a:gd name="connsiteY219" fmla="*/ 1172572 h 1699043"/>
              <a:gd name="connsiteX220" fmla="*/ 8834270 w 10232859"/>
              <a:gd name="connsiteY220" fmla="*/ 1206624 h 1699043"/>
              <a:gd name="connsiteX221" fmla="*/ 8853872 w 10232859"/>
              <a:gd name="connsiteY221" fmla="*/ 1214714 h 1699043"/>
              <a:gd name="connsiteX222" fmla="*/ 8861901 w 10232859"/>
              <a:gd name="connsiteY222" fmla="*/ 1211375 h 1699043"/>
              <a:gd name="connsiteX223" fmla="*/ 8874168 w 10232859"/>
              <a:gd name="connsiteY223" fmla="*/ 1213967 h 1699043"/>
              <a:gd name="connsiteX224" fmla="*/ 8871123 w 10232859"/>
              <a:gd name="connsiteY224" fmla="*/ 1221160 h 1699043"/>
              <a:gd name="connsiteX225" fmla="*/ 8903537 w 10232859"/>
              <a:gd name="connsiteY225" fmla="*/ 1230588 h 1699043"/>
              <a:gd name="connsiteX226" fmla="*/ 8933767 w 10232859"/>
              <a:gd name="connsiteY226" fmla="*/ 1263368 h 1699043"/>
              <a:gd name="connsiteX227" fmla="*/ 8985765 w 10232859"/>
              <a:gd name="connsiteY227" fmla="*/ 1287664 h 1699043"/>
              <a:gd name="connsiteX228" fmla="*/ 9071444 w 10232859"/>
              <a:gd name="connsiteY228" fmla="*/ 1317305 h 1699043"/>
              <a:gd name="connsiteX229" fmla="*/ 9096711 w 10232859"/>
              <a:gd name="connsiteY229" fmla="*/ 1327777 h 1699043"/>
              <a:gd name="connsiteX230" fmla="*/ 9338853 w 10232859"/>
              <a:gd name="connsiteY230" fmla="*/ 1448046 h 1699043"/>
              <a:gd name="connsiteX231" fmla="*/ 9520814 w 10232859"/>
              <a:gd name="connsiteY231" fmla="*/ 1449827 h 1699043"/>
              <a:gd name="connsiteX232" fmla="*/ 9702271 w 10232859"/>
              <a:gd name="connsiteY232" fmla="*/ 1488553 h 1699043"/>
              <a:gd name="connsiteX233" fmla="*/ 9744273 w 10232859"/>
              <a:gd name="connsiteY233" fmla="*/ 1523512 h 1699043"/>
              <a:gd name="connsiteX234" fmla="*/ 9771903 w 10232859"/>
              <a:gd name="connsiteY234" fmla="*/ 1530034 h 1699043"/>
              <a:gd name="connsiteX235" fmla="*/ 9818565 w 10232859"/>
              <a:gd name="connsiteY235" fmla="*/ 1538545 h 1699043"/>
              <a:gd name="connsiteX236" fmla="*/ 9882202 w 10232859"/>
              <a:gd name="connsiteY236" fmla="*/ 1565888 h 1699043"/>
              <a:gd name="connsiteX237" fmla="*/ 10022025 w 10232859"/>
              <a:gd name="connsiteY237" fmla="*/ 1599696 h 1699043"/>
              <a:gd name="connsiteX238" fmla="*/ 10220406 w 10232859"/>
              <a:gd name="connsiteY238" fmla="*/ 1677005 h 1699043"/>
              <a:gd name="connsiteX239" fmla="*/ 10232859 w 10232859"/>
              <a:gd name="connsiteY239" fmla="*/ 1699043 h 1699043"/>
              <a:gd name="connsiteX240" fmla="*/ 0 w 10232859"/>
              <a:gd name="connsiteY240" fmla="*/ 1699043 h 1699043"/>
              <a:gd name="connsiteX241" fmla="*/ 0 w 10232859"/>
              <a:gd name="connsiteY241" fmla="*/ 21828 h 1699043"/>
              <a:gd name="connsiteX242" fmla="*/ 8097 w 10232859"/>
              <a:gd name="connsiteY242" fmla="*/ 24355 h 1699043"/>
              <a:gd name="connsiteX243" fmla="*/ 77128 w 10232859"/>
              <a:gd name="connsiteY243" fmla="*/ 6867 h 1699043"/>
              <a:gd name="connsiteX244" fmla="*/ 188338 w 10232859"/>
              <a:gd name="connsiteY244" fmla="*/ 5079 h 1699043"/>
              <a:gd name="connsiteX245" fmla="*/ 298809 w 10232859"/>
              <a:gd name="connsiteY245" fmla="*/ 6198 h 1699043"/>
              <a:gd name="connsiteX246" fmla="*/ 338985 w 10232859"/>
              <a:gd name="connsiteY246" fmla="*/ 8006 h 1699043"/>
              <a:gd name="connsiteX247" fmla="*/ 409815 w 10232859"/>
              <a:gd name="connsiteY247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67487 w 10232859"/>
              <a:gd name="connsiteY146" fmla="*/ 333712 h 1699043"/>
              <a:gd name="connsiteX147" fmla="*/ 6073281 w 10232859"/>
              <a:gd name="connsiteY147" fmla="*/ 334316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67487 w 10232859"/>
              <a:gd name="connsiteY146" fmla="*/ 333712 h 1699043"/>
              <a:gd name="connsiteX147" fmla="*/ 5992653 w 10232859"/>
              <a:gd name="connsiteY147" fmla="*/ 428990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5992653 w 10232859"/>
              <a:gd name="connsiteY147" fmla="*/ 428990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6538 w 10232859"/>
              <a:gd name="connsiteY190" fmla="*/ 955045 h 1699043"/>
              <a:gd name="connsiteX191" fmla="*/ 7912084 w 10232859"/>
              <a:gd name="connsiteY191" fmla="*/ 963800 h 1699043"/>
              <a:gd name="connsiteX192" fmla="*/ 7982264 w 10232859"/>
              <a:gd name="connsiteY192" fmla="*/ 975773 h 1699043"/>
              <a:gd name="connsiteX193" fmla="*/ 7991272 w 10232859"/>
              <a:gd name="connsiteY193" fmla="*/ 981104 h 1699043"/>
              <a:gd name="connsiteX194" fmla="*/ 8006496 w 10232859"/>
              <a:gd name="connsiteY194" fmla="*/ 972839 h 1699043"/>
              <a:gd name="connsiteX195" fmla="*/ 8034497 w 10232859"/>
              <a:gd name="connsiteY195" fmla="*/ 972054 h 1699043"/>
              <a:gd name="connsiteX196" fmla="*/ 8150881 w 10232859"/>
              <a:gd name="connsiteY196" fmla="*/ 990411 h 1699043"/>
              <a:gd name="connsiteX197" fmla="*/ 8172106 w 10232859"/>
              <a:gd name="connsiteY197" fmla="*/ 990512 h 1699043"/>
              <a:gd name="connsiteX198" fmla="*/ 8196076 w 10232859"/>
              <a:gd name="connsiteY198" fmla="*/ 1000078 h 1699043"/>
              <a:gd name="connsiteX199" fmla="*/ 8247463 w 10232859"/>
              <a:gd name="connsiteY199" fmla="*/ 1016332 h 1699043"/>
              <a:gd name="connsiteX200" fmla="*/ 8279272 w 10232859"/>
              <a:gd name="connsiteY200" fmla="*/ 1032921 h 1699043"/>
              <a:gd name="connsiteX201" fmla="*/ 8289611 w 10232859"/>
              <a:gd name="connsiteY201" fmla="*/ 1028630 h 1699043"/>
              <a:gd name="connsiteX202" fmla="*/ 8311483 w 10232859"/>
              <a:gd name="connsiteY202" fmla="*/ 1029399 h 1699043"/>
              <a:gd name="connsiteX203" fmla="*/ 8399489 w 10232859"/>
              <a:gd name="connsiteY203" fmla="*/ 1048562 h 1699043"/>
              <a:gd name="connsiteX204" fmla="*/ 8415973 w 10232859"/>
              <a:gd name="connsiteY204" fmla="*/ 1049660 h 1699043"/>
              <a:gd name="connsiteX205" fmla="*/ 8433326 w 10232859"/>
              <a:gd name="connsiteY205" fmla="*/ 1057881 h 1699043"/>
              <a:gd name="connsiteX206" fmla="*/ 8502328 w 10232859"/>
              <a:gd name="connsiteY206" fmla="*/ 1091498 h 1699043"/>
              <a:gd name="connsiteX207" fmla="*/ 8534346 w 10232859"/>
              <a:gd name="connsiteY207" fmla="*/ 1106980 h 1699043"/>
              <a:gd name="connsiteX208" fmla="*/ 8534980 w 10232859"/>
              <a:gd name="connsiteY208" fmla="*/ 1110861 h 1699043"/>
              <a:gd name="connsiteX209" fmla="*/ 8544104 w 10232859"/>
              <a:gd name="connsiteY209" fmla="*/ 1108406 h 1699043"/>
              <a:gd name="connsiteX210" fmla="*/ 8567742 w 10232859"/>
              <a:gd name="connsiteY210" fmla="*/ 1117590 h 1699043"/>
              <a:gd name="connsiteX211" fmla="*/ 8633779 w 10232859"/>
              <a:gd name="connsiteY211" fmla="*/ 1139226 h 1699043"/>
              <a:gd name="connsiteX212" fmla="*/ 8676965 w 10232859"/>
              <a:gd name="connsiteY212" fmla="*/ 1156949 h 1699043"/>
              <a:gd name="connsiteX213" fmla="*/ 8698944 w 10232859"/>
              <a:gd name="connsiteY213" fmla="*/ 1156939 h 1699043"/>
              <a:gd name="connsiteX214" fmla="*/ 8711456 w 10232859"/>
              <a:gd name="connsiteY214" fmla="*/ 1169217 h 1699043"/>
              <a:gd name="connsiteX215" fmla="*/ 8732793 w 10232859"/>
              <a:gd name="connsiteY215" fmla="*/ 1172972 h 1699043"/>
              <a:gd name="connsiteX216" fmla="*/ 8751897 w 10232859"/>
              <a:gd name="connsiteY216" fmla="*/ 1190886 h 1699043"/>
              <a:gd name="connsiteX217" fmla="*/ 8793564 w 10232859"/>
              <a:gd name="connsiteY217" fmla="*/ 1172572 h 1699043"/>
              <a:gd name="connsiteX218" fmla="*/ 8834270 w 10232859"/>
              <a:gd name="connsiteY218" fmla="*/ 1206624 h 1699043"/>
              <a:gd name="connsiteX219" fmla="*/ 8853872 w 10232859"/>
              <a:gd name="connsiteY219" fmla="*/ 1214714 h 1699043"/>
              <a:gd name="connsiteX220" fmla="*/ 8861901 w 10232859"/>
              <a:gd name="connsiteY220" fmla="*/ 1211375 h 1699043"/>
              <a:gd name="connsiteX221" fmla="*/ 8874168 w 10232859"/>
              <a:gd name="connsiteY221" fmla="*/ 1213967 h 1699043"/>
              <a:gd name="connsiteX222" fmla="*/ 8871123 w 10232859"/>
              <a:gd name="connsiteY222" fmla="*/ 1221160 h 1699043"/>
              <a:gd name="connsiteX223" fmla="*/ 8903537 w 10232859"/>
              <a:gd name="connsiteY223" fmla="*/ 1230588 h 1699043"/>
              <a:gd name="connsiteX224" fmla="*/ 8933767 w 10232859"/>
              <a:gd name="connsiteY224" fmla="*/ 1263368 h 1699043"/>
              <a:gd name="connsiteX225" fmla="*/ 8985765 w 10232859"/>
              <a:gd name="connsiteY225" fmla="*/ 1287664 h 1699043"/>
              <a:gd name="connsiteX226" fmla="*/ 9071444 w 10232859"/>
              <a:gd name="connsiteY226" fmla="*/ 1317305 h 1699043"/>
              <a:gd name="connsiteX227" fmla="*/ 9096711 w 10232859"/>
              <a:gd name="connsiteY227" fmla="*/ 1327777 h 1699043"/>
              <a:gd name="connsiteX228" fmla="*/ 9338853 w 10232859"/>
              <a:gd name="connsiteY228" fmla="*/ 1448046 h 1699043"/>
              <a:gd name="connsiteX229" fmla="*/ 9520814 w 10232859"/>
              <a:gd name="connsiteY229" fmla="*/ 1449827 h 1699043"/>
              <a:gd name="connsiteX230" fmla="*/ 9702271 w 10232859"/>
              <a:gd name="connsiteY230" fmla="*/ 1488553 h 1699043"/>
              <a:gd name="connsiteX231" fmla="*/ 9744273 w 10232859"/>
              <a:gd name="connsiteY231" fmla="*/ 1523512 h 1699043"/>
              <a:gd name="connsiteX232" fmla="*/ 9771903 w 10232859"/>
              <a:gd name="connsiteY232" fmla="*/ 1530034 h 1699043"/>
              <a:gd name="connsiteX233" fmla="*/ 9818565 w 10232859"/>
              <a:gd name="connsiteY233" fmla="*/ 1538545 h 1699043"/>
              <a:gd name="connsiteX234" fmla="*/ 9882202 w 10232859"/>
              <a:gd name="connsiteY234" fmla="*/ 1565888 h 1699043"/>
              <a:gd name="connsiteX235" fmla="*/ 10022025 w 10232859"/>
              <a:gd name="connsiteY235" fmla="*/ 1599696 h 1699043"/>
              <a:gd name="connsiteX236" fmla="*/ 10220406 w 10232859"/>
              <a:gd name="connsiteY236" fmla="*/ 1677005 h 1699043"/>
              <a:gd name="connsiteX237" fmla="*/ 10232859 w 10232859"/>
              <a:gd name="connsiteY237" fmla="*/ 1699043 h 1699043"/>
              <a:gd name="connsiteX238" fmla="*/ 0 w 10232859"/>
              <a:gd name="connsiteY238" fmla="*/ 1699043 h 1699043"/>
              <a:gd name="connsiteX239" fmla="*/ 0 w 10232859"/>
              <a:gd name="connsiteY239" fmla="*/ 21828 h 1699043"/>
              <a:gd name="connsiteX240" fmla="*/ 8097 w 10232859"/>
              <a:gd name="connsiteY240" fmla="*/ 24355 h 1699043"/>
              <a:gd name="connsiteX241" fmla="*/ 77128 w 10232859"/>
              <a:gd name="connsiteY241" fmla="*/ 6867 h 1699043"/>
              <a:gd name="connsiteX242" fmla="*/ 188338 w 10232859"/>
              <a:gd name="connsiteY242" fmla="*/ 5079 h 1699043"/>
              <a:gd name="connsiteX243" fmla="*/ 298809 w 10232859"/>
              <a:gd name="connsiteY243" fmla="*/ 6198 h 1699043"/>
              <a:gd name="connsiteX244" fmla="*/ 338985 w 10232859"/>
              <a:gd name="connsiteY244" fmla="*/ 8006 h 1699043"/>
              <a:gd name="connsiteX245" fmla="*/ 409815 w 10232859"/>
              <a:gd name="connsiteY245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06496 w 10232859"/>
              <a:gd name="connsiteY193" fmla="*/ 972839 h 1699043"/>
              <a:gd name="connsiteX194" fmla="*/ 8034497 w 10232859"/>
              <a:gd name="connsiteY194" fmla="*/ 972054 h 1699043"/>
              <a:gd name="connsiteX195" fmla="*/ 8150881 w 10232859"/>
              <a:gd name="connsiteY195" fmla="*/ 990411 h 1699043"/>
              <a:gd name="connsiteX196" fmla="*/ 8172106 w 10232859"/>
              <a:gd name="connsiteY196" fmla="*/ 990512 h 1699043"/>
              <a:gd name="connsiteX197" fmla="*/ 8196076 w 10232859"/>
              <a:gd name="connsiteY197" fmla="*/ 1000078 h 1699043"/>
              <a:gd name="connsiteX198" fmla="*/ 8247463 w 10232859"/>
              <a:gd name="connsiteY198" fmla="*/ 1016332 h 1699043"/>
              <a:gd name="connsiteX199" fmla="*/ 8279272 w 10232859"/>
              <a:gd name="connsiteY199" fmla="*/ 1032921 h 1699043"/>
              <a:gd name="connsiteX200" fmla="*/ 8289611 w 10232859"/>
              <a:gd name="connsiteY200" fmla="*/ 1028630 h 1699043"/>
              <a:gd name="connsiteX201" fmla="*/ 8311483 w 10232859"/>
              <a:gd name="connsiteY201" fmla="*/ 1029399 h 1699043"/>
              <a:gd name="connsiteX202" fmla="*/ 8399489 w 10232859"/>
              <a:gd name="connsiteY202" fmla="*/ 1048562 h 1699043"/>
              <a:gd name="connsiteX203" fmla="*/ 8415973 w 10232859"/>
              <a:gd name="connsiteY203" fmla="*/ 1049660 h 1699043"/>
              <a:gd name="connsiteX204" fmla="*/ 8433326 w 10232859"/>
              <a:gd name="connsiteY204" fmla="*/ 1057881 h 1699043"/>
              <a:gd name="connsiteX205" fmla="*/ 8502328 w 10232859"/>
              <a:gd name="connsiteY205" fmla="*/ 1091498 h 1699043"/>
              <a:gd name="connsiteX206" fmla="*/ 8534346 w 10232859"/>
              <a:gd name="connsiteY206" fmla="*/ 1106980 h 1699043"/>
              <a:gd name="connsiteX207" fmla="*/ 8534980 w 10232859"/>
              <a:gd name="connsiteY207" fmla="*/ 1110861 h 1699043"/>
              <a:gd name="connsiteX208" fmla="*/ 8544104 w 10232859"/>
              <a:gd name="connsiteY208" fmla="*/ 1108406 h 1699043"/>
              <a:gd name="connsiteX209" fmla="*/ 8567742 w 10232859"/>
              <a:gd name="connsiteY209" fmla="*/ 1117590 h 1699043"/>
              <a:gd name="connsiteX210" fmla="*/ 8633779 w 10232859"/>
              <a:gd name="connsiteY210" fmla="*/ 1139226 h 1699043"/>
              <a:gd name="connsiteX211" fmla="*/ 8676965 w 10232859"/>
              <a:gd name="connsiteY211" fmla="*/ 1156949 h 1699043"/>
              <a:gd name="connsiteX212" fmla="*/ 8698944 w 10232859"/>
              <a:gd name="connsiteY212" fmla="*/ 1156939 h 1699043"/>
              <a:gd name="connsiteX213" fmla="*/ 8711456 w 10232859"/>
              <a:gd name="connsiteY213" fmla="*/ 1169217 h 1699043"/>
              <a:gd name="connsiteX214" fmla="*/ 8732793 w 10232859"/>
              <a:gd name="connsiteY214" fmla="*/ 1172972 h 1699043"/>
              <a:gd name="connsiteX215" fmla="*/ 8751897 w 10232859"/>
              <a:gd name="connsiteY215" fmla="*/ 1190886 h 1699043"/>
              <a:gd name="connsiteX216" fmla="*/ 8793564 w 10232859"/>
              <a:gd name="connsiteY216" fmla="*/ 1172572 h 1699043"/>
              <a:gd name="connsiteX217" fmla="*/ 8834270 w 10232859"/>
              <a:gd name="connsiteY217" fmla="*/ 1206624 h 1699043"/>
              <a:gd name="connsiteX218" fmla="*/ 8853872 w 10232859"/>
              <a:gd name="connsiteY218" fmla="*/ 1214714 h 1699043"/>
              <a:gd name="connsiteX219" fmla="*/ 8861901 w 10232859"/>
              <a:gd name="connsiteY219" fmla="*/ 1211375 h 1699043"/>
              <a:gd name="connsiteX220" fmla="*/ 8874168 w 10232859"/>
              <a:gd name="connsiteY220" fmla="*/ 1213967 h 1699043"/>
              <a:gd name="connsiteX221" fmla="*/ 8871123 w 10232859"/>
              <a:gd name="connsiteY221" fmla="*/ 1221160 h 1699043"/>
              <a:gd name="connsiteX222" fmla="*/ 8903537 w 10232859"/>
              <a:gd name="connsiteY222" fmla="*/ 1230588 h 1699043"/>
              <a:gd name="connsiteX223" fmla="*/ 8933767 w 10232859"/>
              <a:gd name="connsiteY223" fmla="*/ 1263368 h 1699043"/>
              <a:gd name="connsiteX224" fmla="*/ 8985765 w 10232859"/>
              <a:gd name="connsiteY224" fmla="*/ 1287664 h 1699043"/>
              <a:gd name="connsiteX225" fmla="*/ 9071444 w 10232859"/>
              <a:gd name="connsiteY225" fmla="*/ 1317305 h 1699043"/>
              <a:gd name="connsiteX226" fmla="*/ 9096711 w 10232859"/>
              <a:gd name="connsiteY226" fmla="*/ 1327777 h 1699043"/>
              <a:gd name="connsiteX227" fmla="*/ 9338853 w 10232859"/>
              <a:gd name="connsiteY227" fmla="*/ 1448046 h 1699043"/>
              <a:gd name="connsiteX228" fmla="*/ 9520814 w 10232859"/>
              <a:gd name="connsiteY228" fmla="*/ 1449827 h 1699043"/>
              <a:gd name="connsiteX229" fmla="*/ 9702271 w 10232859"/>
              <a:gd name="connsiteY229" fmla="*/ 1488553 h 1699043"/>
              <a:gd name="connsiteX230" fmla="*/ 9744273 w 10232859"/>
              <a:gd name="connsiteY230" fmla="*/ 1523512 h 1699043"/>
              <a:gd name="connsiteX231" fmla="*/ 9771903 w 10232859"/>
              <a:gd name="connsiteY231" fmla="*/ 1530034 h 1699043"/>
              <a:gd name="connsiteX232" fmla="*/ 9818565 w 10232859"/>
              <a:gd name="connsiteY232" fmla="*/ 1538545 h 1699043"/>
              <a:gd name="connsiteX233" fmla="*/ 9882202 w 10232859"/>
              <a:gd name="connsiteY233" fmla="*/ 1565888 h 1699043"/>
              <a:gd name="connsiteX234" fmla="*/ 10022025 w 10232859"/>
              <a:gd name="connsiteY234" fmla="*/ 1599696 h 1699043"/>
              <a:gd name="connsiteX235" fmla="*/ 10220406 w 10232859"/>
              <a:gd name="connsiteY235" fmla="*/ 1677005 h 1699043"/>
              <a:gd name="connsiteX236" fmla="*/ 10232859 w 10232859"/>
              <a:gd name="connsiteY236" fmla="*/ 1699043 h 1699043"/>
              <a:gd name="connsiteX237" fmla="*/ 0 w 10232859"/>
              <a:gd name="connsiteY237" fmla="*/ 1699043 h 1699043"/>
              <a:gd name="connsiteX238" fmla="*/ 0 w 10232859"/>
              <a:gd name="connsiteY238" fmla="*/ 21828 h 1699043"/>
              <a:gd name="connsiteX239" fmla="*/ 8097 w 10232859"/>
              <a:gd name="connsiteY239" fmla="*/ 24355 h 1699043"/>
              <a:gd name="connsiteX240" fmla="*/ 77128 w 10232859"/>
              <a:gd name="connsiteY240" fmla="*/ 6867 h 1699043"/>
              <a:gd name="connsiteX241" fmla="*/ 188338 w 10232859"/>
              <a:gd name="connsiteY241" fmla="*/ 5079 h 1699043"/>
              <a:gd name="connsiteX242" fmla="*/ 298809 w 10232859"/>
              <a:gd name="connsiteY242" fmla="*/ 6198 h 1699043"/>
              <a:gd name="connsiteX243" fmla="*/ 338985 w 10232859"/>
              <a:gd name="connsiteY243" fmla="*/ 8006 h 1699043"/>
              <a:gd name="connsiteX244" fmla="*/ 409815 w 10232859"/>
              <a:gd name="connsiteY244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06496 w 10232859"/>
              <a:gd name="connsiteY193" fmla="*/ 972839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11456 w 10232859"/>
              <a:gd name="connsiteY212" fmla="*/ 1169217 h 1699043"/>
              <a:gd name="connsiteX213" fmla="*/ 8732793 w 10232859"/>
              <a:gd name="connsiteY213" fmla="*/ 1172972 h 1699043"/>
              <a:gd name="connsiteX214" fmla="*/ 8751897 w 10232859"/>
              <a:gd name="connsiteY214" fmla="*/ 1190886 h 1699043"/>
              <a:gd name="connsiteX215" fmla="*/ 8793564 w 10232859"/>
              <a:gd name="connsiteY215" fmla="*/ 1172572 h 1699043"/>
              <a:gd name="connsiteX216" fmla="*/ 8834270 w 10232859"/>
              <a:gd name="connsiteY216" fmla="*/ 1206624 h 1699043"/>
              <a:gd name="connsiteX217" fmla="*/ 8853872 w 10232859"/>
              <a:gd name="connsiteY217" fmla="*/ 1214714 h 1699043"/>
              <a:gd name="connsiteX218" fmla="*/ 8861901 w 10232859"/>
              <a:gd name="connsiteY218" fmla="*/ 1211375 h 1699043"/>
              <a:gd name="connsiteX219" fmla="*/ 8874168 w 10232859"/>
              <a:gd name="connsiteY219" fmla="*/ 1213967 h 1699043"/>
              <a:gd name="connsiteX220" fmla="*/ 8871123 w 10232859"/>
              <a:gd name="connsiteY220" fmla="*/ 1221160 h 1699043"/>
              <a:gd name="connsiteX221" fmla="*/ 8903537 w 10232859"/>
              <a:gd name="connsiteY221" fmla="*/ 1230588 h 1699043"/>
              <a:gd name="connsiteX222" fmla="*/ 8933767 w 10232859"/>
              <a:gd name="connsiteY222" fmla="*/ 1263368 h 1699043"/>
              <a:gd name="connsiteX223" fmla="*/ 8985765 w 10232859"/>
              <a:gd name="connsiteY223" fmla="*/ 1287664 h 1699043"/>
              <a:gd name="connsiteX224" fmla="*/ 9071444 w 10232859"/>
              <a:gd name="connsiteY224" fmla="*/ 1317305 h 1699043"/>
              <a:gd name="connsiteX225" fmla="*/ 9096711 w 10232859"/>
              <a:gd name="connsiteY225" fmla="*/ 1327777 h 1699043"/>
              <a:gd name="connsiteX226" fmla="*/ 9338853 w 10232859"/>
              <a:gd name="connsiteY226" fmla="*/ 1448046 h 1699043"/>
              <a:gd name="connsiteX227" fmla="*/ 9520814 w 10232859"/>
              <a:gd name="connsiteY227" fmla="*/ 1449827 h 1699043"/>
              <a:gd name="connsiteX228" fmla="*/ 9702271 w 10232859"/>
              <a:gd name="connsiteY228" fmla="*/ 1488553 h 1699043"/>
              <a:gd name="connsiteX229" fmla="*/ 9744273 w 10232859"/>
              <a:gd name="connsiteY229" fmla="*/ 1523512 h 1699043"/>
              <a:gd name="connsiteX230" fmla="*/ 9771903 w 10232859"/>
              <a:gd name="connsiteY230" fmla="*/ 1530034 h 1699043"/>
              <a:gd name="connsiteX231" fmla="*/ 9818565 w 10232859"/>
              <a:gd name="connsiteY231" fmla="*/ 1538545 h 1699043"/>
              <a:gd name="connsiteX232" fmla="*/ 9882202 w 10232859"/>
              <a:gd name="connsiteY232" fmla="*/ 1565888 h 1699043"/>
              <a:gd name="connsiteX233" fmla="*/ 10022025 w 10232859"/>
              <a:gd name="connsiteY233" fmla="*/ 1599696 h 1699043"/>
              <a:gd name="connsiteX234" fmla="*/ 10220406 w 10232859"/>
              <a:gd name="connsiteY234" fmla="*/ 1677005 h 1699043"/>
              <a:gd name="connsiteX235" fmla="*/ 10232859 w 10232859"/>
              <a:gd name="connsiteY235" fmla="*/ 1699043 h 1699043"/>
              <a:gd name="connsiteX236" fmla="*/ 0 w 10232859"/>
              <a:gd name="connsiteY236" fmla="*/ 1699043 h 1699043"/>
              <a:gd name="connsiteX237" fmla="*/ 0 w 10232859"/>
              <a:gd name="connsiteY237" fmla="*/ 21828 h 1699043"/>
              <a:gd name="connsiteX238" fmla="*/ 8097 w 10232859"/>
              <a:gd name="connsiteY238" fmla="*/ 24355 h 1699043"/>
              <a:gd name="connsiteX239" fmla="*/ 77128 w 10232859"/>
              <a:gd name="connsiteY239" fmla="*/ 6867 h 1699043"/>
              <a:gd name="connsiteX240" fmla="*/ 188338 w 10232859"/>
              <a:gd name="connsiteY240" fmla="*/ 5079 h 1699043"/>
              <a:gd name="connsiteX241" fmla="*/ 298809 w 10232859"/>
              <a:gd name="connsiteY241" fmla="*/ 6198 h 1699043"/>
              <a:gd name="connsiteX242" fmla="*/ 338985 w 10232859"/>
              <a:gd name="connsiteY242" fmla="*/ 8006 h 1699043"/>
              <a:gd name="connsiteX243" fmla="*/ 409815 w 10232859"/>
              <a:gd name="connsiteY243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11456 w 10232859"/>
              <a:gd name="connsiteY212" fmla="*/ 1169217 h 1699043"/>
              <a:gd name="connsiteX213" fmla="*/ 8732793 w 10232859"/>
              <a:gd name="connsiteY213" fmla="*/ 1172972 h 1699043"/>
              <a:gd name="connsiteX214" fmla="*/ 8751897 w 10232859"/>
              <a:gd name="connsiteY214" fmla="*/ 1190886 h 1699043"/>
              <a:gd name="connsiteX215" fmla="*/ 8793564 w 10232859"/>
              <a:gd name="connsiteY215" fmla="*/ 1172572 h 1699043"/>
              <a:gd name="connsiteX216" fmla="*/ 8834270 w 10232859"/>
              <a:gd name="connsiteY216" fmla="*/ 1206624 h 1699043"/>
              <a:gd name="connsiteX217" fmla="*/ 8853872 w 10232859"/>
              <a:gd name="connsiteY217" fmla="*/ 1214714 h 1699043"/>
              <a:gd name="connsiteX218" fmla="*/ 8861901 w 10232859"/>
              <a:gd name="connsiteY218" fmla="*/ 1211375 h 1699043"/>
              <a:gd name="connsiteX219" fmla="*/ 8874168 w 10232859"/>
              <a:gd name="connsiteY219" fmla="*/ 1213967 h 1699043"/>
              <a:gd name="connsiteX220" fmla="*/ 8871123 w 10232859"/>
              <a:gd name="connsiteY220" fmla="*/ 1221160 h 1699043"/>
              <a:gd name="connsiteX221" fmla="*/ 8903537 w 10232859"/>
              <a:gd name="connsiteY221" fmla="*/ 1230588 h 1699043"/>
              <a:gd name="connsiteX222" fmla="*/ 8933767 w 10232859"/>
              <a:gd name="connsiteY222" fmla="*/ 1263368 h 1699043"/>
              <a:gd name="connsiteX223" fmla="*/ 8985765 w 10232859"/>
              <a:gd name="connsiteY223" fmla="*/ 1287664 h 1699043"/>
              <a:gd name="connsiteX224" fmla="*/ 9071444 w 10232859"/>
              <a:gd name="connsiteY224" fmla="*/ 1317305 h 1699043"/>
              <a:gd name="connsiteX225" fmla="*/ 9096711 w 10232859"/>
              <a:gd name="connsiteY225" fmla="*/ 1327777 h 1699043"/>
              <a:gd name="connsiteX226" fmla="*/ 9338853 w 10232859"/>
              <a:gd name="connsiteY226" fmla="*/ 1448046 h 1699043"/>
              <a:gd name="connsiteX227" fmla="*/ 9520814 w 10232859"/>
              <a:gd name="connsiteY227" fmla="*/ 1449827 h 1699043"/>
              <a:gd name="connsiteX228" fmla="*/ 9702271 w 10232859"/>
              <a:gd name="connsiteY228" fmla="*/ 1488553 h 1699043"/>
              <a:gd name="connsiteX229" fmla="*/ 9744273 w 10232859"/>
              <a:gd name="connsiteY229" fmla="*/ 1523512 h 1699043"/>
              <a:gd name="connsiteX230" fmla="*/ 9771903 w 10232859"/>
              <a:gd name="connsiteY230" fmla="*/ 1530034 h 1699043"/>
              <a:gd name="connsiteX231" fmla="*/ 9818565 w 10232859"/>
              <a:gd name="connsiteY231" fmla="*/ 1538545 h 1699043"/>
              <a:gd name="connsiteX232" fmla="*/ 9882202 w 10232859"/>
              <a:gd name="connsiteY232" fmla="*/ 1565888 h 1699043"/>
              <a:gd name="connsiteX233" fmla="*/ 10022025 w 10232859"/>
              <a:gd name="connsiteY233" fmla="*/ 1599696 h 1699043"/>
              <a:gd name="connsiteX234" fmla="*/ 10220406 w 10232859"/>
              <a:gd name="connsiteY234" fmla="*/ 1677005 h 1699043"/>
              <a:gd name="connsiteX235" fmla="*/ 10232859 w 10232859"/>
              <a:gd name="connsiteY235" fmla="*/ 1699043 h 1699043"/>
              <a:gd name="connsiteX236" fmla="*/ 0 w 10232859"/>
              <a:gd name="connsiteY236" fmla="*/ 1699043 h 1699043"/>
              <a:gd name="connsiteX237" fmla="*/ 0 w 10232859"/>
              <a:gd name="connsiteY237" fmla="*/ 21828 h 1699043"/>
              <a:gd name="connsiteX238" fmla="*/ 8097 w 10232859"/>
              <a:gd name="connsiteY238" fmla="*/ 24355 h 1699043"/>
              <a:gd name="connsiteX239" fmla="*/ 77128 w 10232859"/>
              <a:gd name="connsiteY239" fmla="*/ 6867 h 1699043"/>
              <a:gd name="connsiteX240" fmla="*/ 188338 w 10232859"/>
              <a:gd name="connsiteY240" fmla="*/ 5079 h 1699043"/>
              <a:gd name="connsiteX241" fmla="*/ 298809 w 10232859"/>
              <a:gd name="connsiteY241" fmla="*/ 6198 h 1699043"/>
              <a:gd name="connsiteX242" fmla="*/ 338985 w 10232859"/>
              <a:gd name="connsiteY242" fmla="*/ 8006 h 1699043"/>
              <a:gd name="connsiteX243" fmla="*/ 409815 w 10232859"/>
              <a:gd name="connsiteY243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32793 w 10232859"/>
              <a:gd name="connsiteY212" fmla="*/ 1172972 h 1699043"/>
              <a:gd name="connsiteX213" fmla="*/ 8751897 w 10232859"/>
              <a:gd name="connsiteY213" fmla="*/ 1190886 h 1699043"/>
              <a:gd name="connsiteX214" fmla="*/ 8793564 w 10232859"/>
              <a:gd name="connsiteY214" fmla="*/ 1172572 h 1699043"/>
              <a:gd name="connsiteX215" fmla="*/ 8834270 w 10232859"/>
              <a:gd name="connsiteY215" fmla="*/ 1206624 h 1699043"/>
              <a:gd name="connsiteX216" fmla="*/ 8853872 w 10232859"/>
              <a:gd name="connsiteY216" fmla="*/ 1214714 h 1699043"/>
              <a:gd name="connsiteX217" fmla="*/ 8861901 w 10232859"/>
              <a:gd name="connsiteY217" fmla="*/ 1211375 h 1699043"/>
              <a:gd name="connsiteX218" fmla="*/ 8874168 w 10232859"/>
              <a:gd name="connsiteY218" fmla="*/ 1213967 h 1699043"/>
              <a:gd name="connsiteX219" fmla="*/ 8871123 w 10232859"/>
              <a:gd name="connsiteY219" fmla="*/ 1221160 h 1699043"/>
              <a:gd name="connsiteX220" fmla="*/ 8903537 w 10232859"/>
              <a:gd name="connsiteY220" fmla="*/ 1230588 h 1699043"/>
              <a:gd name="connsiteX221" fmla="*/ 8933767 w 10232859"/>
              <a:gd name="connsiteY221" fmla="*/ 1263368 h 1699043"/>
              <a:gd name="connsiteX222" fmla="*/ 8985765 w 10232859"/>
              <a:gd name="connsiteY222" fmla="*/ 1287664 h 1699043"/>
              <a:gd name="connsiteX223" fmla="*/ 9071444 w 10232859"/>
              <a:gd name="connsiteY223" fmla="*/ 1317305 h 1699043"/>
              <a:gd name="connsiteX224" fmla="*/ 9096711 w 10232859"/>
              <a:gd name="connsiteY224" fmla="*/ 1327777 h 1699043"/>
              <a:gd name="connsiteX225" fmla="*/ 9338853 w 10232859"/>
              <a:gd name="connsiteY225" fmla="*/ 1448046 h 1699043"/>
              <a:gd name="connsiteX226" fmla="*/ 9520814 w 10232859"/>
              <a:gd name="connsiteY226" fmla="*/ 1449827 h 1699043"/>
              <a:gd name="connsiteX227" fmla="*/ 9702271 w 10232859"/>
              <a:gd name="connsiteY227" fmla="*/ 1488553 h 1699043"/>
              <a:gd name="connsiteX228" fmla="*/ 9744273 w 10232859"/>
              <a:gd name="connsiteY228" fmla="*/ 1523512 h 1699043"/>
              <a:gd name="connsiteX229" fmla="*/ 9771903 w 10232859"/>
              <a:gd name="connsiteY229" fmla="*/ 1530034 h 1699043"/>
              <a:gd name="connsiteX230" fmla="*/ 9818565 w 10232859"/>
              <a:gd name="connsiteY230" fmla="*/ 1538545 h 1699043"/>
              <a:gd name="connsiteX231" fmla="*/ 9882202 w 10232859"/>
              <a:gd name="connsiteY231" fmla="*/ 1565888 h 1699043"/>
              <a:gd name="connsiteX232" fmla="*/ 10022025 w 10232859"/>
              <a:gd name="connsiteY232" fmla="*/ 1599696 h 1699043"/>
              <a:gd name="connsiteX233" fmla="*/ 10220406 w 10232859"/>
              <a:gd name="connsiteY233" fmla="*/ 1677005 h 1699043"/>
              <a:gd name="connsiteX234" fmla="*/ 10232859 w 10232859"/>
              <a:gd name="connsiteY234" fmla="*/ 1699043 h 1699043"/>
              <a:gd name="connsiteX235" fmla="*/ 0 w 10232859"/>
              <a:gd name="connsiteY235" fmla="*/ 1699043 h 1699043"/>
              <a:gd name="connsiteX236" fmla="*/ 0 w 10232859"/>
              <a:gd name="connsiteY236" fmla="*/ 21828 h 1699043"/>
              <a:gd name="connsiteX237" fmla="*/ 8097 w 10232859"/>
              <a:gd name="connsiteY237" fmla="*/ 24355 h 1699043"/>
              <a:gd name="connsiteX238" fmla="*/ 77128 w 10232859"/>
              <a:gd name="connsiteY238" fmla="*/ 6867 h 1699043"/>
              <a:gd name="connsiteX239" fmla="*/ 188338 w 10232859"/>
              <a:gd name="connsiteY239" fmla="*/ 5079 h 1699043"/>
              <a:gd name="connsiteX240" fmla="*/ 298809 w 10232859"/>
              <a:gd name="connsiteY240" fmla="*/ 6198 h 1699043"/>
              <a:gd name="connsiteX241" fmla="*/ 338985 w 10232859"/>
              <a:gd name="connsiteY241" fmla="*/ 8006 h 1699043"/>
              <a:gd name="connsiteX242" fmla="*/ 409815 w 10232859"/>
              <a:gd name="connsiteY242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51897 w 10232859"/>
              <a:gd name="connsiteY212" fmla="*/ 1190886 h 1699043"/>
              <a:gd name="connsiteX213" fmla="*/ 8793564 w 10232859"/>
              <a:gd name="connsiteY213" fmla="*/ 1172572 h 1699043"/>
              <a:gd name="connsiteX214" fmla="*/ 8834270 w 10232859"/>
              <a:gd name="connsiteY214" fmla="*/ 1206624 h 1699043"/>
              <a:gd name="connsiteX215" fmla="*/ 8853872 w 10232859"/>
              <a:gd name="connsiteY215" fmla="*/ 1214714 h 1699043"/>
              <a:gd name="connsiteX216" fmla="*/ 8861901 w 10232859"/>
              <a:gd name="connsiteY216" fmla="*/ 1211375 h 1699043"/>
              <a:gd name="connsiteX217" fmla="*/ 8874168 w 10232859"/>
              <a:gd name="connsiteY217" fmla="*/ 1213967 h 1699043"/>
              <a:gd name="connsiteX218" fmla="*/ 8871123 w 10232859"/>
              <a:gd name="connsiteY218" fmla="*/ 1221160 h 1699043"/>
              <a:gd name="connsiteX219" fmla="*/ 8903537 w 10232859"/>
              <a:gd name="connsiteY219" fmla="*/ 1230588 h 1699043"/>
              <a:gd name="connsiteX220" fmla="*/ 8933767 w 10232859"/>
              <a:gd name="connsiteY220" fmla="*/ 1263368 h 1699043"/>
              <a:gd name="connsiteX221" fmla="*/ 8985765 w 10232859"/>
              <a:gd name="connsiteY221" fmla="*/ 1287664 h 1699043"/>
              <a:gd name="connsiteX222" fmla="*/ 9071444 w 10232859"/>
              <a:gd name="connsiteY222" fmla="*/ 1317305 h 1699043"/>
              <a:gd name="connsiteX223" fmla="*/ 9096711 w 10232859"/>
              <a:gd name="connsiteY223" fmla="*/ 1327777 h 1699043"/>
              <a:gd name="connsiteX224" fmla="*/ 9338853 w 10232859"/>
              <a:gd name="connsiteY224" fmla="*/ 1448046 h 1699043"/>
              <a:gd name="connsiteX225" fmla="*/ 9520814 w 10232859"/>
              <a:gd name="connsiteY225" fmla="*/ 1449827 h 1699043"/>
              <a:gd name="connsiteX226" fmla="*/ 9702271 w 10232859"/>
              <a:gd name="connsiteY226" fmla="*/ 1488553 h 1699043"/>
              <a:gd name="connsiteX227" fmla="*/ 9744273 w 10232859"/>
              <a:gd name="connsiteY227" fmla="*/ 1523512 h 1699043"/>
              <a:gd name="connsiteX228" fmla="*/ 9771903 w 10232859"/>
              <a:gd name="connsiteY228" fmla="*/ 1530034 h 1699043"/>
              <a:gd name="connsiteX229" fmla="*/ 9818565 w 10232859"/>
              <a:gd name="connsiteY229" fmla="*/ 1538545 h 1699043"/>
              <a:gd name="connsiteX230" fmla="*/ 9882202 w 10232859"/>
              <a:gd name="connsiteY230" fmla="*/ 1565888 h 1699043"/>
              <a:gd name="connsiteX231" fmla="*/ 10022025 w 10232859"/>
              <a:gd name="connsiteY231" fmla="*/ 1599696 h 1699043"/>
              <a:gd name="connsiteX232" fmla="*/ 10220406 w 10232859"/>
              <a:gd name="connsiteY232" fmla="*/ 1677005 h 1699043"/>
              <a:gd name="connsiteX233" fmla="*/ 10232859 w 10232859"/>
              <a:gd name="connsiteY233" fmla="*/ 1699043 h 1699043"/>
              <a:gd name="connsiteX234" fmla="*/ 0 w 10232859"/>
              <a:gd name="connsiteY234" fmla="*/ 1699043 h 1699043"/>
              <a:gd name="connsiteX235" fmla="*/ 0 w 10232859"/>
              <a:gd name="connsiteY235" fmla="*/ 21828 h 1699043"/>
              <a:gd name="connsiteX236" fmla="*/ 8097 w 10232859"/>
              <a:gd name="connsiteY236" fmla="*/ 24355 h 1699043"/>
              <a:gd name="connsiteX237" fmla="*/ 77128 w 10232859"/>
              <a:gd name="connsiteY237" fmla="*/ 6867 h 1699043"/>
              <a:gd name="connsiteX238" fmla="*/ 188338 w 10232859"/>
              <a:gd name="connsiteY238" fmla="*/ 5079 h 1699043"/>
              <a:gd name="connsiteX239" fmla="*/ 298809 w 10232859"/>
              <a:gd name="connsiteY239" fmla="*/ 6198 h 1699043"/>
              <a:gd name="connsiteX240" fmla="*/ 338985 w 10232859"/>
              <a:gd name="connsiteY240" fmla="*/ 8006 h 1699043"/>
              <a:gd name="connsiteX241" fmla="*/ 409815 w 10232859"/>
              <a:gd name="connsiteY241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51897 w 10232859"/>
              <a:gd name="connsiteY212" fmla="*/ 1190886 h 1699043"/>
              <a:gd name="connsiteX213" fmla="*/ 8834270 w 10232859"/>
              <a:gd name="connsiteY213" fmla="*/ 1206624 h 1699043"/>
              <a:gd name="connsiteX214" fmla="*/ 8853872 w 10232859"/>
              <a:gd name="connsiteY214" fmla="*/ 1214714 h 1699043"/>
              <a:gd name="connsiteX215" fmla="*/ 8861901 w 10232859"/>
              <a:gd name="connsiteY215" fmla="*/ 1211375 h 1699043"/>
              <a:gd name="connsiteX216" fmla="*/ 8874168 w 10232859"/>
              <a:gd name="connsiteY216" fmla="*/ 1213967 h 1699043"/>
              <a:gd name="connsiteX217" fmla="*/ 8871123 w 10232859"/>
              <a:gd name="connsiteY217" fmla="*/ 1221160 h 1699043"/>
              <a:gd name="connsiteX218" fmla="*/ 8903537 w 10232859"/>
              <a:gd name="connsiteY218" fmla="*/ 1230588 h 1699043"/>
              <a:gd name="connsiteX219" fmla="*/ 8933767 w 10232859"/>
              <a:gd name="connsiteY219" fmla="*/ 1263368 h 1699043"/>
              <a:gd name="connsiteX220" fmla="*/ 8985765 w 10232859"/>
              <a:gd name="connsiteY220" fmla="*/ 1287664 h 1699043"/>
              <a:gd name="connsiteX221" fmla="*/ 9071444 w 10232859"/>
              <a:gd name="connsiteY221" fmla="*/ 1317305 h 1699043"/>
              <a:gd name="connsiteX222" fmla="*/ 9096711 w 10232859"/>
              <a:gd name="connsiteY222" fmla="*/ 1327777 h 1699043"/>
              <a:gd name="connsiteX223" fmla="*/ 9338853 w 10232859"/>
              <a:gd name="connsiteY223" fmla="*/ 1448046 h 1699043"/>
              <a:gd name="connsiteX224" fmla="*/ 9520814 w 10232859"/>
              <a:gd name="connsiteY224" fmla="*/ 1449827 h 1699043"/>
              <a:gd name="connsiteX225" fmla="*/ 9702271 w 10232859"/>
              <a:gd name="connsiteY225" fmla="*/ 1488553 h 1699043"/>
              <a:gd name="connsiteX226" fmla="*/ 9744273 w 10232859"/>
              <a:gd name="connsiteY226" fmla="*/ 1523512 h 1699043"/>
              <a:gd name="connsiteX227" fmla="*/ 9771903 w 10232859"/>
              <a:gd name="connsiteY227" fmla="*/ 1530034 h 1699043"/>
              <a:gd name="connsiteX228" fmla="*/ 9818565 w 10232859"/>
              <a:gd name="connsiteY228" fmla="*/ 1538545 h 1699043"/>
              <a:gd name="connsiteX229" fmla="*/ 9882202 w 10232859"/>
              <a:gd name="connsiteY229" fmla="*/ 1565888 h 1699043"/>
              <a:gd name="connsiteX230" fmla="*/ 10022025 w 10232859"/>
              <a:gd name="connsiteY230" fmla="*/ 1599696 h 1699043"/>
              <a:gd name="connsiteX231" fmla="*/ 10220406 w 10232859"/>
              <a:gd name="connsiteY231" fmla="*/ 1677005 h 1699043"/>
              <a:gd name="connsiteX232" fmla="*/ 10232859 w 10232859"/>
              <a:gd name="connsiteY232" fmla="*/ 1699043 h 1699043"/>
              <a:gd name="connsiteX233" fmla="*/ 0 w 10232859"/>
              <a:gd name="connsiteY233" fmla="*/ 1699043 h 1699043"/>
              <a:gd name="connsiteX234" fmla="*/ 0 w 10232859"/>
              <a:gd name="connsiteY234" fmla="*/ 21828 h 1699043"/>
              <a:gd name="connsiteX235" fmla="*/ 8097 w 10232859"/>
              <a:gd name="connsiteY235" fmla="*/ 24355 h 1699043"/>
              <a:gd name="connsiteX236" fmla="*/ 77128 w 10232859"/>
              <a:gd name="connsiteY236" fmla="*/ 6867 h 1699043"/>
              <a:gd name="connsiteX237" fmla="*/ 188338 w 10232859"/>
              <a:gd name="connsiteY237" fmla="*/ 5079 h 1699043"/>
              <a:gd name="connsiteX238" fmla="*/ 298809 w 10232859"/>
              <a:gd name="connsiteY238" fmla="*/ 6198 h 1699043"/>
              <a:gd name="connsiteX239" fmla="*/ 338985 w 10232859"/>
              <a:gd name="connsiteY239" fmla="*/ 8006 h 1699043"/>
              <a:gd name="connsiteX240" fmla="*/ 409815 w 10232859"/>
              <a:gd name="connsiteY240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51897 w 10232859"/>
              <a:gd name="connsiteY212" fmla="*/ 1190886 h 1699043"/>
              <a:gd name="connsiteX213" fmla="*/ 8834270 w 10232859"/>
              <a:gd name="connsiteY213" fmla="*/ 1206624 h 1699043"/>
              <a:gd name="connsiteX214" fmla="*/ 8853872 w 10232859"/>
              <a:gd name="connsiteY214" fmla="*/ 1214714 h 1699043"/>
              <a:gd name="connsiteX215" fmla="*/ 8861901 w 10232859"/>
              <a:gd name="connsiteY215" fmla="*/ 1211375 h 1699043"/>
              <a:gd name="connsiteX216" fmla="*/ 8874168 w 10232859"/>
              <a:gd name="connsiteY216" fmla="*/ 1213967 h 1699043"/>
              <a:gd name="connsiteX217" fmla="*/ 8871123 w 10232859"/>
              <a:gd name="connsiteY217" fmla="*/ 1221160 h 1699043"/>
              <a:gd name="connsiteX218" fmla="*/ 8903537 w 10232859"/>
              <a:gd name="connsiteY218" fmla="*/ 1230588 h 1699043"/>
              <a:gd name="connsiteX219" fmla="*/ 8933767 w 10232859"/>
              <a:gd name="connsiteY219" fmla="*/ 1263368 h 1699043"/>
              <a:gd name="connsiteX220" fmla="*/ 8985765 w 10232859"/>
              <a:gd name="connsiteY220" fmla="*/ 1287664 h 1699043"/>
              <a:gd name="connsiteX221" fmla="*/ 9071444 w 10232859"/>
              <a:gd name="connsiteY221" fmla="*/ 1317305 h 1699043"/>
              <a:gd name="connsiteX222" fmla="*/ 9096711 w 10232859"/>
              <a:gd name="connsiteY222" fmla="*/ 1327777 h 1699043"/>
              <a:gd name="connsiteX223" fmla="*/ 9338853 w 10232859"/>
              <a:gd name="connsiteY223" fmla="*/ 1448046 h 1699043"/>
              <a:gd name="connsiteX224" fmla="*/ 9520814 w 10232859"/>
              <a:gd name="connsiteY224" fmla="*/ 1449827 h 1699043"/>
              <a:gd name="connsiteX225" fmla="*/ 9702271 w 10232859"/>
              <a:gd name="connsiteY225" fmla="*/ 1488553 h 1699043"/>
              <a:gd name="connsiteX226" fmla="*/ 9744273 w 10232859"/>
              <a:gd name="connsiteY226" fmla="*/ 1523512 h 1699043"/>
              <a:gd name="connsiteX227" fmla="*/ 9771903 w 10232859"/>
              <a:gd name="connsiteY227" fmla="*/ 1530034 h 1699043"/>
              <a:gd name="connsiteX228" fmla="*/ 9818565 w 10232859"/>
              <a:gd name="connsiteY228" fmla="*/ 1538545 h 1699043"/>
              <a:gd name="connsiteX229" fmla="*/ 9882202 w 10232859"/>
              <a:gd name="connsiteY229" fmla="*/ 1565888 h 1699043"/>
              <a:gd name="connsiteX230" fmla="*/ 10022025 w 10232859"/>
              <a:gd name="connsiteY230" fmla="*/ 1599696 h 1699043"/>
              <a:gd name="connsiteX231" fmla="*/ 10220406 w 10232859"/>
              <a:gd name="connsiteY231" fmla="*/ 1677005 h 1699043"/>
              <a:gd name="connsiteX232" fmla="*/ 10232859 w 10232859"/>
              <a:gd name="connsiteY232" fmla="*/ 1699043 h 1699043"/>
              <a:gd name="connsiteX233" fmla="*/ 0 w 10232859"/>
              <a:gd name="connsiteY233" fmla="*/ 1699043 h 1699043"/>
              <a:gd name="connsiteX234" fmla="*/ 0 w 10232859"/>
              <a:gd name="connsiteY234" fmla="*/ 21828 h 1699043"/>
              <a:gd name="connsiteX235" fmla="*/ 8097 w 10232859"/>
              <a:gd name="connsiteY235" fmla="*/ 24355 h 1699043"/>
              <a:gd name="connsiteX236" fmla="*/ 77128 w 10232859"/>
              <a:gd name="connsiteY236" fmla="*/ 6867 h 1699043"/>
              <a:gd name="connsiteX237" fmla="*/ 188338 w 10232859"/>
              <a:gd name="connsiteY237" fmla="*/ 5079 h 1699043"/>
              <a:gd name="connsiteX238" fmla="*/ 298809 w 10232859"/>
              <a:gd name="connsiteY238" fmla="*/ 6198 h 1699043"/>
              <a:gd name="connsiteX239" fmla="*/ 338985 w 10232859"/>
              <a:gd name="connsiteY239" fmla="*/ 8006 h 1699043"/>
              <a:gd name="connsiteX240" fmla="*/ 409815 w 10232859"/>
              <a:gd name="connsiteY240" fmla="*/ 5045 h 169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10232859" h="1699043">
                <a:moveTo>
                  <a:pt x="409815" y="5045"/>
                </a:moveTo>
                <a:cubicBezTo>
                  <a:pt x="429370" y="4390"/>
                  <a:pt x="447350" y="1844"/>
                  <a:pt x="456316" y="4077"/>
                </a:cubicBezTo>
                <a:cubicBezTo>
                  <a:pt x="477158" y="7678"/>
                  <a:pt x="444163" y="18056"/>
                  <a:pt x="463611" y="18441"/>
                </a:cubicBezTo>
                <a:cubicBezTo>
                  <a:pt x="482411" y="11619"/>
                  <a:pt x="487072" y="29834"/>
                  <a:pt x="506289" y="21667"/>
                </a:cubicBezTo>
                <a:cubicBezTo>
                  <a:pt x="496843" y="8226"/>
                  <a:pt x="549409" y="22324"/>
                  <a:pt x="547180" y="10297"/>
                </a:cubicBezTo>
                <a:cubicBezTo>
                  <a:pt x="570685" y="26535"/>
                  <a:pt x="573306" y="5039"/>
                  <a:pt x="599180" y="9165"/>
                </a:cubicBezTo>
                <a:cubicBezTo>
                  <a:pt x="612602" y="15098"/>
                  <a:pt x="621179" y="15818"/>
                  <a:pt x="630247" y="8332"/>
                </a:cubicBezTo>
                <a:cubicBezTo>
                  <a:pt x="692592" y="37344"/>
                  <a:pt x="662498" y="8239"/>
                  <a:pt x="715463" y="18029"/>
                </a:cubicBezTo>
                <a:cubicBezTo>
                  <a:pt x="761811" y="28765"/>
                  <a:pt x="812435" y="34762"/>
                  <a:pt x="862866" y="63233"/>
                </a:cubicBezTo>
                <a:cubicBezTo>
                  <a:pt x="873066" y="71493"/>
                  <a:pt x="892555" y="73882"/>
                  <a:pt x="906400" y="68570"/>
                </a:cubicBezTo>
                <a:cubicBezTo>
                  <a:pt x="908782" y="67655"/>
                  <a:pt x="910904" y="66542"/>
                  <a:pt x="912698" y="65266"/>
                </a:cubicBezTo>
                <a:cubicBezTo>
                  <a:pt x="943729" y="85619"/>
                  <a:pt x="957570" y="74516"/>
                  <a:pt x="972936" y="88549"/>
                </a:cubicBezTo>
                <a:cubicBezTo>
                  <a:pt x="1016216" y="93123"/>
                  <a:pt x="1046982" y="78021"/>
                  <a:pt x="1061158" y="90302"/>
                </a:cubicBezTo>
                <a:cubicBezTo>
                  <a:pt x="1082487" y="88877"/>
                  <a:pt x="1108723" y="73289"/>
                  <a:pt x="1127764" y="86443"/>
                </a:cubicBezTo>
                <a:cubicBezTo>
                  <a:pt x="1127604" y="75222"/>
                  <a:pt x="1154212" y="94228"/>
                  <a:pt x="1165092" y="86517"/>
                </a:cubicBezTo>
                <a:cubicBezTo>
                  <a:pt x="1172532" y="79848"/>
                  <a:pt x="1182339" y="84060"/>
                  <a:pt x="1192274" y="84088"/>
                </a:cubicBezTo>
                <a:cubicBezTo>
                  <a:pt x="1203651" y="78585"/>
                  <a:pt x="1248434" y="85441"/>
                  <a:pt x="1261359" y="91263"/>
                </a:cubicBezTo>
                <a:cubicBezTo>
                  <a:pt x="1294377" y="112056"/>
                  <a:pt x="1348832" y="92888"/>
                  <a:pt x="1375826" y="108740"/>
                </a:cubicBezTo>
                <a:cubicBezTo>
                  <a:pt x="1384490" y="110842"/>
                  <a:pt x="1392528" y="111481"/>
                  <a:pt x="1400134" y="111208"/>
                </a:cubicBezTo>
                <a:lnTo>
                  <a:pt x="1420782" y="108347"/>
                </a:lnTo>
                <a:lnTo>
                  <a:pt x="1425360" y="103343"/>
                </a:lnTo>
                <a:lnTo>
                  <a:pt x="1438688" y="103900"/>
                </a:lnTo>
                <a:lnTo>
                  <a:pt x="1442183" y="103008"/>
                </a:lnTo>
                <a:cubicBezTo>
                  <a:pt x="1448852" y="101280"/>
                  <a:pt x="1455482" y="99738"/>
                  <a:pt x="1462271" y="98933"/>
                </a:cubicBezTo>
                <a:cubicBezTo>
                  <a:pt x="1460480" y="123023"/>
                  <a:pt x="1519712" y="96044"/>
                  <a:pt x="1506437" y="116084"/>
                </a:cubicBezTo>
                <a:cubicBezTo>
                  <a:pt x="1543421" y="115842"/>
                  <a:pt x="1521082" y="134981"/>
                  <a:pt x="1559721" y="115918"/>
                </a:cubicBezTo>
                <a:cubicBezTo>
                  <a:pt x="1622424" y="132591"/>
                  <a:pt x="1709577" y="121173"/>
                  <a:pt x="1763086" y="148431"/>
                </a:cubicBezTo>
                <a:cubicBezTo>
                  <a:pt x="1815897" y="152158"/>
                  <a:pt x="1869650" y="152419"/>
                  <a:pt x="1909571" y="158571"/>
                </a:cubicBezTo>
                <a:cubicBezTo>
                  <a:pt x="1944577" y="152584"/>
                  <a:pt x="1963780" y="165894"/>
                  <a:pt x="2002612" y="185342"/>
                </a:cubicBezTo>
                <a:cubicBezTo>
                  <a:pt x="2057542" y="188412"/>
                  <a:pt x="2102353" y="209660"/>
                  <a:pt x="2155278" y="197824"/>
                </a:cubicBezTo>
                <a:cubicBezTo>
                  <a:pt x="2158165" y="201469"/>
                  <a:pt x="2161968" y="204456"/>
                  <a:pt x="2166398" y="206965"/>
                </a:cubicBezTo>
                <a:lnTo>
                  <a:pt x="2180455" y="212894"/>
                </a:lnTo>
                <a:lnTo>
                  <a:pt x="2182638" y="212313"/>
                </a:lnTo>
                <a:cubicBezTo>
                  <a:pt x="2191756" y="211797"/>
                  <a:pt x="2196930" y="213146"/>
                  <a:pt x="2200348" y="215316"/>
                </a:cubicBezTo>
                <a:lnTo>
                  <a:pt x="2203307" y="218590"/>
                </a:lnTo>
                <a:lnTo>
                  <a:pt x="2215170" y="221472"/>
                </a:lnTo>
                <a:lnTo>
                  <a:pt x="2237765" y="229357"/>
                </a:lnTo>
                <a:lnTo>
                  <a:pt x="2242719" y="228760"/>
                </a:lnTo>
                <a:lnTo>
                  <a:pt x="2277928" y="237427"/>
                </a:lnTo>
                <a:lnTo>
                  <a:pt x="2278759" y="236563"/>
                </a:lnTo>
                <a:cubicBezTo>
                  <a:pt x="2281421" y="234823"/>
                  <a:pt x="2284901" y="233911"/>
                  <a:pt x="2290187" y="234709"/>
                </a:cubicBezTo>
                <a:cubicBezTo>
                  <a:pt x="2304405" y="231655"/>
                  <a:pt x="2345628" y="219494"/>
                  <a:pt x="2364066" y="218237"/>
                </a:cubicBezTo>
                <a:cubicBezTo>
                  <a:pt x="2375743" y="221506"/>
                  <a:pt x="2388068" y="224536"/>
                  <a:pt x="2400814" y="227165"/>
                </a:cubicBezTo>
                <a:lnTo>
                  <a:pt x="2408414" y="228429"/>
                </a:lnTo>
                <a:lnTo>
                  <a:pt x="2408650" y="228234"/>
                </a:lnTo>
                <a:cubicBezTo>
                  <a:pt x="2410483" y="228038"/>
                  <a:pt x="2413050" y="228278"/>
                  <a:pt x="2416835" y="229128"/>
                </a:cubicBezTo>
                <a:lnTo>
                  <a:pt x="2422271" y="230733"/>
                </a:lnTo>
                <a:lnTo>
                  <a:pt x="2490341" y="211074"/>
                </a:lnTo>
                <a:cubicBezTo>
                  <a:pt x="2529316" y="208871"/>
                  <a:pt x="2549401" y="191268"/>
                  <a:pt x="2588929" y="200980"/>
                </a:cubicBezTo>
                <a:cubicBezTo>
                  <a:pt x="2625398" y="198847"/>
                  <a:pt x="2654940" y="190424"/>
                  <a:pt x="2687426" y="193848"/>
                </a:cubicBezTo>
                <a:cubicBezTo>
                  <a:pt x="2698335" y="187864"/>
                  <a:pt x="2709521" y="185129"/>
                  <a:pt x="2723517" y="192652"/>
                </a:cubicBezTo>
                <a:cubicBezTo>
                  <a:pt x="2756835" y="188350"/>
                  <a:pt x="2761531" y="176438"/>
                  <a:pt x="2785956" y="184404"/>
                </a:cubicBezTo>
                <a:cubicBezTo>
                  <a:pt x="2799369" y="164864"/>
                  <a:pt x="2802708" y="171921"/>
                  <a:pt x="2813378" y="176833"/>
                </a:cubicBezTo>
                <a:lnTo>
                  <a:pt x="2814782" y="177153"/>
                </a:lnTo>
                <a:lnTo>
                  <a:pt x="2816580" y="174366"/>
                </a:lnTo>
                <a:lnTo>
                  <a:pt x="2821623" y="172875"/>
                </a:lnTo>
                <a:lnTo>
                  <a:pt x="2836688" y="172971"/>
                </a:lnTo>
                <a:lnTo>
                  <a:pt x="2842564" y="173695"/>
                </a:lnTo>
                <a:cubicBezTo>
                  <a:pt x="2846534" y="173937"/>
                  <a:pt x="2849070" y="173769"/>
                  <a:pt x="2850712" y="173290"/>
                </a:cubicBezTo>
                <a:cubicBezTo>
                  <a:pt x="2850757" y="173214"/>
                  <a:pt x="2850801" y="173138"/>
                  <a:pt x="2850846" y="173062"/>
                </a:cubicBezTo>
                <a:lnTo>
                  <a:pt x="2858611" y="173112"/>
                </a:lnTo>
                <a:cubicBezTo>
                  <a:pt x="2871867" y="173694"/>
                  <a:pt x="2884913" y="174736"/>
                  <a:pt x="2897454" y="176114"/>
                </a:cubicBezTo>
                <a:cubicBezTo>
                  <a:pt x="2903755" y="163406"/>
                  <a:pt x="2952342" y="175773"/>
                  <a:pt x="2940369" y="152944"/>
                </a:cubicBezTo>
                <a:cubicBezTo>
                  <a:pt x="2957076" y="154120"/>
                  <a:pt x="2969777" y="163235"/>
                  <a:pt x="2959670" y="148367"/>
                </a:cubicBezTo>
                <a:cubicBezTo>
                  <a:pt x="2965032" y="148320"/>
                  <a:pt x="2967900" y="146880"/>
                  <a:pt x="2969615" y="144755"/>
                </a:cubicBezTo>
                <a:lnTo>
                  <a:pt x="2970000" y="143776"/>
                </a:lnTo>
                <a:lnTo>
                  <a:pt x="3007272" y="146766"/>
                </a:lnTo>
                <a:lnTo>
                  <a:pt x="3011677" y="145404"/>
                </a:lnTo>
                <a:lnTo>
                  <a:pt x="3036668" y="149604"/>
                </a:lnTo>
                <a:lnTo>
                  <a:pt x="3049208" y="150573"/>
                </a:lnTo>
                <a:lnTo>
                  <a:pt x="3053517" y="153322"/>
                </a:lnTo>
                <a:cubicBezTo>
                  <a:pt x="3057746" y="154918"/>
                  <a:pt x="3063258" y="155431"/>
                  <a:pt x="3071637" y="153496"/>
                </a:cubicBezTo>
                <a:lnTo>
                  <a:pt x="3110077" y="149202"/>
                </a:lnTo>
                <a:lnTo>
                  <a:pt x="3173743" y="159581"/>
                </a:lnTo>
                <a:cubicBezTo>
                  <a:pt x="3203872" y="159443"/>
                  <a:pt x="3205720" y="152598"/>
                  <a:pt x="3254203" y="151756"/>
                </a:cubicBezTo>
                <a:cubicBezTo>
                  <a:pt x="3298520" y="170671"/>
                  <a:pt x="3274378" y="179402"/>
                  <a:pt x="3380350" y="151151"/>
                </a:cubicBezTo>
                <a:cubicBezTo>
                  <a:pt x="3433470" y="157383"/>
                  <a:pt x="3409905" y="153931"/>
                  <a:pt x="3476147" y="170925"/>
                </a:cubicBezTo>
                <a:cubicBezTo>
                  <a:pt x="3495624" y="172754"/>
                  <a:pt x="3573433" y="153024"/>
                  <a:pt x="3581876" y="150448"/>
                </a:cubicBezTo>
                <a:cubicBezTo>
                  <a:pt x="3645019" y="168821"/>
                  <a:pt x="3637816" y="143953"/>
                  <a:pt x="3704761" y="150492"/>
                </a:cubicBezTo>
                <a:cubicBezTo>
                  <a:pt x="3732481" y="125722"/>
                  <a:pt x="3720202" y="148011"/>
                  <a:pt x="3755040" y="141978"/>
                </a:cubicBezTo>
                <a:cubicBezTo>
                  <a:pt x="3751742" y="163732"/>
                  <a:pt x="3795265" y="127963"/>
                  <a:pt x="3804689" y="151893"/>
                </a:cubicBezTo>
                <a:cubicBezTo>
                  <a:pt x="3810732" y="150037"/>
                  <a:pt x="3816287" y="147485"/>
                  <a:pt x="3821793" y="144743"/>
                </a:cubicBezTo>
                <a:lnTo>
                  <a:pt x="3824682" y="143319"/>
                </a:lnTo>
                <a:lnTo>
                  <a:pt x="3837536" y="141778"/>
                </a:lnTo>
                <a:lnTo>
                  <a:pt x="3839550" y="136147"/>
                </a:lnTo>
                <a:lnTo>
                  <a:pt x="3857743" y="130104"/>
                </a:lnTo>
                <a:cubicBezTo>
                  <a:pt x="3864805" y="128643"/>
                  <a:pt x="3872697" y="128011"/>
                  <a:pt x="3881852" y="128717"/>
                </a:cubicBezTo>
                <a:cubicBezTo>
                  <a:pt x="3914678" y="140047"/>
                  <a:pt x="3949962" y="139745"/>
                  <a:pt x="3998088" y="127932"/>
                </a:cubicBezTo>
                <a:cubicBezTo>
                  <a:pt x="4012987" y="131622"/>
                  <a:pt x="4058471" y="131332"/>
                  <a:pt x="4066682" y="124147"/>
                </a:cubicBezTo>
                <a:cubicBezTo>
                  <a:pt x="4076084" y="122618"/>
                  <a:pt x="4087294" y="125216"/>
                  <a:pt x="4091246" y="117503"/>
                </a:cubicBezTo>
                <a:cubicBezTo>
                  <a:pt x="4097972" y="108229"/>
                  <a:pt x="4131886" y="122717"/>
                  <a:pt x="4126556" y="111725"/>
                </a:cubicBezTo>
                <a:cubicBezTo>
                  <a:pt x="4150620" y="121653"/>
                  <a:pt x="4168222" y="102239"/>
                  <a:pt x="4187717" y="97496"/>
                </a:cubicBezTo>
                <a:cubicBezTo>
                  <a:pt x="4197248" y="102415"/>
                  <a:pt x="4207541" y="99960"/>
                  <a:pt x="4220826" y="95991"/>
                </a:cubicBezTo>
                <a:lnTo>
                  <a:pt x="4239014" y="90840"/>
                </a:lnTo>
                <a:lnTo>
                  <a:pt x="4246653" y="91360"/>
                </a:lnTo>
                <a:cubicBezTo>
                  <a:pt x="4255895" y="91263"/>
                  <a:pt x="4264334" y="90629"/>
                  <a:pt x="4271841" y="90188"/>
                </a:cubicBezTo>
                <a:lnTo>
                  <a:pt x="4286277" y="90173"/>
                </a:lnTo>
                <a:lnTo>
                  <a:pt x="4292025" y="90407"/>
                </a:lnTo>
                <a:lnTo>
                  <a:pt x="4304713" y="95673"/>
                </a:lnTo>
                <a:lnTo>
                  <a:pt x="4321285" y="93560"/>
                </a:lnTo>
                <a:lnTo>
                  <a:pt x="4339561" y="98806"/>
                </a:lnTo>
                <a:cubicBezTo>
                  <a:pt x="4340668" y="97273"/>
                  <a:pt x="4342159" y="95846"/>
                  <a:pt x="4343990" y="94576"/>
                </a:cubicBezTo>
                <a:lnTo>
                  <a:pt x="4358885" y="90264"/>
                </a:lnTo>
                <a:lnTo>
                  <a:pt x="4371648" y="95312"/>
                </a:lnTo>
                <a:cubicBezTo>
                  <a:pt x="4372251" y="86927"/>
                  <a:pt x="4386448" y="96257"/>
                  <a:pt x="4398380" y="98447"/>
                </a:cubicBezTo>
                <a:lnTo>
                  <a:pt x="4405729" y="97677"/>
                </a:lnTo>
                <a:lnTo>
                  <a:pt x="4431408" y="104311"/>
                </a:lnTo>
                <a:cubicBezTo>
                  <a:pt x="4445462" y="106988"/>
                  <a:pt x="4459011" y="108715"/>
                  <a:pt x="4472183" y="109916"/>
                </a:cubicBezTo>
                <a:lnTo>
                  <a:pt x="4518828" y="112600"/>
                </a:lnTo>
                <a:lnTo>
                  <a:pt x="4532040" y="117793"/>
                </a:lnTo>
                <a:cubicBezTo>
                  <a:pt x="4562193" y="123492"/>
                  <a:pt x="4598554" y="117583"/>
                  <a:pt x="4617778" y="130479"/>
                </a:cubicBezTo>
                <a:cubicBezTo>
                  <a:pt x="4626259" y="133024"/>
                  <a:pt x="4634242" y="134080"/>
                  <a:pt x="4641872" y="134207"/>
                </a:cubicBezTo>
                <a:lnTo>
                  <a:pt x="4662766" y="132438"/>
                </a:lnTo>
                <a:lnTo>
                  <a:pt x="4667770" y="127694"/>
                </a:lnTo>
                <a:lnTo>
                  <a:pt x="4681052" y="128947"/>
                </a:lnTo>
                <a:lnTo>
                  <a:pt x="4684624" y="128241"/>
                </a:lnTo>
                <a:cubicBezTo>
                  <a:pt x="4691441" y="126869"/>
                  <a:pt x="4698205" y="125683"/>
                  <a:pt x="4705061" y="125234"/>
                </a:cubicBezTo>
                <a:cubicBezTo>
                  <a:pt x="4701197" y="149124"/>
                  <a:pt x="4762747" y="125360"/>
                  <a:pt x="4747746" y="144617"/>
                </a:cubicBezTo>
                <a:cubicBezTo>
                  <a:pt x="4784752" y="146312"/>
                  <a:pt x="4823070" y="154053"/>
                  <a:pt x="4867014" y="164145"/>
                </a:cubicBezTo>
                <a:cubicBezTo>
                  <a:pt x="4928279" y="184021"/>
                  <a:pt x="4950439" y="160303"/>
                  <a:pt x="5001600" y="190239"/>
                </a:cubicBezTo>
                <a:cubicBezTo>
                  <a:pt x="5054087" y="196711"/>
                  <a:pt x="5076576" y="177858"/>
                  <a:pt x="5115965" y="186069"/>
                </a:cubicBezTo>
                <a:cubicBezTo>
                  <a:pt x="5141248" y="210877"/>
                  <a:pt x="5145689" y="221876"/>
                  <a:pt x="5193957" y="229364"/>
                </a:cubicBezTo>
                <a:cubicBezTo>
                  <a:pt x="5248620" y="235290"/>
                  <a:pt x="5221967" y="272312"/>
                  <a:pt x="5275907" y="263295"/>
                </a:cubicBezTo>
                <a:cubicBezTo>
                  <a:pt x="5278478" y="267074"/>
                  <a:pt x="5340662" y="273630"/>
                  <a:pt x="5344878" y="276360"/>
                </a:cubicBezTo>
                <a:lnTo>
                  <a:pt x="5413398" y="276235"/>
                </a:lnTo>
                <a:lnTo>
                  <a:pt x="5415629" y="275768"/>
                </a:lnTo>
                <a:cubicBezTo>
                  <a:pt x="5424792" y="275732"/>
                  <a:pt x="5429850" y="277347"/>
                  <a:pt x="5433078" y="279684"/>
                </a:cubicBezTo>
                <a:lnTo>
                  <a:pt x="5435759" y="283100"/>
                </a:lnTo>
                <a:lnTo>
                  <a:pt x="5447372" y="286587"/>
                </a:lnTo>
                <a:lnTo>
                  <a:pt x="5469289" y="295620"/>
                </a:lnTo>
                <a:lnTo>
                  <a:pt x="5508752" y="305753"/>
                </a:lnTo>
                <a:lnTo>
                  <a:pt x="5509657" y="304936"/>
                </a:lnTo>
                <a:cubicBezTo>
                  <a:pt x="5512470" y="303344"/>
                  <a:pt x="5516028" y="302619"/>
                  <a:pt x="5521245" y="303688"/>
                </a:cubicBezTo>
                <a:cubicBezTo>
                  <a:pt x="5535725" y="301391"/>
                  <a:pt x="5577993" y="291441"/>
                  <a:pt x="5596538" y="291153"/>
                </a:cubicBezTo>
                <a:cubicBezTo>
                  <a:pt x="5607932" y="295018"/>
                  <a:pt x="5619996" y="298677"/>
                  <a:pt x="5632514" y="301962"/>
                </a:cubicBezTo>
                <a:lnTo>
                  <a:pt x="5640005" y="303617"/>
                </a:lnTo>
                <a:lnTo>
                  <a:pt x="5640259" y="303435"/>
                </a:lnTo>
                <a:cubicBezTo>
                  <a:pt x="5642108" y="303337"/>
                  <a:pt x="5644653" y="303709"/>
                  <a:pt x="5648365" y="304754"/>
                </a:cubicBezTo>
                <a:lnTo>
                  <a:pt x="5653662" y="306635"/>
                </a:lnTo>
                <a:lnTo>
                  <a:pt x="5668196" y="309846"/>
                </a:lnTo>
                <a:lnTo>
                  <a:pt x="5673886" y="309526"/>
                </a:lnTo>
                <a:lnTo>
                  <a:pt x="5677139" y="307345"/>
                </a:lnTo>
                <a:lnTo>
                  <a:pt x="5708983" y="306674"/>
                </a:lnTo>
                <a:cubicBezTo>
                  <a:pt x="5728308" y="319040"/>
                  <a:pt x="5739318" y="309097"/>
                  <a:pt x="5773909" y="312061"/>
                </a:cubicBezTo>
                <a:cubicBezTo>
                  <a:pt x="5783376" y="321860"/>
                  <a:pt x="5795690" y="321672"/>
                  <a:pt x="5809500" y="318450"/>
                </a:cubicBezTo>
                <a:cubicBezTo>
                  <a:pt x="5839093" y="328324"/>
                  <a:pt x="5872263" y="326728"/>
                  <a:pt x="5908729" y="332335"/>
                </a:cubicBezTo>
                <a:cubicBezTo>
                  <a:pt x="5951727" y="334879"/>
                  <a:pt x="5963099" y="350288"/>
                  <a:pt x="5990524" y="350618"/>
                </a:cubicBezTo>
                <a:cubicBezTo>
                  <a:pt x="5991234" y="376742"/>
                  <a:pt x="6028592" y="335241"/>
                  <a:pt x="6029302" y="361365"/>
                </a:cubicBezTo>
                <a:lnTo>
                  <a:pt x="6086225" y="339621"/>
                </a:lnTo>
                <a:lnTo>
                  <a:pt x="6105063" y="347340"/>
                </a:lnTo>
                <a:cubicBezTo>
                  <a:pt x="6123220" y="350768"/>
                  <a:pt x="6176633" y="357519"/>
                  <a:pt x="6195166" y="360190"/>
                </a:cubicBezTo>
                <a:cubicBezTo>
                  <a:pt x="6208491" y="366896"/>
                  <a:pt x="6210739" y="378331"/>
                  <a:pt x="6216259" y="363365"/>
                </a:cubicBezTo>
                <a:cubicBezTo>
                  <a:pt x="6220943" y="365191"/>
                  <a:pt x="6224807" y="365077"/>
                  <a:pt x="6228331" y="364034"/>
                </a:cubicBezTo>
                <a:lnTo>
                  <a:pt x="6229602" y="363414"/>
                </a:lnTo>
                <a:lnTo>
                  <a:pt x="6258988" y="378660"/>
                </a:lnTo>
                <a:lnTo>
                  <a:pt x="6264106" y="379141"/>
                </a:lnTo>
                <a:lnTo>
                  <a:pt x="6281703" y="391054"/>
                </a:lnTo>
                <a:lnTo>
                  <a:pt x="6291622" y="396155"/>
                </a:lnTo>
                <a:lnTo>
                  <a:pt x="6292712" y="399771"/>
                </a:lnTo>
                <a:cubicBezTo>
                  <a:pt x="6294843" y="402467"/>
                  <a:pt x="6299119" y="404777"/>
                  <a:pt x="6308227" y="406196"/>
                </a:cubicBezTo>
                <a:lnTo>
                  <a:pt x="6328981" y="409495"/>
                </a:lnTo>
                <a:lnTo>
                  <a:pt x="6368693" y="417845"/>
                </a:lnTo>
                <a:cubicBezTo>
                  <a:pt x="6371618" y="421064"/>
                  <a:pt x="6413995" y="448260"/>
                  <a:pt x="6414811" y="452200"/>
                </a:cubicBezTo>
                <a:cubicBezTo>
                  <a:pt x="6472474" y="452324"/>
                  <a:pt x="6416366" y="454044"/>
                  <a:pt x="6467879" y="468248"/>
                </a:cubicBezTo>
                <a:cubicBezTo>
                  <a:pt x="6497136" y="485368"/>
                  <a:pt x="6544744" y="499929"/>
                  <a:pt x="6564351" y="537518"/>
                </a:cubicBezTo>
                <a:cubicBezTo>
                  <a:pt x="6600774" y="544284"/>
                  <a:pt x="6683084" y="572586"/>
                  <a:pt x="6711178" y="573610"/>
                </a:cubicBezTo>
                <a:cubicBezTo>
                  <a:pt x="6726278" y="581783"/>
                  <a:pt x="6766796" y="600843"/>
                  <a:pt x="6764036" y="588943"/>
                </a:cubicBezTo>
                <a:cubicBezTo>
                  <a:pt x="6830367" y="591215"/>
                  <a:pt x="6834546" y="616110"/>
                  <a:pt x="6858983" y="623723"/>
                </a:cubicBezTo>
                <a:cubicBezTo>
                  <a:pt x="6883420" y="631336"/>
                  <a:pt x="6874724" y="627173"/>
                  <a:pt x="6910661" y="634620"/>
                </a:cubicBezTo>
                <a:cubicBezTo>
                  <a:pt x="6886933" y="650238"/>
                  <a:pt x="6958918" y="637790"/>
                  <a:pt x="6944111" y="659502"/>
                </a:cubicBezTo>
                <a:cubicBezTo>
                  <a:pt x="6951121" y="660169"/>
                  <a:pt x="6958378" y="660132"/>
                  <a:pt x="6965771" y="659931"/>
                </a:cubicBezTo>
                <a:lnTo>
                  <a:pt x="6969639" y="659837"/>
                </a:lnTo>
                <a:lnTo>
                  <a:pt x="6982242" y="663112"/>
                </a:lnTo>
                <a:lnTo>
                  <a:pt x="6989387" y="659474"/>
                </a:lnTo>
                <a:lnTo>
                  <a:pt x="7010930" y="661134"/>
                </a:lnTo>
                <a:cubicBezTo>
                  <a:pt x="7018443" y="662461"/>
                  <a:pt x="7025878" y="664712"/>
                  <a:pt x="7033125" y="668436"/>
                </a:cubicBezTo>
                <a:cubicBezTo>
                  <a:pt x="7050655" y="688564"/>
                  <a:pt x="7113778" y="682286"/>
                  <a:pt x="7134461" y="708192"/>
                </a:cubicBezTo>
                <a:cubicBezTo>
                  <a:pt x="7143815" y="716210"/>
                  <a:pt x="7183449" y="731779"/>
                  <a:pt x="7197450" y="729094"/>
                </a:cubicBezTo>
                <a:cubicBezTo>
                  <a:pt x="7207053" y="731180"/>
                  <a:pt x="7214263" y="737074"/>
                  <a:pt x="7225084" y="732505"/>
                </a:cubicBezTo>
                <a:cubicBezTo>
                  <a:pt x="7239802" y="727692"/>
                  <a:pt x="7255247" y="750633"/>
                  <a:pt x="7261183" y="740313"/>
                </a:cubicBezTo>
                <a:cubicBezTo>
                  <a:pt x="7272476" y="756319"/>
                  <a:pt x="7306339" y="747471"/>
                  <a:pt x="7327760" y="750586"/>
                </a:cubicBezTo>
                <a:cubicBezTo>
                  <a:pt x="7334820" y="764783"/>
                  <a:pt x="7372804" y="757321"/>
                  <a:pt x="7412222" y="770487"/>
                </a:cubicBezTo>
                <a:cubicBezTo>
                  <a:pt x="7419482" y="786537"/>
                  <a:pt x="7438908" y="779230"/>
                  <a:pt x="7457904" y="804321"/>
                </a:cubicBezTo>
                <a:cubicBezTo>
                  <a:pt x="7460334" y="803523"/>
                  <a:pt x="7462991" y="802942"/>
                  <a:pt x="7465795" y="802598"/>
                </a:cubicBezTo>
                <a:cubicBezTo>
                  <a:pt x="7482080" y="800599"/>
                  <a:pt x="7499653" y="806831"/>
                  <a:pt x="7505046" y="816517"/>
                </a:cubicBezTo>
                <a:cubicBezTo>
                  <a:pt x="7538417" y="853074"/>
                  <a:pt x="7584173" y="869067"/>
                  <a:pt x="7623220" y="888520"/>
                </a:cubicBezTo>
                <a:cubicBezTo>
                  <a:pt x="7669184" y="908475"/>
                  <a:pt x="7655844" y="875556"/>
                  <a:pt x="7700458" y="915079"/>
                </a:cubicBezTo>
                <a:cubicBezTo>
                  <a:pt x="7713299" y="910096"/>
                  <a:pt x="7721213" y="912537"/>
                  <a:pt x="7730988" y="920756"/>
                </a:cubicBezTo>
                <a:cubicBezTo>
                  <a:pt x="7753798" y="929904"/>
                  <a:pt x="7768001" y="910742"/>
                  <a:pt x="7781942" y="930503"/>
                </a:cubicBezTo>
                <a:cubicBezTo>
                  <a:pt x="7786314" y="919014"/>
                  <a:pt x="7829555" y="942839"/>
                  <a:pt x="7827704" y="928558"/>
                </a:cubicBezTo>
                <a:cubicBezTo>
                  <a:pt x="7849394" y="934107"/>
                  <a:pt x="7886324" y="955931"/>
                  <a:pt x="7912084" y="963800"/>
                </a:cubicBezTo>
                <a:cubicBezTo>
                  <a:pt x="7931225" y="978091"/>
                  <a:pt x="7944890" y="969299"/>
                  <a:pt x="7982264" y="975773"/>
                </a:cubicBezTo>
                <a:lnTo>
                  <a:pt x="7991272" y="981104"/>
                </a:lnTo>
                <a:lnTo>
                  <a:pt x="8079795" y="982983"/>
                </a:lnTo>
                <a:cubicBezTo>
                  <a:pt x="8106396" y="984534"/>
                  <a:pt x="8123279" y="987466"/>
                  <a:pt x="8150881" y="990411"/>
                </a:cubicBezTo>
                <a:cubicBezTo>
                  <a:pt x="8155184" y="995435"/>
                  <a:pt x="8170794" y="995512"/>
                  <a:pt x="8172106" y="990512"/>
                </a:cubicBezTo>
                <a:cubicBezTo>
                  <a:pt x="8178349" y="993790"/>
                  <a:pt x="8190057" y="1007072"/>
                  <a:pt x="8196076" y="1000078"/>
                </a:cubicBezTo>
                <a:cubicBezTo>
                  <a:pt x="8214144" y="1004259"/>
                  <a:pt x="8231408" y="1009730"/>
                  <a:pt x="8247463" y="1016332"/>
                </a:cubicBezTo>
                <a:lnTo>
                  <a:pt x="8279272" y="1032921"/>
                </a:lnTo>
                <a:lnTo>
                  <a:pt x="8289611" y="1028630"/>
                </a:lnTo>
                <a:cubicBezTo>
                  <a:pt x="8296281" y="1026812"/>
                  <a:pt x="8303468" y="1026422"/>
                  <a:pt x="8311483" y="1029399"/>
                </a:cubicBezTo>
                <a:cubicBezTo>
                  <a:pt x="8353073" y="1061234"/>
                  <a:pt x="8320764" y="1016490"/>
                  <a:pt x="8399489" y="1048562"/>
                </a:cubicBezTo>
                <a:cubicBezTo>
                  <a:pt x="8402160" y="1052480"/>
                  <a:pt x="8414285" y="1053290"/>
                  <a:pt x="8415973" y="1049660"/>
                </a:cubicBezTo>
                <a:cubicBezTo>
                  <a:pt x="8420389" y="1052382"/>
                  <a:pt x="8427708" y="1062757"/>
                  <a:pt x="8433326" y="1057881"/>
                </a:cubicBezTo>
                <a:cubicBezTo>
                  <a:pt x="8460295" y="1065796"/>
                  <a:pt x="8484063" y="1077374"/>
                  <a:pt x="8502328" y="1091498"/>
                </a:cubicBezTo>
                <a:cubicBezTo>
                  <a:pt x="8531547" y="1095185"/>
                  <a:pt x="8534164" y="1100958"/>
                  <a:pt x="8534346" y="1106980"/>
                </a:cubicBezTo>
                <a:cubicBezTo>
                  <a:pt x="8534557" y="1108274"/>
                  <a:pt x="8534769" y="1109567"/>
                  <a:pt x="8534980" y="1110861"/>
                </a:cubicBezTo>
                <a:lnTo>
                  <a:pt x="8544104" y="1108406"/>
                </a:lnTo>
                <a:cubicBezTo>
                  <a:pt x="8553358" y="1107980"/>
                  <a:pt x="8560970" y="1111788"/>
                  <a:pt x="8567742" y="1117590"/>
                </a:cubicBezTo>
                <a:lnTo>
                  <a:pt x="8633779" y="1139226"/>
                </a:lnTo>
                <a:cubicBezTo>
                  <a:pt x="8631667" y="1160202"/>
                  <a:pt x="8667456" y="1147793"/>
                  <a:pt x="8676965" y="1156949"/>
                </a:cubicBezTo>
                <a:cubicBezTo>
                  <a:pt x="8686287" y="1153629"/>
                  <a:pt x="8693306" y="1154163"/>
                  <a:pt x="8698944" y="1156939"/>
                </a:cubicBezTo>
                <a:lnTo>
                  <a:pt x="8751897" y="1190886"/>
                </a:lnTo>
                <a:cubicBezTo>
                  <a:pt x="8774451" y="1199167"/>
                  <a:pt x="8817274" y="1202653"/>
                  <a:pt x="8834270" y="1206624"/>
                </a:cubicBezTo>
                <a:lnTo>
                  <a:pt x="8853872" y="1214714"/>
                </a:lnTo>
                <a:lnTo>
                  <a:pt x="8861901" y="1211375"/>
                </a:lnTo>
                <a:lnTo>
                  <a:pt x="8874168" y="1213967"/>
                </a:lnTo>
                <a:lnTo>
                  <a:pt x="8871123" y="1221160"/>
                </a:lnTo>
                <a:lnTo>
                  <a:pt x="8903537" y="1230588"/>
                </a:lnTo>
                <a:cubicBezTo>
                  <a:pt x="8927391" y="1238223"/>
                  <a:pt x="8944740" y="1247326"/>
                  <a:pt x="8933767" y="1263368"/>
                </a:cubicBezTo>
                <a:cubicBezTo>
                  <a:pt x="8934120" y="1285491"/>
                  <a:pt x="8996547" y="1266466"/>
                  <a:pt x="8985765" y="1287664"/>
                </a:cubicBezTo>
                <a:cubicBezTo>
                  <a:pt x="9013243" y="1278923"/>
                  <a:pt x="9037732" y="1309948"/>
                  <a:pt x="9071444" y="1317305"/>
                </a:cubicBezTo>
                <a:cubicBezTo>
                  <a:pt x="9072853" y="1328357"/>
                  <a:pt x="9080775" y="1329726"/>
                  <a:pt x="9096711" y="1327777"/>
                </a:cubicBezTo>
                <a:cubicBezTo>
                  <a:pt x="9206252" y="1348526"/>
                  <a:pt x="9301825" y="1489393"/>
                  <a:pt x="9338853" y="1448046"/>
                </a:cubicBezTo>
                <a:cubicBezTo>
                  <a:pt x="9364628" y="1453029"/>
                  <a:pt x="9440704" y="1458325"/>
                  <a:pt x="9520814" y="1449827"/>
                </a:cubicBezTo>
                <a:cubicBezTo>
                  <a:pt x="9536849" y="1478455"/>
                  <a:pt x="9672877" y="1480312"/>
                  <a:pt x="9702271" y="1488553"/>
                </a:cubicBezTo>
                <a:cubicBezTo>
                  <a:pt x="9702279" y="1504784"/>
                  <a:pt x="9757099" y="1502097"/>
                  <a:pt x="9744273" y="1523512"/>
                </a:cubicBezTo>
                <a:cubicBezTo>
                  <a:pt x="9746944" y="1534160"/>
                  <a:pt x="9761818" y="1537070"/>
                  <a:pt x="9771903" y="1530034"/>
                </a:cubicBezTo>
                <a:cubicBezTo>
                  <a:pt x="9788959" y="1535562"/>
                  <a:pt x="9795727" y="1548881"/>
                  <a:pt x="9818565" y="1538545"/>
                </a:cubicBezTo>
                <a:cubicBezTo>
                  <a:pt x="9842216" y="1545630"/>
                  <a:pt x="9854597" y="1583514"/>
                  <a:pt x="9882202" y="1565888"/>
                </a:cubicBezTo>
                <a:cubicBezTo>
                  <a:pt x="9890497" y="1603508"/>
                  <a:pt x="9975093" y="1584109"/>
                  <a:pt x="10022025" y="1599696"/>
                </a:cubicBezTo>
                <a:cubicBezTo>
                  <a:pt x="10087599" y="1644100"/>
                  <a:pt x="10182002" y="1632879"/>
                  <a:pt x="10220406" y="1677005"/>
                </a:cubicBezTo>
                <a:lnTo>
                  <a:pt x="10232859" y="1699043"/>
                </a:lnTo>
                <a:lnTo>
                  <a:pt x="0" y="1699043"/>
                </a:lnTo>
                <a:lnTo>
                  <a:pt x="0" y="21828"/>
                </a:lnTo>
                <a:lnTo>
                  <a:pt x="8097" y="24355"/>
                </a:lnTo>
                <a:cubicBezTo>
                  <a:pt x="43947" y="29235"/>
                  <a:pt x="34752" y="21899"/>
                  <a:pt x="77128" y="6867"/>
                </a:cubicBezTo>
                <a:cubicBezTo>
                  <a:pt x="120709" y="7920"/>
                  <a:pt x="146704" y="-7760"/>
                  <a:pt x="188338" y="5079"/>
                </a:cubicBezTo>
                <a:cubicBezTo>
                  <a:pt x="229133" y="5993"/>
                  <a:pt x="263614" y="138"/>
                  <a:pt x="298809" y="6198"/>
                </a:cubicBezTo>
                <a:cubicBezTo>
                  <a:pt x="312163" y="1206"/>
                  <a:pt x="325122" y="-563"/>
                  <a:pt x="338985" y="8006"/>
                </a:cubicBezTo>
                <a:cubicBezTo>
                  <a:pt x="376758" y="6523"/>
                  <a:pt x="384512" y="-4822"/>
                  <a:pt x="409815" y="504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46D20DF-CE98-4EA3-96C8-C03C3A885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016384"/>
            <a:ext cx="10232859" cy="1841617"/>
          </a:xfrm>
          <a:custGeom>
            <a:avLst/>
            <a:gdLst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679743 w 10232859"/>
              <a:gd name="connsiteY180" fmla="*/ 558264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8902 w 10232859"/>
              <a:gd name="connsiteY235" fmla="*/ 1173259 h 1705557"/>
              <a:gd name="connsiteX236" fmla="*/ 8834270 w 10232859"/>
              <a:gd name="connsiteY236" fmla="*/ 1213138 h 1705557"/>
              <a:gd name="connsiteX237" fmla="*/ 8853872 w 10232859"/>
              <a:gd name="connsiteY237" fmla="*/ 1221228 h 1705557"/>
              <a:gd name="connsiteX238" fmla="*/ 8861901 w 10232859"/>
              <a:gd name="connsiteY238" fmla="*/ 1217889 h 1705557"/>
              <a:gd name="connsiteX239" fmla="*/ 8874168 w 10232859"/>
              <a:gd name="connsiteY239" fmla="*/ 1220481 h 1705557"/>
              <a:gd name="connsiteX240" fmla="*/ 8871123 w 10232859"/>
              <a:gd name="connsiteY240" fmla="*/ 1227674 h 1705557"/>
              <a:gd name="connsiteX241" fmla="*/ 8903537 w 10232859"/>
              <a:gd name="connsiteY241" fmla="*/ 1237102 h 1705557"/>
              <a:gd name="connsiteX242" fmla="*/ 8933767 w 10232859"/>
              <a:gd name="connsiteY242" fmla="*/ 1269882 h 1705557"/>
              <a:gd name="connsiteX243" fmla="*/ 8985765 w 10232859"/>
              <a:gd name="connsiteY243" fmla="*/ 1294178 h 1705557"/>
              <a:gd name="connsiteX244" fmla="*/ 9071444 w 10232859"/>
              <a:gd name="connsiteY244" fmla="*/ 1323819 h 1705557"/>
              <a:gd name="connsiteX245" fmla="*/ 9096711 w 10232859"/>
              <a:gd name="connsiteY245" fmla="*/ 1334291 h 1705557"/>
              <a:gd name="connsiteX246" fmla="*/ 9338853 w 10232859"/>
              <a:gd name="connsiteY246" fmla="*/ 1454560 h 1705557"/>
              <a:gd name="connsiteX247" fmla="*/ 9520814 w 10232859"/>
              <a:gd name="connsiteY247" fmla="*/ 1456341 h 1705557"/>
              <a:gd name="connsiteX248" fmla="*/ 9702271 w 10232859"/>
              <a:gd name="connsiteY248" fmla="*/ 1495067 h 1705557"/>
              <a:gd name="connsiteX249" fmla="*/ 9744273 w 10232859"/>
              <a:gd name="connsiteY249" fmla="*/ 1530026 h 1705557"/>
              <a:gd name="connsiteX250" fmla="*/ 9771903 w 10232859"/>
              <a:gd name="connsiteY250" fmla="*/ 1536548 h 1705557"/>
              <a:gd name="connsiteX251" fmla="*/ 9818565 w 10232859"/>
              <a:gd name="connsiteY251" fmla="*/ 1545059 h 1705557"/>
              <a:gd name="connsiteX252" fmla="*/ 9882202 w 10232859"/>
              <a:gd name="connsiteY252" fmla="*/ 1572402 h 1705557"/>
              <a:gd name="connsiteX253" fmla="*/ 10022025 w 10232859"/>
              <a:gd name="connsiteY253" fmla="*/ 1606210 h 1705557"/>
              <a:gd name="connsiteX254" fmla="*/ 10220406 w 10232859"/>
              <a:gd name="connsiteY254" fmla="*/ 1683519 h 1705557"/>
              <a:gd name="connsiteX255" fmla="*/ 10232859 w 10232859"/>
              <a:gd name="connsiteY255" fmla="*/ 1705557 h 1705557"/>
              <a:gd name="connsiteX256" fmla="*/ 0 w 10232859"/>
              <a:gd name="connsiteY256" fmla="*/ 1705557 h 1705557"/>
              <a:gd name="connsiteX257" fmla="*/ 0 w 10232859"/>
              <a:gd name="connsiteY257" fmla="*/ 28342 h 1705557"/>
              <a:gd name="connsiteX258" fmla="*/ 8097 w 10232859"/>
              <a:gd name="connsiteY258" fmla="*/ 30869 h 1705557"/>
              <a:gd name="connsiteX259" fmla="*/ 77128 w 10232859"/>
              <a:gd name="connsiteY259" fmla="*/ 13381 h 1705557"/>
              <a:gd name="connsiteX260" fmla="*/ 188338 w 10232859"/>
              <a:gd name="connsiteY260" fmla="*/ 11593 h 1705557"/>
              <a:gd name="connsiteX261" fmla="*/ 298809 w 10232859"/>
              <a:gd name="connsiteY261" fmla="*/ 12712 h 1705557"/>
              <a:gd name="connsiteX262" fmla="*/ 338985 w 10232859"/>
              <a:gd name="connsiteY262" fmla="*/ 14520 h 1705557"/>
              <a:gd name="connsiteX263" fmla="*/ 409815 w 10232859"/>
              <a:gd name="connsiteY263" fmla="*/ 11559 h 1705557"/>
              <a:gd name="connsiteX264" fmla="*/ 424169 w 10232859"/>
              <a:gd name="connsiteY26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592108 w 10232859"/>
              <a:gd name="connsiteY227" fmla="*/ 1136240 h 1705557"/>
              <a:gd name="connsiteX228" fmla="*/ 8633779 w 10232859"/>
              <a:gd name="connsiteY228" fmla="*/ 1145740 h 1705557"/>
              <a:gd name="connsiteX229" fmla="*/ 8676965 w 10232859"/>
              <a:gd name="connsiteY229" fmla="*/ 1163463 h 1705557"/>
              <a:gd name="connsiteX230" fmla="*/ 8698944 w 10232859"/>
              <a:gd name="connsiteY230" fmla="*/ 1163453 h 1705557"/>
              <a:gd name="connsiteX231" fmla="*/ 8711456 w 10232859"/>
              <a:gd name="connsiteY231" fmla="*/ 1175731 h 1705557"/>
              <a:gd name="connsiteX232" fmla="*/ 8732793 w 10232859"/>
              <a:gd name="connsiteY232" fmla="*/ 1179486 h 1705557"/>
              <a:gd name="connsiteX233" fmla="*/ 8751897 w 10232859"/>
              <a:gd name="connsiteY233" fmla="*/ 1197400 h 1705557"/>
              <a:gd name="connsiteX234" fmla="*/ 8793564 w 10232859"/>
              <a:gd name="connsiteY234" fmla="*/ 1179086 h 1705557"/>
              <a:gd name="connsiteX235" fmla="*/ 8834270 w 10232859"/>
              <a:gd name="connsiteY235" fmla="*/ 1213138 h 1705557"/>
              <a:gd name="connsiteX236" fmla="*/ 8853872 w 10232859"/>
              <a:gd name="connsiteY236" fmla="*/ 1221228 h 1705557"/>
              <a:gd name="connsiteX237" fmla="*/ 8861901 w 10232859"/>
              <a:gd name="connsiteY237" fmla="*/ 1217889 h 1705557"/>
              <a:gd name="connsiteX238" fmla="*/ 8874168 w 10232859"/>
              <a:gd name="connsiteY238" fmla="*/ 1220481 h 1705557"/>
              <a:gd name="connsiteX239" fmla="*/ 8871123 w 10232859"/>
              <a:gd name="connsiteY239" fmla="*/ 1227674 h 1705557"/>
              <a:gd name="connsiteX240" fmla="*/ 8903537 w 10232859"/>
              <a:gd name="connsiteY240" fmla="*/ 1237102 h 1705557"/>
              <a:gd name="connsiteX241" fmla="*/ 8933767 w 10232859"/>
              <a:gd name="connsiteY241" fmla="*/ 1269882 h 1705557"/>
              <a:gd name="connsiteX242" fmla="*/ 8985765 w 10232859"/>
              <a:gd name="connsiteY242" fmla="*/ 1294178 h 1705557"/>
              <a:gd name="connsiteX243" fmla="*/ 9071444 w 10232859"/>
              <a:gd name="connsiteY243" fmla="*/ 1323819 h 1705557"/>
              <a:gd name="connsiteX244" fmla="*/ 9096711 w 10232859"/>
              <a:gd name="connsiteY244" fmla="*/ 1334291 h 1705557"/>
              <a:gd name="connsiteX245" fmla="*/ 9338853 w 10232859"/>
              <a:gd name="connsiteY245" fmla="*/ 1454560 h 1705557"/>
              <a:gd name="connsiteX246" fmla="*/ 9520814 w 10232859"/>
              <a:gd name="connsiteY246" fmla="*/ 1456341 h 1705557"/>
              <a:gd name="connsiteX247" fmla="*/ 9702271 w 10232859"/>
              <a:gd name="connsiteY247" fmla="*/ 1495067 h 1705557"/>
              <a:gd name="connsiteX248" fmla="*/ 9744273 w 10232859"/>
              <a:gd name="connsiteY248" fmla="*/ 1530026 h 1705557"/>
              <a:gd name="connsiteX249" fmla="*/ 9771903 w 10232859"/>
              <a:gd name="connsiteY249" fmla="*/ 1536548 h 1705557"/>
              <a:gd name="connsiteX250" fmla="*/ 9818565 w 10232859"/>
              <a:gd name="connsiteY250" fmla="*/ 1545059 h 1705557"/>
              <a:gd name="connsiteX251" fmla="*/ 9882202 w 10232859"/>
              <a:gd name="connsiteY251" fmla="*/ 1572402 h 1705557"/>
              <a:gd name="connsiteX252" fmla="*/ 10022025 w 10232859"/>
              <a:gd name="connsiteY252" fmla="*/ 1606210 h 1705557"/>
              <a:gd name="connsiteX253" fmla="*/ 10220406 w 10232859"/>
              <a:gd name="connsiteY253" fmla="*/ 1683519 h 1705557"/>
              <a:gd name="connsiteX254" fmla="*/ 10232859 w 10232859"/>
              <a:gd name="connsiteY254" fmla="*/ 1705557 h 1705557"/>
              <a:gd name="connsiteX255" fmla="*/ 0 w 10232859"/>
              <a:gd name="connsiteY255" fmla="*/ 1705557 h 1705557"/>
              <a:gd name="connsiteX256" fmla="*/ 0 w 10232859"/>
              <a:gd name="connsiteY256" fmla="*/ 28342 h 1705557"/>
              <a:gd name="connsiteX257" fmla="*/ 8097 w 10232859"/>
              <a:gd name="connsiteY257" fmla="*/ 30869 h 1705557"/>
              <a:gd name="connsiteX258" fmla="*/ 77128 w 10232859"/>
              <a:gd name="connsiteY258" fmla="*/ 13381 h 1705557"/>
              <a:gd name="connsiteX259" fmla="*/ 188338 w 10232859"/>
              <a:gd name="connsiteY259" fmla="*/ 11593 h 1705557"/>
              <a:gd name="connsiteX260" fmla="*/ 298809 w 10232859"/>
              <a:gd name="connsiteY260" fmla="*/ 12712 h 1705557"/>
              <a:gd name="connsiteX261" fmla="*/ 338985 w 10232859"/>
              <a:gd name="connsiteY261" fmla="*/ 14520 h 1705557"/>
              <a:gd name="connsiteX262" fmla="*/ 409815 w 10232859"/>
              <a:gd name="connsiteY262" fmla="*/ 11559 h 1705557"/>
              <a:gd name="connsiteX263" fmla="*/ 424169 w 10232859"/>
              <a:gd name="connsiteY263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575405 w 10232859"/>
              <a:gd name="connsiteY226" fmla="*/ 1132001 h 1705557"/>
              <a:gd name="connsiteX227" fmla="*/ 8633779 w 10232859"/>
              <a:gd name="connsiteY227" fmla="*/ 1145740 h 1705557"/>
              <a:gd name="connsiteX228" fmla="*/ 8676965 w 10232859"/>
              <a:gd name="connsiteY228" fmla="*/ 1163463 h 1705557"/>
              <a:gd name="connsiteX229" fmla="*/ 8698944 w 10232859"/>
              <a:gd name="connsiteY229" fmla="*/ 1163453 h 1705557"/>
              <a:gd name="connsiteX230" fmla="*/ 8711456 w 10232859"/>
              <a:gd name="connsiteY230" fmla="*/ 1175731 h 1705557"/>
              <a:gd name="connsiteX231" fmla="*/ 8732793 w 10232859"/>
              <a:gd name="connsiteY231" fmla="*/ 1179486 h 1705557"/>
              <a:gd name="connsiteX232" fmla="*/ 8751897 w 10232859"/>
              <a:gd name="connsiteY232" fmla="*/ 1197400 h 1705557"/>
              <a:gd name="connsiteX233" fmla="*/ 8793564 w 10232859"/>
              <a:gd name="connsiteY233" fmla="*/ 1179086 h 1705557"/>
              <a:gd name="connsiteX234" fmla="*/ 8834270 w 10232859"/>
              <a:gd name="connsiteY234" fmla="*/ 1213138 h 1705557"/>
              <a:gd name="connsiteX235" fmla="*/ 8853872 w 10232859"/>
              <a:gd name="connsiteY235" fmla="*/ 1221228 h 1705557"/>
              <a:gd name="connsiteX236" fmla="*/ 8861901 w 10232859"/>
              <a:gd name="connsiteY236" fmla="*/ 1217889 h 1705557"/>
              <a:gd name="connsiteX237" fmla="*/ 8874168 w 10232859"/>
              <a:gd name="connsiteY237" fmla="*/ 1220481 h 1705557"/>
              <a:gd name="connsiteX238" fmla="*/ 8871123 w 10232859"/>
              <a:gd name="connsiteY238" fmla="*/ 1227674 h 1705557"/>
              <a:gd name="connsiteX239" fmla="*/ 8903537 w 10232859"/>
              <a:gd name="connsiteY239" fmla="*/ 1237102 h 1705557"/>
              <a:gd name="connsiteX240" fmla="*/ 8933767 w 10232859"/>
              <a:gd name="connsiteY240" fmla="*/ 1269882 h 1705557"/>
              <a:gd name="connsiteX241" fmla="*/ 8985765 w 10232859"/>
              <a:gd name="connsiteY241" fmla="*/ 1294178 h 1705557"/>
              <a:gd name="connsiteX242" fmla="*/ 9071444 w 10232859"/>
              <a:gd name="connsiteY242" fmla="*/ 1323819 h 1705557"/>
              <a:gd name="connsiteX243" fmla="*/ 9096711 w 10232859"/>
              <a:gd name="connsiteY243" fmla="*/ 1334291 h 1705557"/>
              <a:gd name="connsiteX244" fmla="*/ 9338853 w 10232859"/>
              <a:gd name="connsiteY244" fmla="*/ 1454560 h 1705557"/>
              <a:gd name="connsiteX245" fmla="*/ 9520814 w 10232859"/>
              <a:gd name="connsiteY245" fmla="*/ 1456341 h 1705557"/>
              <a:gd name="connsiteX246" fmla="*/ 9702271 w 10232859"/>
              <a:gd name="connsiteY246" fmla="*/ 1495067 h 1705557"/>
              <a:gd name="connsiteX247" fmla="*/ 9744273 w 10232859"/>
              <a:gd name="connsiteY247" fmla="*/ 1530026 h 1705557"/>
              <a:gd name="connsiteX248" fmla="*/ 9771903 w 10232859"/>
              <a:gd name="connsiteY248" fmla="*/ 1536548 h 1705557"/>
              <a:gd name="connsiteX249" fmla="*/ 9818565 w 10232859"/>
              <a:gd name="connsiteY249" fmla="*/ 1545059 h 1705557"/>
              <a:gd name="connsiteX250" fmla="*/ 9882202 w 10232859"/>
              <a:gd name="connsiteY250" fmla="*/ 1572402 h 1705557"/>
              <a:gd name="connsiteX251" fmla="*/ 10022025 w 10232859"/>
              <a:gd name="connsiteY251" fmla="*/ 1606210 h 1705557"/>
              <a:gd name="connsiteX252" fmla="*/ 10220406 w 10232859"/>
              <a:gd name="connsiteY252" fmla="*/ 1683519 h 1705557"/>
              <a:gd name="connsiteX253" fmla="*/ 10232859 w 10232859"/>
              <a:gd name="connsiteY253" fmla="*/ 1705557 h 1705557"/>
              <a:gd name="connsiteX254" fmla="*/ 0 w 10232859"/>
              <a:gd name="connsiteY254" fmla="*/ 1705557 h 1705557"/>
              <a:gd name="connsiteX255" fmla="*/ 0 w 10232859"/>
              <a:gd name="connsiteY255" fmla="*/ 28342 h 1705557"/>
              <a:gd name="connsiteX256" fmla="*/ 8097 w 10232859"/>
              <a:gd name="connsiteY256" fmla="*/ 30869 h 1705557"/>
              <a:gd name="connsiteX257" fmla="*/ 77128 w 10232859"/>
              <a:gd name="connsiteY257" fmla="*/ 13381 h 1705557"/>
              <a:gd name="connsiteX258" fmla="*/ 188338 w 10232859"/>
              <a:gd name="connsiteY258" fmla="*/ 11593 h 1705557"/>
              <a:gd name="connsiteX259" fmla="*/ 298809 w 10232859"/>
              <a:gd name="connsiteY259" fmla="*/ 12712 h 1705557"/>
              <a:gd name="connsiteX260" fmla="*/ 338985 w 10232859"/>
              <a:gd name="connsiteY260" fmla="*/ 14520 h 1705557"/>
              <a:gd name="connsiteX261" fmla="*/ 409815 w 10232859"/>
              <a:gd name="connsiteY261" fmla="*/ 11559 h 1705557"/>
              <a:gd name="connsiteX262" fmla="*/ 424169 w 10232859"/>
              <a:gd name="connsiteY26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678325 w 10232859"/>
              <a:gd name="connsiteY150" fmla="*/ 314443 h 1705557"/>
              <a:gd name="connsiteX151" fmla="*/ 5708983 w 10232859"/>
              <a:gd name="connsiteY151" fmla="*/ 313188 h 1705557"/>
              <a:gd name="connsiteX152" fmla="*/ 5773909 w 10232859"/>
              <a:gd name="connsiteY152" fmla="*/ 318575 h 1705557"/>
              <a:gd name="connsiteX153" fmla="*/ 5809500 w 10232859"/>
              <a:gd name="connsiteY153" fmla="*/ 324964 h 1705557"/>
              <a:gd name="connsiteX154" fmla="*/ 5908729 w 10232859"/>
              <a:gd name="connsiteY154" fmla="*/ 338849 h 1705557"/>
              <a:gd name="connsiteX155" fmla="*/ 6009654 w 10232859"/>
              <a:gd name="connsiteY155" fmla="*/ 350040 h 1705557"/>
              <a:gd name="connsiteX156" fmla="*/ 6067487 w 10232859"/>
              <a:gd name="connsiteY156" fmla="*/ 340226 h 1705557"/>
              <a:gd name="connsiteX157" fmla="*/ 6073281 w 10232859"/>
              <a:gd name="connsiteY157" fmla="*/ 340830 h 1705557"/>
              <a:gd name="connsiteX158" fmla="*/ 6086225 w 10232859"/>
              <a:gd name="connsiteY158" fmla="*/ 346135 h 1705557"/>
              <a:gd name="connsiteX159" fmla="*/ 6090616 w 10232859"/>
              <a:gd name="connsiteY159" fmla="*/ 348731 h 1705557"/>
              <a:gd name="connsiteX160" fmla="*/ 6098056 w 10232859"/>
              <a:gd name="connsiteY160" fmla="*/ 351249 h 1705557"/>
              <a:gd name="connsiteX161" fmla="*/ 6098391 w 10232859"/>
              <a:gd name="connsiteY161" fmla="*/ 351119 h 1705557"/>
              <a:gd name="connsiteX162" fmla="*/ 6105063 w 10232859"/>
              <a:gd name="connsiteY162" fmla="*/ 353854 h 1705557"/>
              <a:gd name="connsiteX163" fmla="*/ 6135796 w 10232859"/>
              <a:gd name="connsiteY163" fmla="*/ 369657 h 1705557"/>
              <a:gd name="connsiteX164" fmla="*/ 6195166 w 10232859"/>
              <a:gd name="connsiteY164" fmla="*/ 366704 h 1705557"/>
              <a:gd name="connsiteX165" fmla="*/ 6216259 w 10232859"/>
              <a:gd name="connsiteY165" fmla="*/ 369879 h 1705557"/>
              <a:gd name="connsiteX166" fmla="*/ 6228331 w 10232859"/>
              <a:gd name="connsiteY166" fmla="*/ 370548 h 1705557"/>
              <a:gd name="connsiteX167" fmla="*/ 6229602 w 10232859"/>
              <a:gd name="connsiteY167" fmla="*/ 369928 h 1705557"/>
              <a:gd name="connsiteX168" fmla="*/ 6258988 w 10232859"/>
              <a:gd name="connsiteY168" fmla="*/ 385174 h 1705557"/>
              <a:gd name="connsiteX169" fmla="*/ 6264106 w 10232859"/>
              <a:gd name="connsiteY169" fmla="*/ 385655 h 1705557"/>
              <a:gd name="connsiteX170" fmla="*/ 6281703 w 10232859"/>
              <a:gd name="connsiteY170" fmla="*/ 397568 h 1705557"/>
              <a:gd name="connsiteX171" fmla="*/ 6291622 w 10232859"/>
              <a:gd name="connsiteY171" fmla="*/ 402669 h 1705557"/>
              <a:gd name="connsiteX172" fmla="*/ 6292712 w 10232859"/>
              <a:gd name="connsiteY172" fmla="*/ 406285 h 1705557"/>
              <a:gd name="connsiteX173" fmla="*/ 6308227 w 10232859"/>
              <a:gd name="connsiteY173" fmla="*/ 412710 h 1705557"/>
              <a:gd name="connsiteX174" fmla="*/ 6310656 w 10232859"/>
              <a:gd name="connsiteY174" fmla="*/ 412628 h 1705557"/>
              <a:gd name="connsiteX175" fmla="*/ 6321049 w 10232859"/>
              <a:gd name="connsiteY175" fmla="*/ 420978 h 1705557"/>
              <a:gd name="connsiteX176" fmla="*/ 6326853 w 10232859"/>
              <a:gd name="connsiteY176" fmla="*/ 431664 h 1705557"/>
              <a:gd name="connsiteX177" fmla="*/ 6467879 w 10232859"/>
              <a:gd name="connsiteY177" fmla="*/ 474762 h 1705557"/>
              <a:gd name="connsiteX178" fmla="*/ 6564351 w 10232859"/>
              <a:gd name="connsiteY178" fmla="*/ 544032 h 1705557"/>
              <a:gd name="connsiteX179" fmla="*/ 6641544 w 10232859"/>
              <a:gd name="connsiteY179" fmla="*/ 566599 h 1705557"/>
              <a:gd name="connsiteX180" fmla="*/ 6731052 w 10232859"/>
              <a:gd name="connsiteY180" fmla="*/ 578550 h 1705557"/>
              <a:gd name="connsiteX181" fmla="*/ 6858983 w 10232859"/>
              <a:gd name="connsiteY181" fmla="*/ 630237 h 1705557"/>
              <a:gd name="connsiteX182" fmla="*/ 6910661 w 10232859"/>
              <a:gd name="connsiteY182" fmla="*/ 641134 h 1705557"/>
              <a:gd name="connsiteX183" fmla="*/ 6944111 w 10232859"/>
              <a:gd name="connsiteY183" fmla="*/ 666016 h 1705557"/>
              <a:gd name="connsiteX184" fmla="*/ 6965771 w 10232859"/>
              <a:gd name="connsiteY184" fmla="*/ 666445 h 1705557"/>
              <a:gd name="connsiteX185" fmla="*/ 6969639 w 10232859"/>
              <a:gd name="connsiteY185" fmla="*/ 666351 h 1705557"/>
              <a:gd name="connsiteX186" fmla="*/ 6982242 w 10232859"/>
              <a:gd name="connsiteY186" fmla="*/ 669626 h 1705557"/>
              <a:gd name="connsiteX187" fmla="*/ 6989387 w 10232859"/>
              <a:gd name="connsiteY187" fmla="*/ 665988 h 1705557"/>
              <a:gd name="connsiteX188" fmla="*/ 7010930 w 10232859"/>
              <a:gd name="connsiteY188" fmla="*/ 667648 h 1705557"/>
              <a:gd name="connsiteX189" fmla="*/ 7033125 w 10232859"/>
              <a:gd name="connsiteY189" fmla="*/ 674950 h 1705557"/>
              <a:gd name="connsiteX190" fmla="*/ 7134461 w 10232859"/>
              <a:gd name="connsiteY190" fmla="*/ 714706 h 1705557"/>
              <a:gd name="connsiteX191" fmla="*/ 7197450 w 10232859"/>
              <a:gd name="connsiteY191" fmla="*/ 735608 h 1705557"/>
              <a:gd name="connsiteX192" fmla="*/ 7225084 w 10232859"/>
              <a:gd name="connsiteY192" fmla="*/ 739019 h 1705557"/>
              <a:gd name="connsiteX193" fmla="*/ 7261183 w 10232859"/>
              <a:gd name="connsiteY193" fmla="*/ 746827 h 1705557"/>
              <a:gd name="connsiteX194" fmla="*/ 7327760 w 10232859"/>
              <a:gd name="connsiteY194" fmla="*/ 757100 h 1705557"/>
              <a:gd name="connsiteX195" fmla="*/ 7412222 w 10232859"/>
              <a:gd name="connsiteY195" fmla="*/ 777001 h 1705557"/>
              <a:gd name="connsiteX196" fmla="*/ 7457904 w 10232859"/>
              <a:gd name="connsiteY196" fmla="*/ 810835 h 1705557"/>
              <a:gd name="connsiteX197" fmla="*/ 7465795 w 10232859"/>
              <a:gd name="connsiteY197" fmla="*/ 809112 h 1705557"/>
              <a:gd name="connsiteX198" fmla="*/ 7505046 w 10232859"/>
              <a:gd name="connsiteY198" fmla="*/ 823031 h 1705557"/>
              <a:gd name="connsiteX199" fmla="*/ 7623220 w 10232859"/>
              <a:gd name="connsiteY199" fmla="*/ 895034 h 1705557"/>
              <a:gd name="connsiteX200" fmla="*/ 7700458 w 10232859"/>
              <a:gd name="connsiteY200" fmla="*/ 921593 h 1705557"/>
              <a:gd name="connsiteX201" fmla="*/ 7730988 w 10232859"/>
              <a:gd name="connsiteY201" fmla="*/ 927270 h 1705557"/>
              <a:gd name="connsiteX202" fmla="*/ 7781942 w 10232859"/>
              <a:gd name="connsiteY202" fmla="*/ 937017 h 1705557"/>
              <a:gd name="connsiteX203" fmla="*/ 7827704 w 10232859"/>
              <a:gd name="connsiteY203" fmla="*/ 935072 h 1705557"/>
              <a:gd name="connsiteX204" fmla="*/ 7867270 w 10232859"/>
              <a:gd name="connsiteY204" fmla="*/ 946880 h 1705557"/>
              <a:gd name="connsiteX205" fmla="*/ 7866538 w 10232859"/>
              <a:gd name="connsiteY205" fmla="*/ 961559 h 1705557"/>
              <a:gd name="connsiteX206" fmla="*/ 7912084 w 10232859"/>
              <a:gd name="connsiteY206" fmla="*/ 970314 h 1705557"/>
              <a:gd name="connsiteX207" fmla="*/ 7982264 w 10232859"/>
              <a:gd name="connsiteY207" fmla="*/ 982287 h 1705557"/>
              <a:gd name="connsiteX208" fmla="*/ 7991272 w 10232859"/>
              <a:gd name="connsiteY208" fmla="*/ 987618 h 1705557"/>
              <a:gd name="connsiteX209" fmla="*/ 8006496 w 10232859"/>
              <a:gd name="connsiteY209" fmla="*/ 979353 h 1705557"/>
              <a:gd name="connsiteX210" fmla="*/ 8034497 w 10232859"/>
              <a:gd name="connsiteY210" fmla="*/ 978568 h 1705557"/>
              <a:gd name="connsiteX211" fmla="*/ 8150881 w 10232859"/>
              <a:gd name="connsiteY211" fmla="*/ 996925 h 1705557"/>
              <a:gd name="connsiteX212" fmla="*/ 8172106 w 10232859"/>
              <a:gd name="connsiteY212" fmla="*/ 997026 h 1705557"/>
              <a:gd name="connsiteX213" fmla="*/ 8196076 w 10232859"/>
              <a:gd name="connsiteY213" fmla="*/ 1006592 h 1705557"/>
              <a:gd name="connsiteX214" fmla="*/ 8247463 w 10232859"/>
              <a:gd name="connsiteY214" fmla="*/ 1022846 h 1705557"/>
              <a:gd name="connsiteX215" fmla="*/ 8279272 w 10232859"/>
              <a:gd name="connsiteY215" fmla="*/ 1039435 h 1705557"/>
              <a:gd name="connsiteX216" fmla="*/ 8289611 w 10232859"/>
              <a:gd name="connsiteY216" fmla="*/ 1035144 h 1705557"/>
              <a:gd name="connsiteX217" fmla="*/ 8311483 w 10232859"/>
              <a:gd name="connsiteY217" fmla="*/ 1035913 h 1705557"/>
              <a:gd name="connsiteX218" fmla="*/ 8399489 w 10232859"/>
              <a:gd name="connsiteY218" fmla="*/ 1055076 h 1705557"/>
              <a:gd name="connsiteX219" fmla="*/ 8415973 w 10232859"/>
              <a:gd name="connsiteY219" fmla="*/ 1056174 h 1705557"/>
              <a:gd name="connsiteX220" fmla="*/ 8433326 w 10232859"/>
              <a:gd name="connsiteY220" fmla="*/ 1064395 h 1705557"/>
              <a:gd name="connsiteX221" fmla="*/ 8502328 w 10232859"/>
              <a:gd name="connsiteY221" fmla="*/ 1098012 h 1705557"/>
              <a:gd name="connsiteX222" fmla="*/ 8534346 w 10232859"/>
              <a:gd name="connsiteY222" fmla="*/ 1113494 h 1705557"/>
              <a:gd name="connsiteX223" fmla="*/ 8534980 w 10232859"/>
              <a:gd name="connsiteY223" fmla="*/ 1117375 h 1705557"/>
              <a:gd name="connsiteX224" fmla="*/ 8544104 w 10232859"/>
              <a:gd name="connsiteY224" fmla="*/ 1114920 h 1705557"/>
              <a:gd name="connsiteX225" fmla="*/ 8567742 w 10232859"/>
              <a:gd name="connsiteY225" fmla="*/ 1124104 h 1705557"/>
              <a:gd name="connsiteX226" fmla="*/ 8633779 w 10232859"/>
              <a:gd name="connsiteY226" fmla="*/ 1145740 h 1705557"/>
              <a:gd name="connsiteX227" fmla="*/ 8676965 w 10232859"/>
              <a:gd name="connsiteY227" fmla="*/ 1163463 h 1705557"/>
              <a:gd name="connsiteX228" fmla="*/ 8698944 w 10232859"/>
              <a:gd name="connsiteY228" fmla="*/ 1163453 h 1705557"/>
              <a:gd name="connsiteX229" fmla="*/ 8711456 w 10232859"/>
              <a:gd name="connsiteY229" fmla="*/ 1175731 h 1705557"/>
              <a:gd name="connsiteX230" fmla="*/ 8732793 w 10232859"/>
              <a:gd name="connsiteY230" fmla="*/ 1179486 h 1705557"/>
              <a:gd name="connsiteX231" fmla="*/ 8751897 w 10232859"/>
              <a:gd name="connsiteY231" fmla="*/ 1197400 h 1705557"/>
              <a:gd name="connsiteX232" fmla="*/ 8793564 w 10232859"/>
              <a:gd name="connsiteY232" fmla="*/ 1179086 h 1705557"/>
              <a:gd name="connsiteX233" fmla="*/ 8834270 w 10232859"/>
              <a:gd name="connsiteY233" fmla="*/ 1213138 h 1705557"/>
              <a:gd name="connsiteX234" fmla="*/ 8853872 w 10232859"/>
              <a:gd name="connsiteY234" fmla="*/ 1221228 h 1705557"/>
              <a:gd name="connsiteX235" fmla="*/ 8861901 w 10232859"/>
              <a:gd name="connsiteY235" fmla="*/ 1217889 h 1705557"/>
              <a:gd name="connsiteX236" fmla="*/ 8874168 w 10232859"/>
              <a:gd name="connsiteY236" fmla="*/ 1220481 h 1705557"/>
              <a:gd name="connsiteX237" fmla="*/ 8871123 w 10232859"/>
              <a:gd name="connsiteY237" fmla="*/ 1227674 h 1705557"/>
              <a:gd name="connsiteX238" fmla="*/ 8903537 w 10232859"/>
              <a:gd name="connsiteY238" fmla="*/ 1237102 h 1705557"/>
              <a:gd name="connsiteX239" fmla="*/ 8933767 w 10232859"/>
              <a:gd name="connsiteY239" fmla="*/ 1269882 h 1705557"/>
              <a:gd name="connsiteX240" fmla="*/ 8985765 w 10232859"/>
              <a:gd name="connsiteY240" fmla="*/ 1294178 h 1705557"/>
              <a:gd name="connsiteX241" fmla="*/ 9071444 w 10232859"/>
              <a:gd name="connsiteY241" fmla="*/ 1323819 h 1705557"/>
              <a:gd name="connsiteX242" fmla="*/ 9096711 w 10232859"/>
              <a:gd name="connsiteY242" fmla="*/ 1334291 h 1705557"/>
              <a:gd name="connsiteX243" fmla="*/ 9338853 w 10232859"/>
              <a:gd name="connsiteY243" fmla="*/ 1454560 h 1705557"/>
              <a:gd name="connsiteX244" fmla="*/ 9520814 w 10232859"/>
              <a:gd name="connsiteY244" fmla="*/ 1456341 h 1705557"/>
              <a:gd name="connsiteX245" fmla="*/ 9702271 w 10232859"/>
              <a:gd name="connsiteY245" fmla="*/ 1495067 h 1705557"/>
              <a:gd name="connsiteX246" fmla="*/ 9744273 w 10232859"/>
              <a:gd name="connsiteY246" fmla="*/ 1530026 h 1705557"/>
              <a:gd name="connsiteX247" fmla="*/ 9771903 w 10232859"/>
              <a:gd name="connsiteY247" fmla="*/ 1536548 h 1705557"/>
              <a:gd name="connsiteX248" fmla="*/ 9818565 w 10232859"/>
              <a:gd name="connsiteY248" fmla="*/ 1545059 h 1705557"/>
              <a:gd name="connsiteX249" fmla="*/ 9882202 w 10232859"/>
              <a:gd name="connsiteY249" fmla="*/ 1572402 h 1705557"/>
              <a:gd name="connsiteX250" fmla="*/ 10022025 w 10232859"/>
              <a:gd name="connsiteY250" fmla="*/ 1606210 h 1705557"/>
              <a:gd name="connsiteX251" fmla="*/ 10220406 w 10232859"/>
              <a:gd name="connsiteY251" fmla="*/ 1683519 h 1705557"/>
              <a:gd name="connsiteX252" fmla="*/ 10232859 w 10232859"/>
              <a:gd name="connsiteY252" fmla="*/ 1705557 h 1705557"/>
              <a:gd name="connsiteX253" fmla="*/ 0 w 10232859"/>
              <a:gd name="connsiteY253" fmla="*/ 1705557 h 1705557"/>
              <a:gd name="connsiteX254" fmla="*/ 0 w 10232859"/>
              <a:gd name="connsiteY254" fmla="*/ 28342 h 1705557"/>
              <a:gd name="connsiteX255" fmla="*/ 8097 w 10232859"/>
              <a:gd name="connsiteY255" fmla="*/ 30869 h 1705557"/>
              <a:gd name="connsiteX256" fmla="*/ 77128 w 10232859"/>
              <a:gd name="connsiteY256" fmla="*/ 13381 h 1705557"/>
              <a:gd name="connsiteX257" fmla="*/ 188338 w 10232859"/>
              <a:gd name="connsiteY257" fmla="*/ 11593 h 1705557"/>
              <a:gd name="connsiteX258" fmla="*/ 298809 w 10232859"/>
              <a:gd name="connsiteY258" fmla="*/ 12712 h 1705557"/>
              <a:gd name="connsiteX259" fmla="*/ 338985 w 10232859"/>
              <a:gd name="connsiteY259" fmla="*/ 14520 h 1705557"/>
              <a:gd name="connsiteX260" fmla="*/ 409815 w 10232859"/>
              <a:gd name="connsiteY260" fmla="*/ 11559 h 1705557"/>
              <a:gd name="connsiteX261" fmla="*/ 424169 w 10232859"/>
              <a:gd name="connsiteY261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474291 w 10232859"/>
              <a:gd name="connsiteY136" fmla="*/ 301799 h 1705557"/>
              <a:gd name="connsiteX137" fmla="*/ 5508752 w 10232859"/>
              <a:gd name="connsiteY137" fmla="*/ 312267 h 1705557"/>
              <a:gd name="connsiteX138" fmla="*/ 5509657 w 10232859"/>
              <a:gd name="connsiteY138" fmla="*/ 311450 h 1705557"/>
              <a:gd name="connsiteX139" fmla="*/ 5521245 w 10232859"/>
              <a:gd name="connsiteY139" fmla="*/ 310202 h 1705557"/>
              <a:gd name="connsiteX140" fmla="*/ 5542415 w 10232859"/>
              <a:gd name="connsiteY140" fmla="*/ 310009 h 1705557"/>
              <a:gd name="connsiteX141" fmla="*/ 5596538 w 10232859"/>
              <a:gd name="connsiteY141" fmla="*/ 297667 h 1705557"/>
              <a:gd name="connsiteX142" fmla="*/ 5632514 w 10232859"/>
              <a:gd name="connsiteY142" fmla="*/ 308476 h 1705557"/>
              <a:gd name="connsiteX143" fmla="*/ 5640005 w 10232859"/>
              <a:gd name="connsiteY143" fmla="*/ 310131 h 1705557"/>
              <a:gd name="connsiteX144" fmla="*/ 5640259 w 10232859"/>
              <a:gd name="connsiteY144" fmla="*/ 309949 h 1705557"/>
              <a:gd name="connsiteX145" fmla="*/ 5648365 w 10232859"/>
              <a:gd name="connsiteY145" fmla="*/ 311268 h 1705557"/>
              <a:gd name="connsiteX146" fmla="*/ 5653662 w 10232859"/>
              <a:gd name="connsiteY146" fmla="*/ 313149 h 1705557"/>
              <a:gd name="connsiteX147" fmla="*/ 5668196 w 10232859"/>
              <a:gd name="connsiteY147" fmla="*/ 316360 h 1705557"/>
              <a:gd name="connsiteX148" fmla="*/ 5673886 w 10232859"/>
              <a:gd name="connsiteY148" fmla="*/ 316040 h 1705557"/>
              <a:gd name="connsiteX149" fmla="*/ 5677139 w 10232859"/>
              <a:gd name="connsiteY149" fmla="*/ 313859 h 1705557"/>
              <a:gd name="connsiteX150" fmla="*/ 5708983 w 10232859"/>
              <a:gd name="connsiteY150" fmla="*/ 313188 h 1705557"/>
              <a:gd name="connsiteX151" fmla="*/ 5773909 w 10232859"/>
              <a:gd name="connsiteY151" fmla="*/ 318575 h 1705557"/>
              <a:gd name="connsiteX152" fmla="*/ 5809500 w 10232859"/>
              <a:gd name="connsiteY152" fmla="*/ 324964 h 1705557"/>
              <a:gd name="connsiteX153" fmla="*/ 5908729 w 10232859"/>
              <a:gd name="connsiteY153" fmla="*/ 338849 h 1705557"/>
              <a:gd name="connsiteX154" fmla="*/ 6009654 w 10232859"/>
              <a:gd name="connsiteY154" fmla="*/ 350040 h 1705557"/>
              <a:gd name="connsiteX155" fmla="*/ 6067487 w 10232859"/>
              <a:gd name="connsiteY155" fmla="*/ 340226 h 1705557"/>
              <a:gd name="connsiteX156" fmla="*/ 6073281 w 10232859"/>
              <a:gd name="connsiteY156" fmla="*/ 340830 h 1705557"/>
              <a:gd name="connsiteX157" fmla="*/ 6086225 w 10232859"/>
              <a:gd name="connsiteY157" fmla="*/ 346135 h 1705557"/>
              <a:gd name="connsiteX158" fmla="*/ 6090616 w 10232859"/>
              <a:gd name="connsiteY158" fmla="*/ 348731 h 1705557"/>
              <a:gd name="connsiteX159" fmla="*/ 6098056 w 10232859"/>
              <a:gd name="connsiteY159" fmla="*/ 351249 h 1705557"/>
              <a:gd name="connsiteX160" fmla="*/ 6098391 w 10232859"/>
              <a:gd name="connsiteY160" fmla="*/ 351119 h 1705557"/>
              <a:gd name="connsiteX161" fmla="*/ 6105063 w 10232859"/>
              <a:gd name="connsiteY161" fmla="*/ 353854 h 1705557"/>
              <a:gd name="connsiteX162" fmla="*/ 6135796 w 10232859"/>
              <a:gd name="connsiteY162" fmla="*/ 369657 h 1705557"/>
              <a:gd name="connsiteX163" fmla="*/ 6195166 w 10232859"/>
              <a:gd name="connsiteY163" fmla="*/ 366704 h 1705557"/>
              <a:gd name="connsiteX164" fmla="*/ 6216259 w 10232859"/>
              <a:gd name="connsiteY164" fmla="*/ 369879 h 1705557"/>
              <a:gd name="connsiteX165" fmla="*/ 6228331 w 10232859"/>
              <a:gd name="connsiteY165" fmla="*/ 370548 h 1705557"/>
              <a:gd name="connsiteX166" fmla="*/ 6229602 w 10232859"/>
              <a:gd name="connsiteY166" fmla="*/ 369928 h 1705557"/>
              <a:gd name="connsiteX167" fmla="*/ 6258988 w 10232859"/>
              <a:gd name="connsiteY167" fmla="*/ 385174 h 1705557"/>
              <a:gd name="connsiteX168" fmla="*/ 6264106 w 10232859"/>
              <a:gd name="connsiteY168" fmla="*/ 385655 h 1705557"/>
              <a:gd name="connsiteX169" fmla="*/ 6281703 w 10232859"/>
              <a:gd name="connsiteY169" fmla="*/ 397568 h 1705557"/>
              <a:gd name="connsiteX170" fmla="*/ 6291622 w 10232859"/>
              <a:gd name="connsiteY170" fmla="*/ 402669 h 1705557"/>
              <a:gd name="connsiteX171" fmla="*/ 6292712 w 10232859"/>
              <a:gd name="connsiteY171" fmla="*/ 406285 h 1705557"/>
              <a:gd name="connsiteX172" fmla="*/ 6308227 w 10232859"/>
              <a:gd name="connsiteY172" fmla="*/ 412710 h 1705557"/>
              <a:gd name="connsiteX173" fmla="*/ 6310656 w 10232859"/>
              <a:gd name="connsiteY173" fmla="*/ 412628 h 1705557"/>
              <a:gd name="connsiteX174" fmla="*/ 6321049 w 10232859"/>
              <a:gd name="connsiteY174" fmla="*/ 420978 h 1705557"/>
              <a:gd name="connsiteX175" fmla="*/ 6326853 w 10232859"/>
              <a:gd name="connsiteY175" fmla="*/ 431664 h 1705557"/>
              <a:gd name="connsiteX176" fmla="*/ 6467879 w 10232859"/>
              <a:gd name="connsiteY176" fmla="*/ 474762 h 1705557"/>
              <a:gd name="connsiteX177" fmla="*/ 6564351 w 10232859"/>
              <a:gd name="connsiteY177" fmla="*/ 544032 h 1705557"/>
              <a:gd name="connsiteX178" fmla="*/ 6641544 w 10232859"/>
              <a:gd name="connsiteY178" fmla="*/ 566599 h 1705557"/>
              <a:gd name="connsiteX179" fmla="*/ 6731052 w 10232859"/>
              <a:gd name="connsiteY179" fmla="*/ 578550 h 1705557"/>
              <a:gd name="connsiteX180" fmla="*/ 6858983 w 10232859"/>
              <a:gd name="connsiteY180" fmla="*/ 630237 h 1705557"/>
              <a:gd name="connsiteX181" fmla="*/ 6910661 w 10232859"/>
              <a:gd name="connsiteY181" fmla="*/ 641134 h 1705557"/>
              <a:gd name="connsiteX182" fmla="*/ 6944111 w 10232859"/>
              <a:gd name="connsiteY182" fmla="*/ 666016 h 1705557"/>
              <a:gd name="connsiteX183" fmla="*/ 6965771 w 10232859"/>
              <a:gd name="connsiteY183" fmla="*/ 666445 h 1705557"/>
              <a:gd name="connsiteX184" fmla="*/ 6969639 w 10232859"/>
              <a:gd name="connsiteY184" fmla="*/ 666351 h 1705557"/>
              <a:gd name="connsiteX185" fmla="*/ 6982242 w 10232859"/>
              <a:gd name="connsiteY185" fmla="*/ 669626 h 1705557"/>
              <a:gd name="connsiteX186" fmla="*/ 6989387 w 10232859"/>
              <a:gd name="connsiteY186" fmla="*/ 665988 h 1705557"/>
              <a:gd name="connsiteX187" fmla="*/ 7010930 w 10232859"/>
              <a:gd name="connsiteY187" fmla="*/ 667648 h 1705557"/>
              <a:gd name="connsiteX188" fmla="*/ 7033125 w 10232859"/>
              <a:gd name="connsiteY188" fmla="*/ 674950 h 1705557"/>
              <a:gd name="connsiteX189" fmla="*/ 7134461 w 10232859"/>
              <a:gd name="connsiteY189" fmla="*/ 714706 h 1705557"/>
              <a:gd name="connsiteX190" fmla="*/ 7197450 w 10232859"/>
              <a:gd name="connsiteY190" fmla="*/ 735608 h 1705557"/>
              <a:gd name="connsiteX191" fmla="*/ 7225084 w 10232859"/>
              <a:gd name="connsiteY191" fmla="*/ 739019 h 1705557"/>
              <a:gd name="connsiteX192" fmla="*/ 7261183 w 10232859"/>
              <a:gd name="connsiteY192" fmla="*/ 746827 h 1705557"/>
              <a:gd name="connsiteX193" fmla="*/ 7327760 w 10232859"/>
              <a:gd name="connsiteY193" fmla="*/ 757100 h 1705557"/>
              <a:gd name="connsiteX194" fmla="*/ 7412222 w 10232859"/>
              <a:gd name="connsiteY194" fmla="*/ 777001 h 1705557"/>
              <a:gd name="connsiteX195" fmla="*/ 7457904 w 10232859"/>
              <a:gd name="connsiteY195" fmla="*/ 810835 h 1705557"/>
              <a:gd name="connsiteX196" fmla="*/ 7465795 w 10232859"/>
              <a:gd name="connsiteY196" fmla="*/ 809112 h 1705557"/>
              <a:gd name="connsiteX197" fmla="*/ 7505046 w 10232859"/>
              <a:gd name="connsiteY197" fmla="*/ 823031 h 1705557"/>
              <a:gd name="connsiteX198" fmla="*/ 7623220 w 10232859"/>
              <a:gd name="connsiteY198" fmla="*/ 895034 h 1705557"/>
              <a:gd name="connsiteX199" fmla="*/ 7700458 w 10232859"/>
              <a:gd name="connsiteY199" fmla="*/ 921593 h 1705557"/>
              <a:gd name="connsiteX200" fmla="*/ 7730988 w 10232859"/>
              <a:gd name="connsiteY200" fmla="*/ 927270 h 1705557"/>
              <a:gd name="connsiteX201" fmla="*/ 7781942 w 10232859"/>
              <a:gd name="connsiteY201" fmla="*/ 937017 h 1705557"/>
              <a:gd name="connsiteX202" fmla="*/ 7827704 w 10232859"/>
              <a:gd name="connsiteY202" fmla="*/ 935072 h 1705557"/>
              <a:gd name="connsiteX203" fmla="*/ 7867270 w 10232859"/>
              <a:gd name="connsiteY203" fmla="*/ 946880 h 1705557"/>
              <a:gd name="connsiteX204" fmla="*/ 7866538 w 10232859"/>
              <a:gd name="connsiteY204" fmla="*/ 961559 h 1705557"/>
              <a:gd name="connsiteX205" fmla="*/ 7912084 w 10232859"/>
              <a:gd name="connsiteY205" fmla="*/ 970314 h 1705557"/>
              <a:gd name="connsiteX206" fmla="*/ 7982264 w 10232859"/>
              <a:gd name="connsiteY206" fmla="*/ 982287 h 1705557"/>
              <a:gd name="connsiteX207" fmla="*/ 7991272 w 10232859"/>
              <a:gd name="connsiteY207" fmla="*/ 987618 h 1705557"/>
              <a:gd name="connsiteX208" fmla="*/ 8006496 w 10232859"/>
              <a:gd name="connsiteY208" fmla="*/ 979353 h 1705557"/>
              <a:gd name="connsiteX209" fmla="*/ 8034497 w 10232859"/>
              <a:gd name="connsiteY209" fmla="*/ 978568 h 1705557"/>
              <a:gd name="connsiteX210" fmla="*/ 8150881 w 10232859"/>
              <a:gd name="connsiteY210" fmla="*/ 996925 h 1705557"/>
              <a:gd name="connsiteX211" fmla="*/ 8172106 w 10232859"/>
              <a:gd name="connsiteY211" fmla="*/ 997026 h 1705557"/>
              <a:gd name="connsiteX212" fmla="*/ 8196076 w 10232859"/>
              <a:gd name="connsiteY212" fmla="*/ 1006592 h 1705557"/>
              <a:gd name="connsiteX213" fmla="*/ 8247463 w 10232859"/>
              <a:gd name="connsiteY213" fmla="*/ 1022846 h 1705557"/>
              <a:gd name="connsiteX214" fmla="*/ 8279272 w 10232859"/>
              <a:gd name="connsiteY214" fmla="*/ 1039435 h 1705557"/>
              <a:gd name="connsiteX215" fmla="*/ 8289611 w 10232859"/>
              <a:gd name="connsiteY215" fmla="*/ 1035144 h 1705557"/>
              <a:gd name="connsiteX216" fmla="*/ 8311483 w 10232859"/>
              <a:gd name="connsiteY216" fmla="*/ 1035913 h 1705557"/>
              <a:gd name="connsiteX217" fmla="*/ 8399489 w 10232859"/>
              <a:gd name="connsiteY217" fmla="*/ 1055076 h 1705557"/>
              <a:gd name="connsiteX218" fmla="*/ 8415973 w 10232859"/>
              <a:gd name="connsiteY218" fmla="*/ 1056174 h 1705557"/>
              <a:gd name="connsiteX219" fmla="*/ 8433326 w 10232859"/>
              <a:gd name="connsiteY219" fmla="*/ 1064395 h 1705557"/>
              <a:gd name="connsiteX220" fmla="*/ 8502328 w 10232859"/>
              <a:gd name="connsiteY220" fmla="*/ 1098012 h 1705557"/>
              <a:gd name="connsiteX221" fmla="*/ 8534346 w 10232859"/>
              <a:gd name="connsiteY221" fmla="*/ 1113494 h 1705557"/>
              <a:gd name="connsiteX222" fmla="*/ 8534980 w 10232859"/>
              <a:gd name="connsiteY222" fmla="*/ 1117375 h 1705557"/>
              <a:gd name="connsiteX223" fmla="*/ 8544104 w 10232859"/>
              <a:gd name="connsiteY223" fmla="*/ 1114920 h 1705557"/>
              <a:gd name="connsiteX224" fmla="*/ 8567742 w 10232859"/>
              <a:gd name="connsiteY224" fmla="*/ 1124104 h 1705557"/>
              <a:gd name="connsiteX225" fmla="*/ 8633779 w 10232859"/>
              <a:gd name="connsiteY225" fmla="*/ 1145740 h 1705557"/>
              <a:gd name="connsiteX226" fmla="*/ 8676965 w 10232859"/>
              <a:gd name="connsiteY226" fmla="*/ 1163463 h 1705557"/>
              <a:gd name="connsiteX227" fmla="*/ 8698944 w 10232859"/>
              <a:gd name="connsiteY227" fmla="*/ 1163453 h 1705557"/>
              <a:gd name="connsiteX228" fmla="*/ 8711456 w 10232859"/>
              <a:gd name="connsiteY228" fmla="*/ 1175731 h 1705557"/>
              <a:gd name="connsiteX229" fmla="*/ 8732793 w 10232859"/>
              <a:gd name="connsiteY229" fmla="*/ 1179486 h 1705557"/>
              <a:gd name="connsiteX230" fmla="*/ 8751897 w 10232859"/>
              <a:gd name="connsiteY230" fmla="*/ 1197400 h 1705557"/>
              <a:gd name="connsiteX231" fmla="*/ 8793564 w 10232859"/>
              <a:gd name="connsiteY231" fmla="*/ 1179086 h 1705557"/>
              <a:gd name="connsiteX232" fmla="*/ 8834270 w 10232859"/>
              <a:gd name="connsiteY232" fmla="*/ 1213138 h 1705557"/>
              <a:gd name="connsiteX233" fmla="*/ 8853872 w 10232859"/>
              <a:gd name="connsiteY233" fmla="*/ 1221228 h 1705557"/>
              <a:gd name="connsiteX234" fmla="*/ 8861901 w 10232859"/>
              <a:gd name="connsiteY234" fmla="*/ 1217889 h 1705557"/>
              <a:gd name="connsiteX235" fmla="*/ 8874168 w 10232859"/>
              <a:gd name="connsiteY235" fmla="*/ 1220481 h 1705557"/>
              <a:gd name="connsiteX236" fmla="*/ 8871123 w 10232859"/>
              <a:gd name="connsiteY236" fmla="*/ 1227674 h 1705557"/>
              <a:gd name="connsiteX237" fmla="*/ 8903537 w 10232859"/>
              <a:gd name="connsiteY237" fmla="*/ 1237102 h 1705557"/>
              <a:gd name="connsiteX238" fmla="*/ 8933767 w 10232859"/>
              <a:gd name="connsiteY238" fmla="*/ 1269882 h 1705557"/>
              <a:gd name="connsiteX239" fmla="*/ 8985765 w 10232859"/>
              <a:gd name="connsiteY239" fmla="*/ 1294178 h 1705557"/>
              <a:gd name="connsiteX240" fmla="*/ 9071444 w 10232859"/>
              <a:gd name="connsiteY240" fmla="*/ 1323819 h 1705557"/>
              <a:gd name="connsiteX241" fmla="*/ 9096711 w 10232859"/>
              <a:gd name="connsiteY241" fmla="*/ 1334291 h 1705557"/>
              <a:gd name="connsiteX242" fmla="*/ 9338853 w 10232859"/>
              <a:gd name="connsiteY242" fmla="*/ 1454560 h 1705557"/>
              <a:gd name="connsiteX243" fmla="*/ 9520814 w 10232859"/>
              <a:gd name="connsiteY243" fmla="*/ 1456341 h 1705557"/>
              <a:gd name="connsiteX244" fmla="*/ 9702271 w 10232859"/>
              <a:gd name="connsiteY244" fmla="*/ 1495067 h 1705557"/>
              <a:gd name="connsiteX245" fmla="*/ 9744273 w 10232859"/>
              <a:gd name="connsiteY245" fmla="*/ 1530026 h 1705557"/>
              <a:gd name="connsiteX246" fmla="*/ 9771903 w 10232859"/>
              <a:gd name="connsiteY246" fmla="*/ 1536548 h 1705557"/>
              <a:gd name="connsiteX247" fmla="*/ 9818565 w 10232859"/>
              <a:gd name="connsiteY247" fmla="*/ 1545059 h 1705557"/>
              <a:gd name="connsiteX248" fmla="*/ 9882202 w 10232859"/>
              <a:gd name="connsiteY248" fmla="*/ 1572402 h 1705557"/>
              <a:gd name="connsiteX249" fmla="*/ 10022025 w 10232859"/>
              <a:gd name="connsiteY249" fmla="*/ 1606210 h 1705557"/>
              <a:gd name="connsiteX250" fmla="*/ 10220406 w 10232859"/>
              <a:gd name="connsiteY250" fmla="*/ 1683519 h 1705557"/>
              <a:gd name="connsiteX251" fmla="*/ 10232859 w 10232859"/>
              <a:gd name="connsiteY251" fmla="*/ 1705557 h 1705557"/>
              <a:gd name="connsiteX252" fmla="*/ 0 w 10232859"/>
              <a:gd name="connsiteY252" fmla="*/ 1705557 h 1705557"/>
              <a:gd name="connsiteX253" fmla="*/ 0 w 10232859"/>
              <a:gd name="connsiteY253" fmla="*/ 28342 h 1705557"/>
              <a:gd name="connsiteX254" fmla="*/ 8097 w 10232859"/>
              <a:gd name="connsiteY254" fmla="*/ 30869 h 1705557"/>
              <a:gd name="connsiteX255" fmla="*/ 77128 w 10232859"/>
              <a:gd name="connsiteY255" fmla="*/ 13381 h 1705557"/>
              <a:gd name="connsiteX256" fmla="*/ 188338 w 10232859"/>
              <a:gd name="connsiteY256" fmla="*/ 11593 h 1705557"/>
              <a:gd name="connsiteX257" fmla="*/ 298809 w 10232859"/>
              <a:gd name="connsiteY257" fmla="*/ 12712 h 1705557"/>
              <a:gd name="connsiteX258" fmla="*/ 338985 w 10232859"/>
              <a:gd name="connsiteY258" fmla="*/ 14520 h 1705557"/>
              <a:gd name="connsiteX259" fmla="*/ 409815 w 10232859"/>
              <a:gd name="connsiteY259" fmla="*/ 11559 h 1705557"/>
              <a:gd name="connsiteX260" fmla="*/ 424169 w 10232859"/>
              <a:gd name="connsiteY260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399852 w 10232859"/>
              <a:gd name="connsiteY129" fmla="*/ 276111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89519 w 10232859"/>
              <a:gd name="connsiteY128" fmla="*/ 266429 h 1705557"/>
              <a:gd name="connsiteX129" fmla="*/ 5297234 w 10232859"/>
              <a:gd name="connsiteY129" fmla="*/ 380929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34545 w 10232859"/>
              <a:gd name="connsiteY128" fmla="*/ 276572 h 1705557"/>
              <a:gd name="connsiteX129" fmla="*/ 5297234 w 10232859"/>
              <a:gd name="connsiteY129" fmla="*/ 380929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334545 w 10232859"/>
              <a:gd name="connsiteY128" fmla="*/ 276572 h 1705557"/>
              <a:gd name="connsiteX129" fmla="*/ 5377862 w 10232859"/>
              <a:gd name="connsiteY129" fmla="*/ 306543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77862 w 10232859"/>
              <a:gd name="connsiteY129" fmla="*/ 306543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098391 w 10232859"/>
              <a:gd name="connsiteY159" fmla="*/ 351119 h 1705557"/>
              <a:gd name="connsiteX160" fmla="*/ 6105063 w 10232859"/>
              <a:gd name="connsiteY160" fmla="*/ 353854 h 1705557"/>
              <a:gd name="connsiteX161" fmla="*/ 6135796 w 10232859"/>
              <a:gd name="connsiteY161" fmla="*/ 369657 h 1705557"/>
              <a:gd name="connsiteX162" fmla="*/ 6195166 w 10232859"/>
              <a:gd name="connsiteY162" fmla="*/ 366704 h 1705557"/>
              <a:gd name="connsiteX163" fmla="*/ 6216259 w 10232859"/>
              <a:gd name="connsiteY163" fmla="*/ 369879 h 1705557"/>
              <a:gd name="connsiteX164" fmla="*/ 6228331 w 10232859"/>
              <a:gd name="connsiteY164" fmla="*/ 370548 h 1705557"/>
              <a:gd name="connsiteX165" fmla="*/ 6229602 w 10232859"/>
              <a:gd name="connsiteY165" fmla="*/ 369928 h 1705557"/>
              <a:gd name="connsiteX166" fmla="*/ 6258988 w 10232859"/>
              <a:gd name="connsiteY166" fmla="*/ 385174 h 1705557"/>
              <a:gd name="connsiteX167" fmla="*/ 6264106 w 10232859"/>
              <a:gd name="connsiteY167" fmla="*/ 385655 h 1705557"/>
              <a:gd name="connsiteX168" fmla="*/ 6281703 w 10232859"/>
              <a:gd name="connsiteY168" fmla="*/ 397568 h 1705557"/>
              <a:gd name="connsiteX169" fmla="*/ 6291622 w 10232859"/>
              <a:gd name="connsiteY169" fmla="*/ 402669 h 1705557"/>
              <a:gd name="connsiteX170" fmla="*/ 6292712 w 10232859"/>
              <a:gd name="connsiteY170" fmla="*/ 406285 h 1705557"/>
              <a:gd name="connsiteX171" fmla="*/ 6308227 w 10232859"/>
              <a:gd name="connsiteY171" fmla="*/ 412710 h 1705557"/>
              <a:gd name="connsiteX172" fmla="*/ 6310656 w 10232859"/>
              <a:gd name="connsiteY172" fmla="*/ 412628 h 1705557"/>
              <a:gd name="connsiteX173" fmla="*/ 6321049 w 10232859"/>
              <a:gd name="connsiteY173" fmla="*/ 420978 h 1705557"/>
              <a:gd name="connsiteX174" fmla="*/ 6326853 w 10232859"/>
              <a:gd name="connsiteY174" fmla="*/ 431664 h 1705557"/>
              <a:gd name="connsiteX175" fmla="*/ 6467879 w 10232859"/>
              <a:gd name="connsiteY175" fmla="*/ 474762 h 1705557"/>
              <a:gd name="connsiteX176" fmla="*/ 6564351 w 10232859"/>
              <a:gd name="connsiteY176" fmla="*/ 544032 h 1705557"/>
              <a:gd name="connsiteX177" fmla="*/ 6641544 w 10232859"/>
              <a:gd name="connsiteY177" fmla="*/ 566599 h 1705557"/>
              <a:gd name="connsiteX178" fmla="*/ 6731052 w 10232859"/>
              <a:gd name="connsiteY178" fmla="*/ 578550 h 1705557"/>
              <a:gd name="connsiteX179" fmla="*/ 6858983 w 10232859"/>
              <a:gd name="connsiteY179" fmla="*/ 630237 h 1705557"/>
              <a:gd name="connsiteX180" fmla="*/ 6910661 w 10232859"/>
              <a:gd name="connsiteY180" fmla="*/ 641134 h 1705557"/>
              <a:gd name="connsiteX181" fmla="*/ 6944111 w 10232859"/>
              <a:gd name="connsiteY181" fmla="*/ 666016 h 1705557"/>
              <a:gd name="connsiteX182" fmla="*/ 6965771 w 10232859"/>
              <a:gd name="connsiteY182" fmla="*/ 666445 h 1705557"/>
              <a:gd name="connsiteX183" fmla="*/ 6969639 w 10232859"/>
              <a:gd name="connsiteY183" fmla="*/ 666351 h 1705557"/>
              <a:gd name="connsiteX184" fmla="*/ 6982242 w 10232859"/>
              <a:gd name="connsiteY184" fmla="*/ 669626 h 1705557"/>
              <a:gd name="connsiteX185" fmla="*/ 6989387 w 10232859"/>
              <a:gd name="connsiteY185" fmla="*/ 665988 h 1705557"/>
              <a:gd name="connsiteX186" fmla="*/ 7010930 w 10232859"/>
              <a:gd name="connsiteY186" fmla="*/ 667648 h 1705557"/>
              <a:gd name="connsiteX187" fmla="*/ 7033125 w 10232859"/>
              <a:gd name="connsiteY187" fmla="*/ 674950 h 1705557"/>
              <a:gd name="connsiteX188" fmla="*/ 7134461 w 10232859"/>
              <a:gd name="connsiteY188" fmla="*/ 714706 h 1705557"/>
              <a:gd name="connsiteX189" fmla="*/ 7197450 w 10232859"/>
              <a:gd name="connsiteY189" fmla="*/ 735608 h 1705557"/>
              <a:gd name="connsiteX190" fmla="*/ 7225084 w 10232859"/>
              <a:gd name="connsiteY190" fmla="*/ 739019 h 1705557"/>
              <a:gd name="connsiteX191" fmla="*/ 7261183 w 10232859"/>
              <a:gd name="connsiteY191" fmla="*/ 746827 h 1705557"/>
              <a:gd name="connsiteX192" fmla="*/ 7327760 w 10232859"/>
              <a:gd name="connsiteY192" fmla="*/ 757100 h 1705557"/>
              <a:gd name="connsiteX193" fmla="*/ 7412222 w 10232859"/>
              <a:gd name="connsiteY193" fmla="*/ 777001 h 1705557"/>
              <a:gd name="connsiteX194" fmla="*/ 7457904 w 10232859"/>
              <a:gd name="connsiteY194" fmla="*/ 810835 h 1705557"/>
              <a:gd name="connsiteX195" fmla="*/ 7465795 w 10232859"/>
              <a:gd name="connsiteY195" fmla="*/ 809112 h 1705557"/>
              <a:gd name="connsiteX196" fmla="*/ 7505046 w 10232859"/>
              <a:gd name="connsiteY196" fmla="*/ 823031 h 1705557"/>
              <a:gd name="connsiteX197" fmla="*/ 7623220 w 10232859"/>
              <a:gd name="connsiteY197" fmla="*/ 895034 h 1705557"/>
              <a:gd name="connsiteX198" fmla="*/ 7700458 w 10232859"/>
              <a:gd name="connsiteY198" fmla="*/ 921593 h 1705557"/>
              <a:gd name="connsiteX199" fmla="*/ 7730988 w 10232859"/>
              <a:gd name="connsiteY199" fmla="*/ 927270 h 1705557"/>
              <a:gd name="connsiteX200" fmla="*/ 7781942 w 10232859"/>
              <a:gd name="connsiteY200" fmla="*/ 937017 h 1705557"/>
              <a:gd name="connsiteX201" fmla="*/ 7827704 w 10232859"/>
              <a:gd name="connsiteY201" fmla="*/ 935072 h 1705557"/>
              <a:gd name="connsiteX202" fmla="*/ 7867270 w 10232859"/>
              <a:gd name="connsiteY202" fmla="*/ 946880 h 1705557"/>
              <a:gd name="connsiteX203" fmla="*/ 7866538 w 10232859"/>
              <a:gd name="connsiteY203" fmla="*/ 961559 h 1705557"/>
              <a:gd name="connsiteX204" fmla="*/ 7912084 w 10232859"/>
              <a:gd name="connsiteY204" fmla="*/ 970314 h 1705557"/>
              <a:gd name="connsiteX205" fmla="*/ 7982264 w 10232859"/>
              <a:gd name="connsiteY205" fmla="*/ 982287 h 1705557"/>
              <a:gd name="connsiteX206" fmla="*/ 7991272 w 10232859"/>
              <a:gd name="connsiteY206" fmla="*/ 987618 h 1705557"/>
              <a:gd name="connsiteX207" fmla="*/ 8006496 w 10232859"/>
              <a:gd name="connsiteY207" fmla="*/ 979353 h 1705557"/>
              <a:gd name="connsiteX208" fmla="*/ 8034497 w 10232859"/>
              <a:gd name="connsiteY208" fmla="*/ 978568 h 1705557"/>
              <a:gd name="connsiteX209" fmla="*/ 8150881 w 10232859"/>
              <a:gd name="connsiteY209" fmla="*/ 996925 h 1705557"/>
              <a:gd name="connsiteX210" fmla="*/ 8172106 w 10232859"/>
              <a:gd name="connsiteY210" fmla="*/ 997026 h 1705557"/>
              <a:gd name="connsiteX211" fmla="*/ 8196076 w 10232859"/>
              <a:gd name="connsiteY211" fmla="*/ 1006592 h 1705557"/>
              <a:gd name="connsiteX212" fmla="*/ 8247463 w 10232859"/>
              <a:gd name="connsiteY212" fmla="*/ 1022846 h 1705557"/>
              <a:gd name="connsiteX213" fmla="*/ 8279272 w 10232859"/>
              <a:gd name="connsiteY213" fmla="*/ 1039435 h 1705557"/>
              <a:gd name="connsiteX214" fmla="*/ 8289611 w 10232859"/>
              <a:gd name="connsiteY214" fmla="*/ 1035144 h 1705557"/>
              <a:gd name="connsiteX215" fmla="*/ 8311483 w 10232859"/>
              <a:gd name="connsiteY215" fmla="*/ 1035913 h 1705557"/>
              <a:gd name="connsiteX216" fmla="*/ 8399489 w 10232859"/>
              <a:gd name="connsiteY216" fmla="*/ 1055076 h 1705557"/>
              <a:gd name="connsiteX217" fmla="*/ 8415973 w 10232859"/>
              <a:gd name="connsiteY217" fmla="*/ 1056174 h 1705557"/>
              <a:gd name="connsiteX218" fmla="*/ 8433326 w 10232859"/>
              <a:gd name="connsiteY218" fmla="*/ 1064395 h 1705557"/>
              <a:gd name="connsiteX219" fmla="*/ 8502328 w 10232859"/>
              <a:gd name="connsiteY219" fmla="*/ 1098012 h 1705557"/>
              <a:gd name="connsiteX220" fmla="*/ 8534346 w 10232859"/>
              <a:gd name="connsiteY220" fmla="*/ 1113494 h 1705557"/>
              <a:gd name="connsiteX221" fmla="*/ 8534980 w 10232859"/>
              <a:gd name="connsiteY221" fmla="*/ 1117375 h 1705557"/>
              <a:gd name="connsiteX222" fmla="*/ 8544104 w 10232859"/>
              <a:gd name="connsiteY222" fmla="*/ 1114920 h 1705557"/>
              <a:gd name="connsiteX223" fmla="*/ 8567742 w 10232859"/>
              <a:gd name="connsiteY223" fmla="*/ 1124104 h 1705557"/>
              <a:gd name="connsiteX224" fmla="*/ 8633779 w 10232859"/>
              <a:gd name="connsiteY224" fmla="*/ 1145740 h 1705557"/>
              <a:gd name="connsiteX225" fmla="*/ 8676965 w 10232859"/>
              <a:gd name="connsiteY225" fmla="*/ 1163463 h 1705557"/>
              <a:gd name="connsiteX226" fmla="*/ 8698944 w 10232859"/>
              <a:gd name="connsiteY226" fmla="*/ 1163453 h 1705557"/>
              <a:gd name="connsiteX227" fmla="*/ 8711456 w 10232859"/>
              <a:gd name="connsiteY227" fmla="*/ 1175731 h 1705557"/>
              <a:gd name="connsiteX228" fmla="*/ 8732793 w 10232859"/>
              <a:gd name="connsiteY228" fmla="*/ 1179486 h 1705557"/>
              <a:gd name="connsiteX229" fmla="*/ 8751897 w 10232859"/>
              <a:gd name="connsiteY229" fmla="*/ 1197400 h 1705557"/>
              <a:gd name="connsiteX230" fmla="*/ 8793564 w 10232859"/>
              <a:gd name="connsiteY230" fmla="*/ 1179086 h 1705557"/>
              <a:gd name="connsiteX231" fmla="*/ 8834270 w 10232859"/>
              <a:gd name="connsiteY231" fmla="*/ 1213138 h 1705557"/>
              <a:gd name="connsiteX232" fmla="*/ 8853872 w 10232859"/>
              <a:gd name="connsiteY232" fmla="*/ 1221228 h 1705557"/>
              <a:gd name="connsiteX233" fmla="*/ 8861901 w 10232859"/>
              <a:gd name="connsiteY233" fmla="*/ 1217889 h 1705557"/>
              <a:gd name="connsiteX234" fmla="*/ 8874168 w 10232859"/>
              <a:gd name="connsiteY234" fmla="*/ 1220481 h 1705557"/>
              <a:gd name="connsiteX235" fmla="*/ 8871123 w 10232859"/>
              <a:gd name="connsiteY235" fmla="*/ 1227674 h 1705557"/>
              <a:gd name="connsiteX236" fmla="*/ 8903537 w 10232859"/>
              <a:gd name="connsiteY236" fmla="*/ 1237102 h 1705557"/>
              <a:gd name="connsiteX237" fmla="*/ 8933767 w 10232859"/>
              <a:gd name="connsiteY237" fmla="*/ 1269882 h 1705557"/>
              <a:gd name="connsiteX238" fmla="*/ 8985765 w 10232859"/>
              <a:gd name="connsiteY238" fmla="*/ 1294178 h 1705557"/>
              <a:gd name="connsiteX239" fmla="*/ 9071444 w 10232859"/>
              <a:gd name="connsiteY239" fmla="*/ 1323819 h 1705557"/>
              <a:gd name="connsiteX240" fmla="*/ 9096711 w 10232859"/>
              <a:gd name="connsiteY240" fmla="*/ 1334291 h 1705557"/>
              <a:gd name="connsiteX241" fmla="*/ 9338853 w 10232859"/>
              <a:gd name="connsiteY241" fmla="*/ 1454560 h 1705557"/>
              <a:gd name="connsiteX242" fmla="*/ 9520814 w 10232859"/>
              <a:gd name="connsiteY242" fmla="*/ 1456341 h 1705557"/>
              <a:gd name="connsiteX243" fmla="*/ 9702271 w 10232859"/>
              <a:gd name="connsiteY243" fmla="*/ 1495067 h 1705557"/>
              <a:gd name="connsiteX244" fmla="*/ 9744273 w 10232859"/>
              <a:gd name="connsiteY244" fmla="*/ 1530026 h 1705557"/>
              <a:gd name="connsiteX245" fmla="*/ 9771903 w 10232859"/>
              <a:gd name="connsiteY245" fmla="*/ 1536548 h 1705557"/>
              <a:gd name="connsiteX246" fmla="*/ 9818565 w 10232859"/>
              <a:gd name="connsiteY246" fmla="*/ 1545059 h 1705557"/>
              <a:gd name="connsiteX247" fmla="*/ 9882202 w 10232859"/>
              <a:gd name="connsiteY247" fmla="*/ 1572402 h 1705557"/>
              <a:gd name="connsiteX248" fmla="*/ 10022025 w 10232859"/>
              <a:gd name="connsiteY248" fmla="*/ 1606210 h 1705557"/>
              <a:gd name="connsiteX249" fmla="*/ 10220406 w 10232859"/>
              <a:gd name="connsiteY249" fmla="*/ 1683519 h 1705557"/>
              <a:gd name="connsiteX250" fmla="*/ 10232859 w 10232859"/>
              <a:gd name="connsiteY250" fmla="*/ 1705557 h 1705557"/>
              <a:gd name="connsiteX251" fmla="*/ 0 w 10232859"/>
              <a:gd name="connsiteY251" fmla="*/ 1705557 h 1705557"/>
              <a:gd name="connsiteX252" fmla="*/ 0 w 10232859"/>
              <a:gd name="connsiteY252" fmla="*/ 28342 h 1705557"/>
              <a:gd name="connsiteX253" fmla="*/ 8097 w 10232859"/>
              <a:gd name="connsiteY253" fmla="*/ 30869 h 1705557"/>
              <a:gd name="connsiteX254" fmla="*/ 77128 w 10232859"/>
              <a:gd name="connsiteY254" fmla="*/ 13381 h 1705557"/>
              <a:gd name="connsiteX255" fmla="*/ 188338 w 10232859"/>
              <a:gd name="connsiteY255" fmla="*/ 11593 h 1705557"/>
              <a:gd name="connsiteX256" fmla="*/ 298809 w 10232859"/>
              <a:gd name="connsiteY256" fmla="*/ 12712 h 1705557"/>
              <a:gd name="connsiteX257" fmla="*/ 338985 w 10232859"/>
              <a:gd name="connsiteY257" fmla="*/ 14520 h 1705557"/>
              <a:gd name="connsiteX258" fmla="*/ 409815 w 10232859"/>
              <a:gd name="connsiteY258" fmla="*/ 11559 h 1705557"/>
              <a:gd name="connsiteX259" fmla="*/ 424169 w 10232859"/>
              <a:gd name="connsiteY259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098056 w 10232859"/>
              <a:gd name="connsiteY158" fmla="*/ 351249 h 1705557"/>
              <a:gd name="connsiteX159" fmla="*/ 6105063 w 10232859"/>
              <a:gd name="connsiteY159" fmla="*/ 353854 h 1705557"/>
              <a:gd name="connsiteX160" fmla="*/ 6135796 w 10232859"/>
              <a:gd name="connsiteY160" fmla="*/ 369657 h 1705557"/>
              <a:gd name="connsiteX161" fmla="*/ 6195166 w 10232859"/>
              <a:gd name="connsiteY161" fmla="*/ 366704 h 1705557"/>
              <a:gd name="connsiteX162" fmla="*/ 6216259 w 10232859"/>
              <a:gd name="connsiteY162" fmla="*/ 369879 h 1705557"/>
              <a:gd name="connsiteX163" fmla="*/ 6228331 w 10232859"/>
              <a:gd name="connsiteY163" fmla="*/ 370548 h 1705557"/>
              <a:gd name="connsiteX164" fmla="*/ 6229602 w 10232859"/>
              <a:gd name="connsiteY164" fmla="*/ 369928 h 1705557"/>
              <a:gd name="connsiteX165" fmla="*/ 6258988 w 10232859"/>
              <a:gd name="connsiteY165" fmla="*/ 385174 h 1705557"/>
              <a:gd name="connsiteX166" fmla="*/ 6264106 w 10232859"/>
              <a:gd name="connsiteY166" fmla="*/ 385655 h 1705557"/>
              <a:gd name="connsiteX167" fmla="*/ 6281703 w 10232859"/>
              <a:gd name="connsiteY167" fmla="*/ 397568 h 1705557"/>
              <a:gd name="connsiteX168" fmla="*/ 6291622 w 10232859"/>
              <a:gd name="connsiteY168" fmla="*/ 402669 h 1705557"/>
              <a:gd name="connsiteX169" fmla="*/ 6292712 w 10232859"/>
              <a:gd name="connsiteY169" fmla="*/ 406285 h 1705557"/>
              <a:gd name="connsiteX170" fmla="*/ 6308227 w 10232859"/>
              <a:gd name="connsiteY170" fmla="*/ 412710 h 1705557"/>
              <a:gd name="connsiteX171" fmla="*/ 6310656 w 10232859"/>
              <a:gd name="connsiteY171" fmla="*/ 412628 h 1705557"/>
              <a:gd name="connsiteX172" fmla="*/ 6321049 w 10232859"/>
              <a:gd name="connsiteY172" fmla="*/ 420978 h 1705557"/>
              <a:gd name="connsiteX173" fmla="*/ 6326853 w 10232859"/>
              <a:gd name="connsiteY173" fmla="*/ 431664 h 1705557"/>
              <a:gd name="connsiteX174" fmla="*/ 6467879 w 10232859"/>
              <a:gd name="connsiteY174" fmla="*/ 474762 h 1705557"/>
              <a:gd name="connsiteX175" fmla="*/ 6564351 w 10232859"/>
              <a:gd name="connsiteY175" fmla="*/ 544032 h 1705557"/>
              <a:gd name="connsiteX176" fmla="*/ 6641544 w 10232859"/>
              <a:gd name="connsiteY176" fmla="*/ 566599 h 1705557"/>
              <a:gd name="connsiteX177" fmla="*/ 6731052 w 10232859"/>
              <a:gd name="connsiteY177" fmla="*/ 578550 h 1705557"/>
              <a:gd name="connsiteX178" fmla="*/ 6858983 w 10232859"/>
              <a:gd name="connsiteY178" fmla="*/ 630237 h 1705557"/>
              <a:gd name="connsiteX179" fmla="*/ 6910661 w 10232859"/>
              <a:gd name="connsiteY179" fmla="*/ 641134 h 1705557"/>
              <a:gd name="connsiteX180" fmla="*/ 6944111 w 10232859"/>
              <a:gd name="connsiteY180" fmla="*/ 666016 h 1705557"/>
              <a:gd name="connsiteX181" fmla="*/ 6965771 w 10232859"/>
              <a:gd name="connsiteY181" fmla="*/ 666445 h 1705557"/>
              <a:gd name="connsiteX182" fmla="*/ 6969639 w 10232859"/>
              <a:gd name="connsiteY182" fmla="*/ 666351 h 1705557"/>
              <a:gd name="connsiteX183" fmla="*/ 6982242 w 10232859"/>
              <a:gd name="connsiteY183" fmla="*/ 669626 h 1705557"/>
              <a:gd name="connsiteX184" fmla="*/ 6989387 w 10232859"/>
              <a:gd name="connsiteY184" fmla="*/ 665988 h 1705557"/>
              <a:gd name="connsiteX185" fmla="*/ 7010930 w 10232859"/>
              <a:gd name="connsiteY185" fmla="*/ 667648 h 1705557"/>
              <a:gd name="connsiteX186" fmla="*/ 7033125 w 10232859"/>
              <a:gd name="connsiteY186" fmla="*/ 674950 h 1705557"/>
              <a:gd name="connsiteX187" fmla="*/ 7134461 w 10232859"/>
              <a:gd name="connsiteY187" fmla="*/ 714706 h 1705557"/>
              <a:gd name="connsiteX188" fmla="*/ 7197450 w 10232859"/>
              <a:gd name="connsiteY188" fmla="*/ 735608 h 1705557"/>
              <a:gd name="connsiteX189" fmla="*/ 7225084 w 10232859"/>
              <a:gd name="connsiteY189" fmla="*/ 739019 h 1705557"/>
              <a:gd name="connsiteX190" fmla="*/ 7261183 w 10232859"/>
              <a:gd name="connsiteY190" fmla="*/ 746827 h 1705557"/>
              <a:gd name="connsiteX191" fmla="*/ 7327760 w 10232859"/>
              <a:gd name="connsiteY191" fmla="*/ 757100 h 1705557"/>
              <a:gd name="connsiteX192" fmla="*/ 7412222 w 10232859"/>
              <a:gd name="connsiteY192" fmla="*/ 777001 h 1705557"/>
              <a:gd name="connsiteX193" fmla="*/ 7457904 w 10232859"/>
              <a:gd name="connsiteY193" fmla="*/ 810835 h 1705557"/>
              <a:gd name="connsiteX194" fmla="*/ 7465795 w 10232859"/>
              <a:gd name="connsiteY194" fmla="*/ 809112 h 1705557"/>
              <a:gd name="connsiteX195" fmla="*/ 7505046 w 10232859"/>
              <a:gd name="connsiteY195" fmla="*/ 823031 h 1705557"/>
              <a:gd name="connsiteX196" fmla="*/ 7623220 w 10232859"/>
              <a:gd name="connsiteY196" fmla="*/ 895034 h 1705557"/>
              <a:gd name="connsiteX197" fmla="*/ 7700458 w 10232859"/>
              <a:gd name="connsiteY197" fmla="*/ 921593 h 1705557"/>
              <a:gd name="connsiteX198" fmla="*/ 7730988 w 10232859"/>
              <a:gd name="connsiteY198" fmla="*/ 927270 h 1705557"/>
              <a:gd name="connsiteX199" fmla="*/ 7781942 w 10232859"/>
              <a:gd name="connsiteY199" fmla="*/ 937017 h 1705557"/>
              <a:gd name="connsiteX200" fmla="*/ 7827704 w 10232859"/>
              <a:gd name="connsiteY200" fmla="*/ 935072 h 1705557"/>
              <a:gd name="connsiteX201" fmla="*/ 7867270 w 10232859"/>
              <a:gd name="connsiteY201" fmla="*/ 946880 h 1705557"/>
              <a:gd name="connsiteX202" fmla="*/ 7866538 w 10232859"/>
              <a:gd name="connsiteY202" fmla="*/ 961559 h 1705557"/>
              <a:gd name="connsiteX203" fmla="*/ 7912084 w 10232859"/>
              <a:gd name="connsiteY203" fmla="*/ 970314 h 1705557"/>
              <a:gd name="connsiteX204" fmla="*/ 7982264 w 10232859"/>
              <a:gd name="connsiteY204" fmla="*/ 982287 h 1705557"/>
              <a:gd name="connsiteX205" fmla="*/ 7991272 w 10232859"/>
              <a:gd name="connsiteY205" fmla="*/ 987618 h 1705557"/>
              <a:gd name="connsiteX206" fmla="*/ 8006496 w 10232859"/>
              <a:gd name="connsiteY206" fmla="*/ 979353 h 1705557"/>
              <a:gd name="connsiteX207" fmla="*/ 8034497 w 10232859"/>
              <a:gd name="connsiteY207" fmla="*/ 978568 h 1705557"/>
              <a:gd name="connsiteX208" fmla="*/ 8150881 w 10232859"/>
              <a:gd name="connsiteY208" fmla="*/ 996925 h 1705557"/>
              <a:gd name="connsiteX209" fmla="*/ 8172106 w 10232859"/>
              <a:gd name="connsiteY209" fmla="*/ 997026 h 1705557"/>
              <a:gd name="connsiteX210" fmla="*/ 8196076 w 10232859"/>
              <a:gd name="connsiteY210" fmla="*/ 1006592 h 1705557"/>
              <a:gd name="connsiteX211" fmla="*/ 8247463 w 10232859"/>
              <a:gd name="connsiteY211" fmla="*/ 1022846 h 1705557"/>
              <a:gd name="connsiteX212" fmla="*/ 8279272 w 10232859"/>
              <a:gd name="connsiteY212" fmla="*/ 1039435 h 1705557"/>
              <a:gd name="connsiteX213" fmla="*/ 8289611 w 10232859"/>
              <a:gd name="connsiteY213" fmla="*/ 1035144 h 1705557"/>
              <a:gd name="connsiteX214" fmla="*/ 8311483 w 10232859"/>
              <a:gd name="connsiteY214" fmla="*/ 1035913 h 1705557"/>
              <a:gd name="connsiteX215" fmla="*/ 8399489 w 10232859"/>
              <a:gd name="connsiteY215" fmla="*/ 1055076 h 1705557"/>
              <a:gd name="connsiteX216" fmla="*/ 8415973 w 10232859"/>
              <a:gd name="connsiteY216" fmla="*/ 1056174 h 1705557"/>
              <a:gd name="connsiteX217" fmla="*/ 8433326 w 10232859"/>
              <a:gd name="connsiteY217" fmla="*/ 1064395 h 1705557"/>
              <a:gd name="connsiteX218" fmla="*/ 8502328 w 10232859"/>
              <a:gd name="connsiteY218" fmla="*/ 1098012 h 1705557"/>
              <a:gd name="connsiteX219" fmla="*/ 8534346 w 10232859"/>
              <a:gd name="connsiteY219" fmla="*/ 1113494 h 1705557"/>
              <a:gd name="connsiteX220" fmla="*/ 8534980 w 10232859"/>
              <a:gd name="connsiteY220" fmla="*/ 1117375 h 1705557"/>
              <a:gd name="connsiteX221" fmla="*/ 8544104 w 10232859"/>
              <a:gd name="connsiteY221" fmla="*/ 1114920 h 1705557"/>
              <a:gd name="connsiteX222" fmla="*/ 8567742 w 10232859"/>
              <a:gd name="connsiteY222" fmla="*/ 1124104 h 1705557"/>
              <a:gd name="connsiteX223" fmla="*/ 8633779 w 10232859"/>
              <a:gd name="connsiteY223" fmla="*/ 1145740 h 1705557"/>
              <a:gd name="connsiteX224" fmla="*/ 8676965 w 10232859"/>
              <a:gd name="connsiteY224" fmla="*/ 1163463 h 1705557"/>
              <a:gd name="connsiteX225" fmla="*/ 8698944 w 10232859"/>
              <a:gd name="connsiteY225" fmla="*/ 1163453 h 1705557"/>
              <a:gd name="connsiteX226" fmla="*/ 8711456 w 10232859"/>
              <a:gd name="connsiteY226" fmla="*/ 1175731 h 1705557"/>
              <a:gd name="connsiteX227" fmla="*/ 8732793 w 10232859"/>
              <a:gd name="connsiteY227" fmla="*/ 1179486 h 1705557"/>
              <a:gd name="connsiteX228" fmla="*/ 8751897 w 10232859"/>
              <a:gd name="connsiteY228" fmla="*/ 1197400 h 1705557"/>
              <a:gd name="connsiteX229" fmla="*/ 8793564 w 10232859"/>
              <a:gd name="connsiteY229" fmla="*/ 1179086 h 1705557"/>
              <a:gd name="connsiteX230" fmla="*/ 8834270 w 10232859"/>
              <a:gd name="connsiteY230" fmla="*/ 1213138 h 1705557"/>
              <a:gd name="connsiteX231" fmla="*/ 8853872 w 10232859"/>
              <a:gd name="connsiteY231" fmla="*/ 1221228 h 1705557"/>
              <a:gd name="connsiteX232" fmla="*/ 8861901 w 10232859"/>
              <a:gd name="connsiteY232" fmla="*/ 1217889 h 1705557"/>
              <a:gd name="connsiteX233" fmla="*/ 8874168 w 10232859"/>
              <a:gd name="connsiteY233" fmla="*/ 1220481 h 1705557"/>
              <a:gd name="connsiteX234" fmla="*/ 8871123 w 10232859"/>
              <a:gd name="connsiteY234" fmla="*/ 1227674 h 1705557"/>
              <a:gd name="connsiteX235" fmla="*/ 8903537 w 10232859"/>
              <a:gd name="connsiteY235" fmla="*/ 1237102 h 1705557"/>
              <a:gd name="connsiteX236" fmla="*/ 8933767 w 10232859"/>
              <a:gd name="connsiteY236" fmla="*/ 1269882 h 1705557"/>
              <a:gd name="connsiteX237" fmla="*/ 8985765 w 10232859"/>
              <a:gd name="connsiteY237" fmla="*/ 1294178 h 1705557"/>
              <a:gd name="connsiteX238" fmla="*/ 9071444 w 10232859"/>
              <a:gd name="connsiteY238" fmla="*/ 1323819 h 1705557"/>
              <a:gd name="connsiteX239" fmla="*/ 9096711 w 10232859"/>
              <a:gd name="connsiteY239" fmla="*/ 1334291 h 1705557"/>
              <a:gd name="connsiteX240" fmla="*/ 9338853 w 10232859"/>
              <a:gd name="connsiteY240" fmla="*/ 1454560 h 1705557"/>
              <a:gd name="connsiteX241" fmla="*/ 9520814 w 10232859"/>
              <a:gd name="connsiteY241" fmla="*/ 1456341 h 1705557"/>
              <a:gd name="connsiteX242" fmla="*/ 9702271 w 10232859"/>
              <a:gd name="connsiteY242" fmla="*/ 1495067 h 1705557"/>
              <a:gd name="connsiteX243" fmla="*/ 9744273 w 10232859"/>
              <a:gd name="connsiteY243" fmla="*/ 1530026 h 1705557"/>
              <a:gd name="connsiteX244" fmla="*/ 9771903 w 10232859"/>
              <a:gd name="connsiteY244" fmla="*/ 1536548 h 1705557"/>
              <a:gd name="connsiteX245" fmla="*/ 9818565 w 10232859"/>
              <a:gd name="connsiteY245" fmla="*/ 1545059 h 1705557"/>
              <a:gd name="connsiteX246" fmla="*/ 9882202 w 10232859"/>
              <a:gd name="connsiteY246" fmla="*/ 1572402 h 1705557"/>
              <a:gd name="connsiteX247" fmla="*/ 10022025 w 10232859"/>
              <a:gd name="connsiteY247" fmla="*/ 1606210 h 1705557"/>
              <a:gd name="connsiteX248" fmla="*/ 10220406 w 10232859"/>
              <a:gd name="connsiteY248" fmla="*/ 1683519 h 1705557"/>
              <a:gd name="connsiteX249" fmla="*/ 10232859 w 10232859"/>
              <a:gd name="connsiteY249" fmla="*/ 1705557 h 1705557"/>
              <a:gd name="connsiteX250" fmla="*/ 0 w 10232859"/>
              <a:gd name="connsiteY250" fmla="*/ 1705557 h 1705557"/>
              <a:gd name="connsiteX251" fmla="*/ 0 w 10232859"/>
              <a:gd name="connsiteY251" fmla="*/ 28342 h 1705557"/>
              <a:gd name="connsiteX252" fmla="*/ 8097 w 10232859"/>
              <a:gd name="connsiteY252" fmla="*/ 30869 h 1705557"/>
              <a:gd name="connsiteX253" fmla="*/ 77128 w 10232859"/>
              <a:gd name="connsiteY253" fmla="*/ 13381 h 1705557"/>
              <a:gd name="connsiteX254" fmla="*/ 188338 w 10232859"/>
              <a:gd name="connsiteY254" fmla="*/ 11593 h 1705557"/>
              <a:gd name="connsiteX255" fmla="*/ 298809 w 10232859"/>
              <a:gd name="connsiteY255" fmla="*/ 12712 h 1705557"/>
              <a:gd name="connsiteX256" fmla="*/ 338985 w 10232859"/>
              <a:gd name="connsiteY256" fmla="*/ 14520 h 1705557"/>
              <a:gd name="connsiteX257" fmla="*/ 409815 w 10232859"/>
              <a:gd name="connsiteY257" fmla="*/ 11559 h 1705557"/>
              <a:gd name="connsiteX258" fmla="*/ 424169 w 10232859"/>
              <a:gd name="connsiteY258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090616 w 10232859"/>
              <a:gd name="connsiteY157" fmla="*/ 348731 h 1705557"/>
              <a:gd name="connsiteX158" fmla="*/ 6105063 w 10232859"/>
              <a:gd name="connsiteY158" fmla="*/ 353854 h 1705557"/>
              <a:gd name="connsiteX159" fmla="*/ 6135796 w 10232859"/>
              <a:gd name="connsiteY159" fmla="*/ 369657 h 1705557"/>
              <a:gd name="connsiteX160" fmla="*/ 6195166 w 10232859"/>
              <a:gd name="connsiteY160" fmla="*/ 366704 h 1705557"/>
              <a:gd name="connsiteX161" fmla="*/ 6216259 w 10232859"/>
              <a:gd name="connsiteY161" fmla="*/ 369879 h 1705557"/>
              <a:gd name="connsiteX162" fmla="*/ 6228331 w 10232859"/>
              <a:gd name="connsiteY162" fmla="*/ 370548 h 1705557"/>
              <a:gd name="connsiteX163" fmla="*/ 6229602 w 10232859"/>
              <a:gd name="connsiteY163" fmla="*/ 369928 h 1705557"/>
              <a:gd name="connsiteX164" fmla="*/ 6258988 w 10232859"/>
              <a:gd name="connsiteY164" fmla="*/ 385174 h 1705557"/>
              <a:gd name="connsiteX165" fmla="*/ 6264106 w 10232859"/>
              <a:gd name="connsiteY165" fmla="*/ 385655 h 1705557"/>
              <a:gd name="connsiteX166" fmla="*/ 6281703 w 10232859"/>
              <a:gd name="connsiteY166" fmla="*/ 397568 h 1705557"/>
              <a:gd name="connsiteX167" fmla="*/ 6291622 w 10232859"/>
              <a:gd name="connsiteY167" fmla="*/ 402669 h 1705557"/>
              <a:gd name="connsiteX168" fmla="*/ 6292712 w 10232859"/>
              <a:gd name="connsiteY168" fmla="*/ 406285 h 1705557"/>
              <a:gd name="connsiteX169" fmla="*/ 6308227 w 10232859"/>
              <a:gd name="connsiteY169" fmla="*/ 412710 h 1705557"/>
              <a:gd name="connsiteX170" fmla="*/ 6310656 w 10232859"/>
              <a:gd name="connsiteY170" fmla="*/ 412628 h 1705557"/>
              <a:gd name="connsiteX171" fmla="*/ 6321049 w 10232859"/>
              <a:gd name="connsiteY171" fmla="*/ 420978 h 1705557"/>
              <a:gd name="connsiteX172" fmla="*/ 6326853 w 10232859"/>
              <a:gd name="connsiteY172" fmla="*/ 431664 h 1705557"/>
              <a:gd name="connsiteX173" fmla="*/ 6467879 w 10232859"/>
              <a:gd name="connsiteY173" fmla="*/ 474762 h 1705557"/>
              <a:gd name="connsiteX174" fmla="*/ 6564351 w 10232859"/>
              <a:gd name="connsiteY174" fmla="*/ 544032 h 1705557"/>
              <a:gd name="connsiteX175" fmla="*/ 6641544 w 10232859"/>
              <a:gd name="connsiteY175" fmla="*/ 566599 h 1705557"/>
              <a:gd name="connsiteX176" fmla="*/ 6731052 w 10232859"/>
              <a:gd name="connsiteY176" fmla="*/ 578550 h 1705557"/>
              <a:gd name="connsiteX177" fmla="*/ 6858983 w 10232859"/>
              <a:gd name="connsiteY177" fmla="*/ 630237 h 1705557"/>
              <a:gd name="connsiteX178" fmla="*/ 6910661 w 10232859"/>
              <a:gd name="connsiteY178" fmla="*/ 641134 h 1705557"/>
              <a:gd name="connsiteX179" fmla="*/ 6944111 w 10232859"/>
              <a:gd name="connsiteY179" fmla="*/ 666016 h 1705557"/>
              <a:gd name="connsiteX180" fmla="*/ 6965771 w 10232859"/>
              <a:gd name="connsiteY180" fmla="*/ 666445 h 1705557"/>
              <a:gd name="connsiteX181" fmla="*/ 6969639 w 10232859"/>
              <a:gd name="connsiteY181" fmla="*/ 666351 h 1705557"/>
              <a:gd name="connsiteX182" fmla="*/ 6982242 w 10232859"/>
              <a:gd name="connsiteY182" fmla="*/ 669626 h 1705557"/>
              <a:gd name="connsiteX183" fmla="*/ 6989387 w 10232859"/>
              <a:gd name="connsiteY183" fmla="*/ 665988 h 1705557"/>
              <a:gd name="connsiteX184" fmla="*/ 7010930 w 10232859"/>
              <a:gd name="connsiteY184" fmla="*/ 667648 h 1705557"/>
              <a:gd name="connsiteX185" fmla="*/ 7033125 w 10232859"/>
              <a:gd name="connsiteY185" fmla="*/ 674950 h 1705557"/>
              <a:gd name="connsiteX186" fmla="*/ 7134461 w 10232859"/>
              <a:gd name="connsiteY186" fmla="*/ 714706 h 1705557"/>
              <a:gd name="connsiteX187" fmla="*/ 7197450 w 10232859"/>
              <a:gd name="connsiteY187" fmla="*/ 735608 h 1705557"/>
              <a:gd name="connsiteX188" fmla="*/ 7225084 w 10232859"/>
              <a:gd name="connsiteY188" fmla="*/ 739019 h 1705557"/>
              <a:gd name="connsiteX189" fmla="*/ 7261183 w 10232859"/>
              <a:gd name="connsiteY189" fmla="*/ 746827 h 1705557"/>
              <a:gd name="connsiteX190" fmla="*/ 7327760 w 10232859"/>
              <a:gd name="connsiteY190" fmla="*/ 757100 h 1705557"/>
              <a:gd name="connsiteX191" fmla="*/ 7412222 w 10232859"/>
              <a:gd name="connsiteY191" fmla="*/ 777001 h 1705557"/>
              <a:gd name="connsiteX192" fmla="*/ 7457904 w 10232859"/>
              <a:gd name="connsiteY192" fmla="*/ 810835 h 1705557"/>
              <a:gd name="connsiteX193" fmla="*/ 7465795 w 10232859"/>
              <a:gd name="connsiteY193" fmla="*/ 809112 h 1705557"/>
              <a:gd name="connsiteX194" fmla="*/ 7505046 w 10232859"/>
              <a:gd name="connsiteY194" fmla="*/ 823031 h 1705557"/>
              <a:gd name="connsiteX195" fmla="*/ 7623220 w 10232859"/>
              <a:gd name="connsiteY195" fmla="*/ 895034 h 1705557"/>
              <a:gd name="connsiteX196" fmla="*/ 7700458 w 10232859"/>
              <a:gd name="connsiteY196" fmla="*/ 921593 h 1705557"/>
              <a:gd name="connsiteX197" fmla="*/ 7730988 w 10232859"/>
              <a:gd name="connsiteY197" fmla="*/ 927270 h 1705557"/>
              <a:gd name="connsiteX198" fmla="*/ 7781942 w 10232859"/>
              <a:gd name="connsiteY198" fmla="*/ 937017 h 1705557"/>
              <a:gd name="connsiteX199" fmla="*/ 7827704 w 10232859"/>
              <a:gd name="connsiteY199" fmla="*/ 935072 h 1705557"/>
              <a:gd name="connsiteX200" fmla="*/ 7867270 w 10232859"/>
              <a:gd name="connsiteY200" fmla="*/ 946880 h 1705557"/>
              <a:gd name="connsiteX201" fmla="*/ 7866538 w 10232859"/>
              <a:gd name="connsiteY201" fmla="*/ 961559 h 1705557"/>
              <a:gd name="connsiteX202" fmla="*/ 7912084 w 10232859"/>
              <a:gd name="connsiteY202" fmla="*/ 970314 h 1705557"/>
              <a:gd name="connsiteX203" fmla="*/ 7982264 w 10232859"/>
              <a:gd name="connsiteY203" fmla="*/ 982287 h 1705557"/>
              <a:gd name="connsiteX204" fmla="*/ 7991272 w 10232859"/>
              <a:gd name="connsiteY204" fmla="*/ 987618 h 1705557"/>
              <a:gd name="connsiteX205" fmla="*/ 8006496 w 10232859"/>
              <a:gd name="connsiteY205" fmla="*/ 979353 h 1705557"/>
              <a:gd name="connsiteX206" fmla="*/ 8034497 w 10232859"/>
              <a:gd name="connsiteY206" fmla="*/ 978568 h 1705557"/>
              <a:gd name="connsiteX207" fmla="*/ 8150881 w 10232859"/>
              <a:gd name="connsiteY207" fmla="*/ 996925 h 1705557"/>
              <a:gd name="connsiteX208" fmla="*/ 8172106 w 10232859"/>
              <a:gd name="connsiteY208" fmla="*/ 997026 h 1705557"/>
              <a:gd name="connsiteX209" fmla="*/ 8196076 w 10232859"/>
              <a:gd name="connsiteY209" fmla="*/ 1006592 h 1705557"/>
              <a:gd name="connsiteX210" fmla="*/ 8247463 w 10232859"/>
              <a:gd name="connsiteY210" fmla="*/ 1022846 h 1705557"/>
              <a:gd name="connsiteX211" fmla="*/ 8279272 w 10232859"/>
              <a:gd name="connsiteY211" fmla="*/ 1039435 h 1705557"/>
              <a:gd name="connsiteX212" fmla="*/ 8289611 w 10232859"/>
              <a:gd name="connsiteY212" fmla="*/ 1035144 h 1705557"/>
              <a:gd name="connsiteX213" fmla="*/ 8311483 w 10232859"/>
              <a:gd name="connsiteY213" fmla="*/ 1035913 h 1705557"/>
              <a:gd name="connsiteX214" fmla="*/ 8399489 w 10232859"/>
              <a:gd name="connsiteY214" fmla="*/ 1055076 h 1705557"/>
              <a:gd name="connsiteX215" fmla="*/ 8415973 w 10232859"/>
              <a:gd name="connsiteY215" fmla="*/ 1056174 h 1705557"/>
              <a:gd name="connsiteX216" fmla="*/ 8433326 w 10232859"/>
              <a:gd name="connsiteY216" fmla="*/ 1064395 h 1705557"/>
              <a:gd name="connsiteX217" fmla="*/ 8502328 w 10232859"/>
              <a:gd name="connsiteY217" fmla="*/ 1098012 h 1705557"/>
              <a:gd name="connsiteX218" fmla="*/ 8534346 w 10232859"/>
              <a:gd name="connsiteY218" fmla="*/ 1113494 h 1705557"/>
              <a:gd name="connsiteX219" fmla="*/ 8534980 w 10232859"/>
              <a:gd name="connsiteY219" fmla="*/ 1117375 h 1705557"/>
              <a:gd name="connsiteX220" fmla="*/ 8544104 w 10232859"/>
              <a:gd name="connsiteY220" fmla="*/ 1114920 h 1705557"/>
              <a:gd name="connsiteX221" fmla="*/ 8567742 w 10232859"/>
              <a:gd name="connsiteY221" fmla="*/ 1124104 h 1705557"/>
              <a:gd name="connsiteX222" fmla="*/ 8633779 w 10232859"/>
              <a:gd name="connsiteY222" fmla="*/ 1145740 h 1705557"/>
              <a:gd name="connsiteX223" fmla="*/ 8676965 w 10232859"/>
              <a:gd name="connsiteY223" fmla="*/ 1163463 h 1705557"/>
              <a:gd name="connsiteX224" fmla="*/ 8698944 w 10232859"/>
              <a:gd name="connsiteY224" fmla="*/ 1163453 h 1705557"/>
              <a:gd name="connsiteX225" fmla="*/ 8711456 w 10232859"/>
              <a:gd name="connsiteY225" fmla="*/ 1175731 h 1705557"/>
              <a:gd name="connsiteX226" fmla="*/ 8732793 w 10232859"/>
              <a:gd name="connsiteY226" fmla="*/ 1179486 h 1705557"/>
              <a:gd name="connsiteX227" fmla="*/ 8751897 w 10232859"/>
              <a:gd name="connsiteY227" fmla="*/ 1197400 h 1705557"/>
              <a:gd name="connsiteX228" fmla="*/ 8793564 w 10232859"/>
              <a:gd name="connsiteY228" fmla="*/ 1179086 h 1705557"/>
              <a:gd name="connsiteX229" fmla="*/ 8834270 w 10232859"/>
              <a:gd name="connsiteY229" fmla="*/ 1213138 h 1705557"/>
              <a:gd name="connsiteX230" fmla="*/ 8853872 w 10232859"/>
              <a:gd name="connsiteY230" fmla="*/ 1221228 h 1705557"/>
              <a:gd name="connsiteX231" fmla="*/ 8861901 w 10232859"/>
              <a:gd name="connsiteY231" fmla="*/ 1217889 h 1705557"/>
              <a:gd name="connsiteX232" fmla="*/ 8874168 w 10232859"/>
              <a:gd name="connsiteY232" fmla="*/ 1220481 h 1705557"/>
              <a:gd name="connsiteX233" fmla="*/ 8871123 w 10232859"/>
              <a:gd name="connsiteY233" fmla="*/ 1227674 h 1705557"/>
              <a:gd name="connsiteX234" fmla="*/ 8903537 w 10232859"/>
              <a:gd name="connsiteY234" fmla="*/ 1237102 h 1705557"/>
              <a:gd name="connsiteX235" fmla="*/ 8933767 w 10232859"/>
              <a:gd name="connsiteY235" fmla="*/ 1269882 h 1705557"/>
              <a:gd name="connsiteX236" fmla="*/ 8985765 w 10232859"/>
              <a:gd name="connsiteY236" fmla="*/ 1294178 h 1705557"/>
              <a:gd name="connsiteX237" fmla="*/ 9071444 w 10232859"/>
              <a:gd name="connsiteY237" fmla="*/ 1323819 h 1705557"/>
              <a:gd name="connsiteX238" fmla="*/ 9096711 w 10232859"/>
              <a:gd name="connsiteY238" fmla="*/ 1334291 h 1705557"/>
              <a:gd name="connsiteX239" fmla="*/ 9338853 w 10232859"/>
              <a:gd name="connsiteY239" fmla="*/ 1454560 h 1705557"/>
              <a:gd name="connsiteX240" fmla="*/ 9520814 w 10232859"/>
              <a:gd name="connsiteY240" fmla="*/ 1456341 h 1705557"/>
              <a:gd name="connsiteX241" fmla="*/ 9702271 w 10232859"/>
              <a:gd name="connsiteY241" fmla="*/ 1495067 h 1705557"/>
              <a:gd name="connsiteX242" fmla="*/ 9744273 w 10232859"/>
              <a:gd name="connsiteY242" fmla="*/ 1530026 h 1705557"/>
              <a:gd name="connsiteX243" fmla="*/ 9771903 w 10232859"/>
              <a:gd name="connsiteY243" fmla="*/ 1536548 h 1705557"/>
              <a:gd name="connsiteX244" fmla="*/ 9818565 w 10232859"/>
              <a:gd name="connsiteY244" fmla="*/ 1545059 h 1705557"/>
              <a:gd name="connsiteX245" fmla="*/ 9882202 w 10232859"/>
              <a:gd name="connsiteY245" fmla="*/ 1572402 h 1705557"/>
              <a:gd name="connsiteX246" fmla="*/ 10022025 w 10232859"/>
              <a:gd name="connsiteY246" fmla="*/ 1606210 h 1705557"/>
              <a:gd name="connsiteX247" fmla="*/ 10220406 w 10232859"/>
              <a:gd name="connsiteY247" fmla="*/ 1683519 h 1705557"/>
              <a:gd name="connsiteX248" fmla="*/ 10232859 w 10232859"/>
              <a:gd name="connsiteY248" fmla="*/ 1705557 h 1705557"/>
              <a:gd name="connsiteX249" fmla="*/ 0 w 10232859"/>
              <a:gd name="connsiteY249" fmla="*/ 1705557 h 1705557"/>
              <a:gd name="connsiteX250" fmla="*/ 0 w 10232859"/>
              <a:gd name="connsiteY250" fmla="*/ 28342 h 1705557"/>
              <a:gd name="connsiteX251" fmla="*/ 8097 w 10232859"/>
              <a:gd name="connsiteY251" fmla="*/ 30869 h 1705557"/>
              <a:gd name="connsiteX252" fmla="*/ 77128 w 10232859"/>
              <a:gd name="connsiteY252" fmla="*/ 13381 h 1705557"/>
              <a:gd name="connsiteX253" fmla="*/ 188338 w 10232859"/>
              <a:gd name="connsiteY253" fmla="*/ 11593 h 1705557"/>
              <a:gd name="connsiteX254" fmla="*/ 298809 w 10232859"/>
              <a:gd name="connsiteY254" fmla="*/ 12712 h 1705557"/>
              <a:gd name="connsiteX255" fmla="*/ 338985 w 10232859"/>
              <a:gd name="connsiteY255" fmla="*/ 14520 h 1705557"/>
              <a:gd name="connsiteX256" fmla="*/ 409815 w 10232859"/>
              <a:gd name="connsiteY256" fmla="*/ 11559 h 1705557"/>
              <a:gd name="connsiteX257" fmla="*/ 424169 w 10232859"/>
              <a:gd name="connsiteY257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21049 w 10232859"/>
              <a:gd name="connsiteY170" fmla="*/ 420978 h 1705557"/>
              <a:gd name="connsiteX171" fmla="*/ 6326853 w 10232859"/>
              <a:gd name="connsiteY171" fmla="*/ 43166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21049 w 10232859"/>
              <a:gd name="connsiteY170" fmla="*/ 420978 h 1705557"/>
              <a:gd name="connsiteX171" fmla="*/ 6326853 w 10232859"/>
              <a:gd name="connsiteY171" fmla="*/ 43166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21049 w 10232859"/>
              <a:gd name="connsiteY170" fmla="*/ 420978 h 1705557"/>
              <a:gd name="connsiteX171" fmla="*/ 6385492 w 10232859"/>
              <a:gd name="connsiteY171" fmla="*/ 428283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68693 w 10232859"/>
              <a:gd name="connsiteY170" fmla="*/ 424359 h 1705557"/>
              <a:gd name="connsiteX171" fmla="*/ 6385492 w 10232859"/>
              <a:gd name="connsiteY171" fmla="*/ 428283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10656 w 10232859"/>
              <a:gd name="connsiteY169" fmla="*/ 412628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31052 w 10232859"/>
              <a:gd name="connsiteY175" fmla="*/ 578550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641544 w 10232859"/>
              <a:gd name="connsiteY174" fmla="*/ 566599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95011 w 10232859"/>
              <a:gd name="connsiteY80" fmla="*/ 184714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14383 w 10232859"/>
              <a:gd name="connsiteY80" fmla="*/ 228669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76686 w 10232859"/>
              <a:gd name="connsiteY80" fmla="*/ 218526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76686 w 10232859"/>
              <a:gd name="connsiteY80" fmla="*/ 218526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497583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5541 w 10232859"/>
              <a:gd name="connsiteY82" fmla="*/ 143437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104175 w 10232859"/>
              <a:gd name="connsiteY78" fmla="*/ 169945 h 1705557"/>
              <a:gd name="connsiteX79" fmla="*/ 3254203 w 10232859"/>
              <a:gd name="connsiteY79" fmla="*/ 158270 h 1705557"/>
              <a:gd name="connsiteX80" fmla="*/ 3380350 w 10232859"/>
              <a:gd name="connsiteY80" fmla="*/ 157665 h 1705557"/>
              <a:gd name="connsiteX81" fmla="*/ 3476147 w 10232859"/>
              <a:gd name="connsiteY81" fmla="*/ 177439 h 1705557"/>
              <a:gd name="connsiteX82" fmla="*/ 3581876 w 10232859"/>
              <a:gd name="connsiteY82" fmla="*/ 156962 h 1705557"/>
              <a:gd name="connsiteX83" fmla="*/ 3704761 w 10232859"/>
              <a:gd name="connsiteY83" fmla="*/ 157006 h 1705557"/>
              <a:gd name="connsiteX84" fmla="*/ 3755040 w 10232859"/>
              <a:gd name="connsiteY84" fmla="*/ 148492 h 1705557"/>
              <a:gd name="connsiteX85" fmla="*/ 3804689 w 10232859"/>
              <a:gd name="connsiteY85" fmla="*/ 158407 h 1705557"/>
              <a:gd name="connsiteX86" fmla="*/ 3821793 w 10232859"/>
              <a:gd name="connsiteY86" fmla="*/ 151257 h 1705557"/>
              <a:gd name="connsiteX87" fmla="*/ 3824682 w 10232859"/>
              <a:gd name="connsiteY87" fmla="*/ 149833 h 1705557"/>
              <a:gd name="connsiteX88" fmla="*/ 3837536 w 10232859"/>
              <a:gd name="connsiteY88" fmla="*/ 148292 h 1705557"/>
              <a:gd name="connsiteX89" fmla="*/ 3839550 w 10232859"/>
              <a:gd name="connsiteY89" fmla="*/ 142661 h 1705557"/>
              <a:gd name="connsiteX90" fmla="*/ 3857743 w 10232859"/>
              <a:gd name="connsiteY90" fmla="*/ 136618 h 1705557"/>
              <a:gd name="connsiteX91" fmla="*/ 3881852 w 10232859"/>
              <a:gd name="connsiteY91" fmla="*/ 135231 h 1705557"/>
              <a:gd name="connsiteX92" fmla="*/ 3998088 w 10232859"/>
              <a:gd name="connsiteY92" fmla="*/ 134446 h 1705557"/>
              <a:gd name="connsiteX93" fmla="*/ 4066682 w 10232859"/>
              <a:gd name="connsiteY93" fmla="*/ 130661 h 1705557"/>
              <a:gd name="connsiteX94" fmla="*/ 4091246 w 10232859"/>
              <a:gd name="connsiteY94" fmla="*/ 124017 h 1705557"/>
              <a:gd name="connsiteX95" fmla="*/ 4126556 w 10232859"/>
              <a:gd name="connsiteY95" fmla="*/ 118239 h 1705557"/>
              <a:gd name="connsiteX96" fmla="*/ 4187717 w 10232859"/>
              <a:gd name="connsiteY96" fmla="*/ 104010 h 1705557"/>
              <a:gd name="connsiteX97" fmla="*/ 4220826 w 10232859"/>
              <a:gd name="connsiteY97" fmla="*/ 102505 h 1705557"/>
              <a:gd name="connsiteX98" fmla="*/ 4239014 w 10232859"/>
              <a:gd name="connsiteY98" fmla="*/ 97354 h 1705557"/>
              <a:gd name="connsiteX99" fmla="*/ 4246653 w 10232859"/>
              <a:gd name="connsiteY99" fmla="*/ 97874 h 1705557"/>
              <a:gd name="connsiteX100" fmla="*/ 4271841 w 10232859"/>
              <a:gd name="connsiteY100" fmla="*/ 96702 h 1705557"/>
              <a:gd name="connsiteX101" fmla="*/ 4286277 w 10232859"/>
              <a:gd name="connsiteY101" fmla="*/ 96687 h 1705557"/>
              <a:gd name="connsiteX102" fmla="*/ 4292025 w 10232859"/>
              <a:gd name="connsiteY102" fmla="*/ 96921 h 1705557"/>
              <a:gd name="connsiteX103" fmla="*/ 4304713 w 10232859"/>
              <a:gd name="connsiteY103" fmla="*/ 102187 h 1705557"/>
              <a:gd name="connsiteX104" fmla="*/ 4321285 w 10232859"/>
              <a:gd name="connsiteY104" fmla="*/ 100074 h 1705557"/>
              <a:gd name="connsiteX105" fmla="*/ 4339561 w 10232859"/>
              <a:gd name="connsiteY105" fmla="*/ 105320 h 1705557"/>
              <a:gd name="connsiteX106" fmla="*/ 4343990 w 10232859"/>
              <a:gd name="connsiteY106" fmla="*/ 101090 h 1705557"/>
              <a:gd name="connsiteX107" fmla="*/ 4358885 w 10232859"/>
              <a:gd name="connsiteY107" fmla="*/ 96778 h 1705557"/>
              <a:gd name="connsiteX108" fmla="*/ 4371648 w 10232859"/>
              <a:gd name="connsiteY108" fmla="*/ 101826 h 1705557"/>
              <a:gd name="connsiteX109" fmla="*/ 4398380 w 10232859"/>
              <a:gd name="connsiteY109" fmla="*/ 104961 h 1705557"/>
              <a:gd name="connsiteX110" fmla="*/ 4405729 w 10232859"/>
              <a:gd name="connsiteY110" fmla="*/ 104191 h 1705557"/>
              <a:gd name="connsiteX111" fmla="*/ 4431408 w 10232859"/>
              <a:gd name="connsiteY111" fmla="*/ 110825 h 1705557"/>
              <a:gd name="connsiteX112" fmla="*/ 4472183 w 10232859"/>
              <a:gd name="connsiteY112" fmla="*/ 116430 h 1705557"/>
              <a:gd name="connsiteX113" fmla="*/ 4518828 w 10232859"/>
              <a:gd name="connsiteY113" fmla="*/ 119114 h 1705557"/>
              <a:gd name="connsiteX114" fmla="*/ 4532040 w 10232859"/>
              <a:gd name="connsiteY114" fmla="*/ 124307 h 1705557"/>
              <a:gd name="connsiteX115" fmla="*/ 4617778 w 10232859"/>
              <a:gd name="connsiteY115" fmla="*/ 136993 h 1705557"/>
              <a:gd name="connsiteX116" fmla="*/ 4641872 w 10232859"/>
              <a:gd name="connsiteY116" fmla="*/ 140721 h 1705557"/>
              <a:gd name="connsiteX117" fmla="*/ 4662766 w 10232859"/>
              <a:gd name="connsiteY117" fmla="*/ 138952 h 1705557"/>
              <a:gd name="connsiteX118" fmla="*/ 4667770 w 10232859"/>
              <a:gd name="connsiteY118" fmla="*/ 134208 h 1705557"/>
              <a:gd name="connsiteX119" fmla="*/ 4681052 w 10232859"/>
              <a:gd name="connsiteY119" fmla="*/ 135461 h 1705557"/>
              <a:gd name="connsiteX120" fmla="*/ 4684624 w 10232859"/>
              <a:gd name="connsiteY120" fmla="*/ 134755 h 1705557"/>
              <a:gd name="connsiteX121" fmla="*/ 4705061 w 10232859"/>
              <a:gd name="connsiteY121" fmla="*/ 131748 h 1705557"/>
              <a:gd name="connsiteX122" fmla="*/ 4747746 w 10232859"/>
              <a:gd name="connsiteY122" fmla="*/ 151131 h 1705557"/>
              <a:gd name="connsiteX123" fmla="*/ 4801045 w 10232859"/>
              <a:gd name="connsiteY123" fmla="*/ 153753 h 1705557"/>
              <a:gd name="connsiteX124" fmla="*/ 5001600 w 10232859"/>
              <a:gd name="connsiteY124" fmla="*/ 196753 h 1705557"/>
              <a:gd name="connsiteX125" fmla="*/ 5033465 w 10232859"/>
              <a:gd name="connsiteY125" fmla="*/ 182429 h 1705557"/>
              <a:gd name="connsiteX126" fmla="*/ 5115965 w 10232859"/>
              <a:gd name="connsiteY126" fmla="*/ 192583 h 1705557"/>
              <a:gd name="connsiteX127" fmla="*/ 5237936 w 10232859"/>
              <a:gd name="connsiteY127" fmla="*/ 246022 h 1705557"/>
              <a:gd name="connsiteX128" fmla="*/ 5290566 w 10232859"/>
              <a:gd name="connsiteY128" fmla="*/ 269809 h 1705557"/>
              <a:gd name="connsiteX129" fmla="*/ 5344878 w 10232859"/>
              <a:gd name="connsiteY129" fmla="*/ 282874 h 1705557"/>
              <a:gd name="connsiteX130" fmla="*/ 5413398 w 10232859"/>
              <a:gd name="connsiteY130" fmla="*/ 282749 h 1705557"/>
              <a:gd name="connsiteX131" fmla="*/ 5415629 w 10232859"/>
              <a:gd name="connsiteY131" fmla="*/ 282282 h 1705557"/>
              <a:gd name="connsiteX132" fmla="*/ 5433078 w 10232859"/>
              <a:gd name="connsiteY132" fmla="*/ 286198 h 1705557"/>
              <a:gd name="connsiteX133" fmla="*/ 5435759 w 10232859"/>
              <a:gd name="connsiteY133" fmla="*/ 289614 h 1705557"/>
              <a:gd name="connsiteX134" fmla="*/ 5447372 w 10232859"/>
              <a:gd name="connsiteY134" fmla="*/ 293101 h 1705557"/>
              <a:gd name="connsiteX135" fmla="*/ 5469289 w 10232859"/>
              <a:gd name="connsiteY135" fmla="*/ 302134 h 1705557"/>
              <a:gd name="connsiteX136" fmla="*/ 5508752 w 10232859"/>
              <a:gd name="connsiteY136" fmla="*/ 312267 h 1705557"/>
              <a:gd name="connsiteX137" fmla="*/ 5509657 w 10232859"/>
              <a:gd name="connsiteY137" fmla="*/ 311450 h 1705557"/>
              <a:gd name="connsiteX138" fmla="*/ 5521245 w 10232859"/>
              <a:gd name="connsiteY138" fmla="*/ 310202 h 1705557"/>
              <a:gd name="connsiteX139" fmla="*/ 5542415 w 10232859"/>
              <a:gd name="connsiteY139" fmla="*/ 310009 h 1705557"/>
              <a:gd name="connsiteX140" fmla="*/ 5596538 w 10232859"/>
              <a:gd name="connsiteY140" fmla="*/ 297667 h 1705557"/>
              <a:gd name="connsiteX141" fmla="*/ 5632514 w 10232859"/>
              <a:gd name="connsiteY141" fmla="*/ 308476 h 1705557"/>
              <a:gd name="connsiteX142" fmla="*/ 5640005 w 10232859"/>
              <a:gd name="connsiteY142" fmla="*/ 310131 h 1705557"/>
              <a:gd name="connsiteX143" fmla="*/ 5640259 w 10232859"/>
              <a:gd name="connsiteY143" fmla="*/ 309949 h 1705557"/>
              <a:gd name="connsiteX144" fmla="*/ 5648365 w 10232859"/>
              <a:gd name="connsiteY144" fmla="*/ 311268 h 1705557"/>
              <a:gd name="connsiteX145" fmla="*/ 5653662 w 10232859"/>
              <a:gd name="connsiteY145" fmla="*/ 313149 h 1705557"/>
              <a:gd name="connsiteX146" fmla="*/ 5668196 w 10232859"/>
              <a:gd name="connsiteY146" fmla="*/ 316360 h 1705557"/>
              <a:gd name="connsiteX147" fmla="*/ 5673886 w 10232859"/>
              <a:gd name="connsiteY147" fmla="*/ 316040 h 1705557"/>
              <a:gd name="connsiteX148" fmla="*/ 5677139 w 10232859"/>
              <a:gd name="connsiteY148" fmla="*/ 313859 h 1705557"/>
              <a:gd name="connsiteX149" fmla="*/ 5708983 w 10232859"/>
              <a:gd name="connsiteY149" fmla="*/ 313188 h 1705557"/>
              <a:gd name="connsiteX150" fmla="*/ 5773909 w 10232859"/>
              <a:gd name="connsiteY150" fmla="*/ 318575 h 1705557"/>
              <a:gd name="connsiteX151" fmla="*/ 5809500 w 10232859"/>
              <a:gd name="connsiteY151" fmla="*/ 324964 h 1705557"/>
              <a:gd name="connsiteX152" fmla="*/ 5908729 w 10232859"/>
              <a:gd name="connsiteY152" fmla="*/ 338849 h 1705557"/>
              <a:gd name="connsiteX153" fmla="*/ 6009654 w 10232859"/>
              <a:gd name="connsiteY153" fmla="*/ 350040 h 1705557"/>
              <a:gd name="connsiteX154" fmla="*/ 6067487 w 10232859"/>
              <a:gd name="connsiteY154" fmla="*/ 340226 h 1705557"/>
              <a:gd name="connsiteX155" fmla="*/ 6073281 w 10232859"/>
              <a:gd name="connsiteY155" fmla="*/ 340830 h 1705557"/>
              <a:gd name="connsiteX156" fmla="*/ 6086225 w 10232859"/>
              <a:gd name="connsiteY156" fmla="*/ 346135 h 1705557"/>
              <a:gd name="connsiteX157" fmla="*/ 6105063 w 10232859"/>
              <a:gd name="connsiteY157" fmla="*/ 353854 h 1705557"/>
              <a:gd name="connsiteX158" fmla="*/ 6135796 w 10232859"/>
              <a:gd name="connsiteY158" fmla="*/ 369657 h 1705557"/>
              <a:gd name="connsiteX159" fmla="*/ 6195166 w 10232859"/>
              <a:gd name="connsiteY159" fmla="*/ 366704 h 1705557"/>
              <a:gd name="connsiteX160" fmla="*/ 6216259 w 10232859"/>
              <a:gd name="connsiteY160" fmla="*/ 369879 h 1705557"/>
              <a:gd name="connsiteX161" fmla="*/ 6228331 w 10232859"/>
              <a:gd name="connsiteY161" fmla="*/ 370548 h 1705557"/>
              <a:gd name="connsiteX162" fmla="*/ 6229602 w 10232859"/>
              <a:gd name="connsiteY162" fmla="*/ 369928 h 1705557"/>
              <a:gd name="connsiteX163" fmla="*/ 6258988 w 10232859"/>
              <a:gd name="connsiteY163" fmla="*/ 385174 h 1705557"/>
              <a:gd name="connsiteX164" fmla="*/ 6264106 w 10232859"/>
              <a:gd name="connsiteY164" fmla="*/ 385655 h 1705557"/>
              <a:gd name="connsiteX165" fmla="*/ 6281703 w 10232859"/>
              <a:gd name="connsiteY165" fmla="*/ 397568 h 1705557"/>
              <a:gd name="connsiteX166" fmla="*/ 6291622 w 10232859"/>
              <a:gd name="connsiteY166" fmla="*/ 402669 h 1705557"/>
              <a:gd name="connsiteX167" fmla="*/ 6292712 w 10232859"/>
              <a:gd name="connsiteY167" fmla="*/ 406285 h 1705557"/>
              <a:gd name="connsiteX168" fmla="*/ 6308227 w 10232859"/>
              <a:gd name="connsiteY168" fmla="*/ 412710 h 1705557"/>
              <a:gd name="connsiteX169" fmla="*/ 6328981 w 10232859"/>
              <a:gd name="connsiteY169" fmla="*/ 416009 h 1705557"/>
              <a:gd name="connsiteX170" fmla="*/ 6368693 w 10232859"/>
              <a:gd name="connsiteY170" fmla="*/ 424359 h 1705557"/>
              <a:gd name="connsiteX171" fmla="*/ 6414811 w 10232859"/>
              <a:gd name="connsiteY171" fmla="*/ 458714 h 1705557"/>
              <a:gd name="connsiteX172" fmla="*/ 6467879 w 10232859"/>
              <a:gd name="connsiteY172" fmla="*/ 474762 h 1705557"/>
              <a:gd name="connsiteX173" fmla="*/ 6564351 w 10232859"/>
              <a:gd name="connsiteY173" fmla="*/ 544032 h 1705557"/>
              <a:gd name="connsiteX174" fmla="*/ 6711178 w 10232859"/>
              <a:gd name="connsiteY174" fmla="*/ 580124 h 1705557"/>
              <a:gd name="connsiteX175" fmla="*/ 6764036 w 10232859"/>
              <a:gd name="connsiteY175" fmla="*/ 595457 h 1705557"/>
              <a:gd name="connsiteX176" fmla="*/ 6858983 w 10232859"/>
              <a:gd name="connsiteY176" fmla="*/ 630237 h 1705557"/>
              <a:gd name="connsiteX177" fmla="*/ 6910661 w 10232859"/>
              <a:gd name="connsiteY177" fmla="*/ 641134 h 1705557"/>
              <a:gd name="connsiteX178" fmla="*/ 6944111 w 10232859"/>
              <a:gd name="connsiteY178" fmla="*/ 666016 h 1705557"/>
              <a:gd name="connsiteX179" fmla="*/ 6965771 w 10232859"/>
              <a:gd name="connsiteY179" fmla="*/ 666445 h 1705557"/>
              <a:gd name="connsiteX180" fmla="*/ 6969639 w 10232859"/>
              <a:gd name="connsiteY180" fmla="*/ 666351 h 1705557"/>
              <a:gd name="connsiteX181" fmla="*/ 6982242 w 10232859"/>
              <a:gd name="connsiteY181" fmla="*/ 669626 h 1705557"/>
              <a:gd name="connsiteX182" fmla="*/ 6989387 w 10232859"/>
              <a:gd name="connsiteY182" fmla="*/ 665988 h 1705557"/>
              <a:gd name="connsiteX183" fmla="*/ 7010930 w 10232859"/>
              <a:gd name="connsiteY183" fmla="*/ 667648 h 1705557"/>
              <a:gd name="connsiteX184" fmla="*/ 7033125 w 10232859"/>
              <a:gd name="connsiteY184" fmla="*/ 674950 h 1705557"/>
              <a:gd name="connsiteX185" fmla="*/ 7134461 w 10232859"/>
              <a:gd name="connsiteY185" fmla="*/ 714706 h 1705557"/>
              <a:gd name="connsiteX186" fmla="*/ 7197450 w 10232859"/>
              <a:gd name="connsiteY186" fmla="*/ 735608 h 1705557"/>
              <a:gd name="connsiteX187" fmla="*/ 7225084 w 10232859"/>
              <a:gd name="connsiteY187" fmla="*/ 739019 h 1705557"/>
              <a:gd name="connsiteX188" fmla="*/ 7261183 w 10232859"/>
              <a:gd name="connsiteY188" fmla="*/ 746827 h 1705557"/>
              <a:gd name="connsiteX189" fmla="*/ 7327760 w 10232859"/>
              <a:gd name="connsiteY189" fmla="*/ 757100 h 1705557"/>
              <a:gd name="connsiteX190" fmla="*/ 7412222 w 10232859"/>
              <a:gd name="connsiteY190" fmla="*/ 777001 h 1705557"/>
              <a:gd name="connsiteX191" fmla="*/ 7457904 w 10232859"/>
              <a:gd name="connsiteY191" fmla="*/ 810835 h 1705557"/>
              <a:gd name="connsiteX192" fmla="*/ 7465795 w 10232859"/>
              <a:gd name="connsiteY192" fmla="*/ 809112 h 1705557"/>
              <a:gd name="connsiteX193" fmla="*/ 7505046 w 10232859"/>
              <a:gd name="connsiteY193" fmla="*/ 823031 h 1705557"/>
              <a:gd name="connsiteX194" fmla="*/ 7623220 w 10232859"/>
              <a:gd name="connsiteY194" fmla="*/ 895034 h 1705557"/>
              <a:gd name="connsiteX195" fmla="*/ 7700458 w 10232859"/>
              <a:gd name="connsiteY195" fmla="*/ 921593 h 1705557"/>
              <a:gd name="connsiteX196" fmla="*/ 7730988 w 10232859"/>
              <a:gd name="connsiteY196" fmla="*/ 927270 h 1705557"/>
              <a:gd name="connsiteX197" fmla="*/ 7781942 w 10232859"/>
              <a:gd name="connsiteY197" fmla="*/ 937017 h 1705557"/>
              <a:gd name="connsiteX198" fmla="*/ 7827704 w 10232859"/>
              <a:gd name="connsiteY198" fmla="*/ 935072 h 1705557"/>
              <a:gd name="connsiteX199" fmla="*/ 7867270 w 10232859"/>
              <a:gd name="connsiteY199" fmla="*/ 946880 h 1705557"/>
              <a:gd name="connsiteX200" fmla="*/ 7866538 w 10232859"/>
              <a:gd name="connsiteY200" fmla="*/ 961559 h 1705557"/>
              <a:gd name="connsiteX201" fmla="*/ 7912084 w 10232859"/>
              <a:gd name="connsiteY201" fmla="*/ 970314 h 1705557"/>
              <a:gd name="connsiteX202" fmla="*/ 7982264 w 10232859"/>
              <a:gd name="connsiteY202" fmla="*/ 982287 h 1705557"/>
              <a:gd name="connsiteX203" fmla="*/ 7991272 w 10232859"/>
              <a:gd name="connsiteY203" fmla="*/ 987618 h 1705557"/>
              <a:gd name="connsiteX204" fmla="*/ 8006496 w 10232859"/>
              <a:gd name="connsiteY204" fmla="*/ 979353 h 1705557"/>
              <a:gd name="connsiteX205" fmla="*/ 8034497 w 10232859"/>
              <a:gd name="connsiteY205" fmla="*/ 978568 h 1705557"/>
              <a:gd name="connsiteX206" fmla="*/ 8150881 w 10232859"/>
              <a:gd name="connsiteY206" fmla="*/ 996925 h 1705557"/>
              <a:gd name="connsiteX207" fmla="*/ 8172106 w 10232859"/>
              <a:gd name="connsiteY207" fmla="*/ 997026 h 1705557"/>
              <a:gd name="connsiteX208" fmla="*/ 8196076 w 10232859"/>
              <a:gd name="connsiteY208" fmla="*/ 1006592 h 1705557"/>
              <a:gd name="connsiteX209" fmla="*/ 8247463 w 10232859"/>
              <a:gd name="connsiteY209" fmla="*/ 1022846 h 1705557"/>
              <a:gd name="connsiteX210" fmla="*/ 8279272 w 10232859"/>
              <a:gd name="connsiteY210" fmla="*/ 1039435 h 1705557"/>
              <a:gd name="connsiteX211" fmla="*/ 8289611 w 10232859"/>
              <a:gd name="connsiteY211" fmla="*/ 1035144 h 1705557"/>
              <a:gd name="connsiteX212" fmla="*/ 8311483 w 10232859"/>
              <a:gd name="connsiteY212" fmla="*/ 1035913 h 1705557"/>
              <a:gd name="connsiteX213" fmla="*/ 8399489 w 10232859"/>
              <a:gd name="connsiteY213" fmla="*/ 1055076 h 1705557"/>
              <a:gd name="connsiteX214" fmla="*/ 8415973 w 10232859"/>
              <a:gd name="connsiteY214" fmla="*/ 1056174 h 1705557"/>
              <a:gd name="connsiteX215" fmla="*/ 8433326 w 10232859"/>
              <a:gd name="connsiteY215" fmla="*/ 1064395 h 1705557"/>
              <a:gd name="connsiteX216" fmla="*/ 8502328 w 10232859"/>
              <a:gd name="connsiteY216" fmla="*/ 1098012 h 1705557"/>
              <a:gd name="connsiteX217" fmla="*/ 8534346 w 10232859"/>
              <a:gd name="connsiteY217" fmla="*/ 1113494 h 1705557"/>
              <a:gd name="connsiteX218" fmla="*/ 8534980 w 10232859"/>
              <a:gd name="connsiteY218" fmla="*/ 1117375 h 1705557"/>
              <a:gd name="connsiteX219" fmla="*/ 8544104 w 10232859"/>
              <a:gd name="connsiteY219" fmla="*/ 1114920 h 1705557"/>
              <a:gd name="connsiteX220" fmla="*/ 8567742 w 10232859"/>
              <a:gd name="connsiteY220" fmla="*/ 1124104 h 1705557"/>
              <a:gd name="connsiteX221" fmla="*/ 8633779 w 10232859"/>
              <a:gd name="connsiteY221" fmla="*/ 1145740 h 1705557"/>
              <a:gd name="connsiteX222" fmla="*/ 8676965 w 10232859"/>
              <a:gd name="connsiteY222" fmla="*/ 1163463 h 1705557"/>
              <a:gd name="connsiteX223" fmla="*/ 8698944 w 10232859"/>
              <a:gd name="connsiteY223" fmla="*/ 1163453 h 1705557"/>
              <a:gd name="connsiteX224" fmla="*/ 8711456 w 10232859"/>
              <a:gd name="connsiteY224" fmla="*/ 1175731 h 1705557"/>
              <a:gd name="connsiteX225" fmla="*/ 8732793 w 10232859"/>
              <a:gd name="connsiteY225" fmla="*/ 1179486 h 1705557"/>
              <a:gd name="connsiteX226" fmla="*/ 8751897 w 10232859"/>
              <a:gd name="connsiteY226" fmla="*/ 1197400 h 1705557"/>
              <a:gd name="connsiteX227" fmla="*/ 8793564 w 10232859"/>
              <a:gd name="connsiteY227" fmla="*/ 1179086 h 1705557"/>
              <a:gd name="connsiteX228" fmla="*/ 8834270 w 10232859"/>
              <a:gd name="connsiteY228" fmla="*/ 1213138 h 1705557"/>
              <a:gd name="connsiteX229" fmla="*/ 8853872 w 10232859"/>
              <a:gd name="connsiteY229" fmla="*/ 1221228 h 1705557"/>
              <a:gd name="connsiteX230" fmla="*/ 8861901 w 10232859"/>
              <a:gd name="connsiteY230" fmla="*/ 1217889 h 1705557"/>
              <a:gd name="connsiteX231" fmla="*/ 8874168 w 10232859"/>
              <a:gd name="connsiteY231" fmla="*/ 1220481 h 1705557"/>
              <a:gd name="connsiteX232" fmla="*/ 8871123 w 10232859"/>
              <a:gd name="connsiteY232" fmla="*/ 1227674 h 1705557"/>
              <a:gd name="connsiteX233" fmla="*/ 8903537 w 10232859"/>
              <a:gd name="connsiteY233" fmla="*/ 1237102 h 1705557"/>
              <a:gd name="connsiteX234" fmla="*/ 8933767 w 10232859"/>
              <a:gd name="connsiteY234" fmla="*/ 1269882 h 1705557"/>
              <a:gd name="connsiteX235" fmla="*/ 8985765 w 10232859"/>
              <a:gd name="connsiteY235" fmla="*/ 1294178 h 1705557"/>
              <a:gd name="connsiteX236" fmla="*/ 9071444 w 10232859"/>
              <a:gd name="connsiteY236" fmla="*/ 1323819 h 1705557"/>
              <a:gd name="connsiteX237" fmla="*/ 9096711 w 10232859"/>
              <a:gd name="connsiteY237" fmla="*/ 1334291 h 1705557"/>
              <a:gd name="connsiteX238" fmla="*/ 9338853 w 10232859"/>
              <a:gd name="connsiteY238" fmla="*/ 1454560 h 1705557"/>
              <a:gd name="connsiteX239" fmla="*/ 9520814 w 10232859"/>
              <a:gd name="connsiteY239" fmla="*/ 1456341 h 1705557"/>
              <a:gd name="connsiteX240" fmla="*/ 9702271 w 10232859"/>
              <a:gd name="connsiteY240" fmla="*/ 1495067 h 1705557"/>
              <a:gd name="connsiteX241" fmla="*/ 9744273 w 10232859"/>
              <a:gd name="connsiteY241" fmla="*/ 1530026 h 1705557"/>
              <a:gd name="connsiteX242" fmla="*/ 9771903 w 10232859"/>
              <a:gd name="connsiteY242" fmla="*/ 1536548 h 1705557"/>
              <a:gd name="connsiteX243" fmla="*/ 9818565 w 10232859"/>
              <a:gd name="connsiteY243" fmla="*/ 1545059 h 1705557"/>
              <a:gd name="connsiteX244" fmla="*/ 9882202 w 10232859"/>
              <a:gd name="connsiteY244" fmla="*/ 1572402 h 1705557"/>
              <a:gd name="connsiteX245" fmla="*/ 10022025 w 10232859"/>
              <a:gd name="connsiteY245" fmla="*/ 1606210 h 1705557"/>
              <a:gd name="connsiteX246" fmla="*/ 10220406 w 10232859"/>
              <a:gd name="connsiteY246" fmla="*/ 1683519 h 1705557"/>
              <a:gd name="connsiteX247" fmla="*/ 10232859 w 10232859"/>
              <a:gd name="connsiteY247" fmla="*/ 1705557 h 1705557"/>
              <a:gd name="connsiteX248" fmla="*/ 0 w 10232859"/>
              <a:gd name="connsiteY248" fmla="*/ 1705557 h 1705557"/>
              <a:gd name="connsiteX249" fmla="*/ 0 w 10232859"/>
              <a:gd name="connsiteY249" fmla="*/ 28342 h 1705557"/>
              <a:gd name="connsiteX250" fmla="*/ 8097 w 10232859"/>
              <a:gd name="connsiteY250" fmla="*/ 30869 h 1705557"/>
              <a:gd name="connsiteX251" fmla="*/ 77128 w 10232859"/>
              <a:gd name="connsiteY251" fmla="*/ 13381 h 1705557"/>
              <a:gd name="connsiteX252" fmla="*/ 188338 w 10232859"/>
              <a:gd name="connsiteY252" fmla="*/ 11593 h 1705557"/>
              <a:gd name="connsiteX253" fmla="*/ 298809 w 10232859"/>
              <a:gd name="connsiteY253" fmla="*/ 12712 h 1705557"/>
              <a:gd name="connsiteX254" fmla="*/ 338985 w 10232859"/>
              <a:gd name="connsiteY254" fmla="*/ 14520 h 1705557"/>
              <a:gd name="connsiteX255" fmla="*/ 409815 w 10232859"/>
              <a:gd name="connsiteY255" fmla="*/ 11559 h 1705557"/>
              <a:gd name="connsiteX256" fmla="*/ 424169 w 10232859"/>
              <a:gd name="connsiteY256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089450 w 10232859"/>
              <a:gd name="connsiteY77" fmla="*/ 162714 h 1705557"/>
              <a:gd name="connsiteX78" fmla="*/ 3254203 w 10232859"/>
              <a:gd name="connsiteY78" fmla="*/ 158270 h 1705557"/>
              <a:gd name="connsiteX79" fmla="*/ 3380350 w 10232859"/>
              <a:gd name="connsiteY79" fmla="*/ 157665 h 1705557"/>
              <a:gd name="connsiteX80" fmla="*/ 3476147 w 10232859"/>
              <a:gd name="connsiteY80" fmla="*/ 177439 h 1705557"/>
              <a:gd name="connsiteX81" fmla="*/ 3581876 w 10232859"/>
              <a:gd name="connsiteY81" fmla="*/ 156962 h 1705557"/>
              <a:gd name="connsiteX82" fmla="*/ 3704761 w 10232859"/>
              <a:gd name="connsiteY82" fmla="*/ 157006 h 1705557"/>
              <a:gd name="connsiteX83" fmla="*/ 3755040 w 10232859"/>
              <a:gd name="connsiteY83" fmla="*/ 148492 h 1705557"/>
              <a:gd name="connsiteX84" fmla="*/ 3804689 w 10232859"/>
              <a:gd name="connsiteY84" fmla="*/ 158407 h 1705557"/>
              <a:gd name="connsiteX85" fmla="*/ 3821793 w 10232859"/>
              <a:gd name="connsiteY85" fmla="*/ 151257 h 1705557"/>
              <a:gd name="connsiteX86" fmla="*/ 3824682 w 10232859"/>
              <a:gd name="connsiteY86" fmla="*/ 149833 h 1705557"/>
              <a:gd name="connsiteX87" fmla="*/ 3837536 w 10232859"/>
              <a:gd name="connsiteY87" fmla="*/ 148292 h 1705557"/>
              <a:gd name="connsiteX88" fmla="*/ 3839550 w 10232859"/>
              <a:gd name="connsiteY88" fmla="*/ 142661 h 1705557"/>
              <a:gd name="connsiteX89" fmla="*/ 3857743 w 10232859"/>
              <a:gd name="connsiteY89" fmla="*/ 136618 h 1705557"/>
              <a:gd name="connsiteX90" fmla="*/ 3881852 w 10232859"/>
              <a:gd name="connsiteY90" fmla="*/ 135231 h 1705557"/>
              <a:gd name="connsiteX91" fmla="*/ 3998088 w 10232859"/>
              <a:gd name="connsiteY91" fmla="*/ 134446 h 1705557"/>
              <a:gd name="connsiteX92" fmla="*/ 4066682 w 10232859"/>
              <a:gd name="connsiteY92" fmla="*/ 130661 h 1705557"/>
              <a:gd name="connsiteX93" fmla="*/ 4091246 w 10232859"/>
              <a:gd name="connsiteY93" fmla="*/ 124017 h 1705557"/>
              <a:gd name="connsiteX94" fmla="*/ 4126556 w 10232859"/>
              <a:gd name="connsiteY94" fmla="*/ 118239 h 1705557"/>
              <a:gd name="connsiteX95" fmla="*/ 4187717 w 10232859"/>
              <a:gd name="connsiteY95" fmla="*/ 104010 h 1705557"/>
              <a:gd name="connsiteX96" fmla="*/ 4220826 w 10232859"/>
              <a:gd name="connsiteY96" fmla="*/ 102505 h 1705557"/>
              <a:gd name="connsiteX97" fmla="*/ 4239014 w 10232859"/>
              <a:gd name="connsiteY97" fmla="*/ 97354 h 1705557"/>
              <a:gd name="connsiteX98" fmla="*/ 4246653 w 10232859"/>
              <a:gd name="connsiteY98" fmla="*/ 97874 h 1705557"/>
              <a:gd name="connsiteX99" fmla="*/ 4271841 w 10232859"/>
              <a:gd name="connsiteY99" fmla="*/ 96702 h 1705557"/>
              <a:gd name="connsiteX100" fmla="*/ 4286277 w 10232859"/>
              <a:gd name="connsiteY100" fmla="*/ 96687 h 1705557"/>
              <a:gd name="connsiteX101" fmla="*/ 4292025 w 10232859"/>
              <a:gd name="connsiteY101" fmla="*/ 96921 h 1705557"/>
              <a:gd name="connsiteX102" fmla="*/ 4304713 w 10232859"/>
              <a:gd name="connsiteY102" fmla="*/ 102187 h 1705557"/>
              <a:gd name="connsiteX103" fmla="*/ 4321285 w 10232859"/>
              <a:gd name="connsiteY103" fmla="*/ 100074 h 1705557"/>
              <a:gd name="connsiteX104" fmla="*/ 4339561 w 10232859"/>
              <a:gd name="connsiteY104" fmla="*/ 105320 h 1705557"/>
              <a:gd name="connsiteX105" fmla="*/ 4343990 w 10232859"/>
              <a:gd name="connsiteY105" fmla="*/ 101090 h 1705557"/>
              <a:gd name="connsiteX106" fmla="*/ 4358885 w 10232859"/>
              <a:gd name="connsiteY106" fmla="*/ 96778 h 1705557"/>
              <a:gd name="connsiteX107" fmla="*/ 4371648 w 10232859"/>
              <a:gd name="connsiteY107" fmla="*/ 101826 h 1705557"/>
              <a:gd name="connsiteX108" fmla="*/ 4398380 w 10232859"/>
              <a:gd name="connsiteY108" fmla="*/ 104961 h 1705557"/>
              <a:gd name="connsiteX109" fmla="*/ 4405729 w 10232859"/>
              <a:gd name="connsiteY109" fmla="*/ 104191 h 1705557"/>
              <a:gd name="connsiteX110" fmla="*/ 4431408 w 10232859"/>
              <a:gd name="connsiteY110" fmla="*/ 110825 h 1705557"/>
              <a:gd name="connsiteX111" fmla="*/ 4472183 w 10232859"/>
              <a:gd name="connsiteY111" fmla="*/ 116430 h 1705557"/>
              <a:gd name="connsiteX112" fmla="*/ 4518828 w 10232859"/>
              <a:gd name="connsiteY112" fmla="*/ 119114 h 1705557"/>
              <a:gd name="connsiteX113" fmla="*/ 4532040 w 10232859"/>
              <a:gd name="connsiteY113" fmla="*/ 124307 h 1705557"/>
              <a:gd name="connsiteX114" fmla="*/ 4617778 w 10232859"/>
              <a:gd name="connsiteY114" fmla="*/ 136993 h 1705557"/>
              <a:gd name="connsiteX115" fmla="*/ 4641872 w 10232859"/>
              <a:gd name="connsiteY115" fmla="*/ 140721 h 1705557"/>
              <a:gd name="connsiteX116" fmla="*/ 4662766 w 10232859"/>
              <a:gd name="connsiteY116" fmla="*/ 138952 h 1705557"/>
              <a:gd name="connsiteX117" fmla="*/ 4667770 w 10232859"/>
              <a:gd name="connsiteY117" fmla="*/ 134208 h 1705557"/>
              <a:gd name="connsiteX118" fmla="*/ 4681052 w 10232859"/>
              <a:gd name="connsiteY118" fmla="*/ 135461 h 1705557"/>
              <a:gd name="connsiteX119" fmla="*/ 4684624 w 10232859"/>
              <a:gd name="connsiteY119" fmla="*/ 134755 h 1705557"/>
              <a:gd name="connsiteX120" fmla="*/ 4705061 w 10232859"/>
              <a:gd name="connsiteY120" fmla="*/ 131748 h 1705557"/>
              <a:gd name="connsiteX121" fmla="*/ 4747746 w 10232859"/>
              <a:gd name="connsiteY121" fmla="*/ 151131 h 1705557"/>
              <a:gd name="connsiteX122" fmla="*/ 4801045 w 10232859"/>
              <a:gd name="connsiteY122" fmla="*/ 153753 h 1705557"/>
              <a:gd name="connsiteX123" fmla="*/ 5001600 w 10232859"/>
              <a:gd name="connsiteY123" fmla="*/ 196753 h 1705557"/>
              <a:gd name="connsiteX124" fmla="*/ 5033465 w 10232859"/>
              <a:gd name="connsiteY124" fmla="*/ 182429 h 1705557"/>
              <a:gd name="connsiteX125" fmla="*/ 5115965 w 10232859"/>
              <a:gd name="connsiteY125" fmla="*/ 192583 h 1705557"/>
              <a:gd name="connsiteX126" fmla="*/ 5237936 w 10232859"/>
              <a:gd name="connsiteY126" fmla="*/ 246022 h 1705557"/>
              <a:gd name="connsiteX127" fmla="*/ 5290566 w 10232859"/>
              <a:gd name="connsiteY127" fmla="*/ 269809 h 1705557"/>
              <a:gd name="connsiteX128" fmla="*/ 5344878 w 10232859"/>
              <a:gd name="connsiteY128" fmla="*/ 282874 h 1705557"/>
              <a:gd name="connsiteX129" fmla="*/ 5413398 w 10232859"/>
              <a:gd name="connsiteY129" fmla="*/ 282749 h 1705557"/>
              <a:gd name="connsiteX130" fmla="*/ 5415629 w 10232859"/>
              <a:gd name="connsiteY130" fmla="*/ 282282 h 1705557"/>
              <a:gd name="connsiteX131" fmla="*/ 5433078 w 10232859"/>
              <a:gd name="connsiteY131" fmla="*/ 286198 h 1705557"/>
              <a:gd name="connsiteX132" fmla="*/ 5435759 w 10232859"/>
              <a:gd name="connsiteY132" fmla="*/ 289614 h 1705557"/>
              <a:gd name="connsiteX133" fmla="*/ 5447372 w 10232859"/>
              <a:gd name="connsiteY133" fmla="*/ 293101 h 1705557"/>
              <a:gd name="connsiteX134" fmla="*/ 5469289 w 10232859"/>
              <a:gd name="connsiteY134" fmla="*/ 302134 h 1705557"/>
              <a:gd name="connsiteX135" fmla="*/ 5508752 w 10232859"/>
              <a:gd name="connsiteY135" fmla="*/ 312267 h 1705557"/>
              <a:gd name="connsiteX136" fmla="*/ 5509657 w 10232859"/>
              <a:gd name="connsiteY136" fmla="*/ 311450 h 1705557"/>
              <a:gd name="connsiteX137" fmla="*/ 5521245 w 10232859"/>
              <a:gd name="connsiteY137" fmla="*/ 310202 h 1705557"/>
              <a:gd name="connsiteX138" fmla="*/ 5542415 w 10232859"/>
              <a:gd name="connsiteY138" fmla="*/ 310009 h 1705557"/>
              <a:gd name="connsiteX139" fmla="*/ 5596538 w 10232859"/>
              <a:gd name="connsiteY139" fmla="*/ 297667 h 1705557"/>
              <a:gd name="connsiteX140" fmla="*/ 5632514 w 10232859"/>
              <a:gd name="connsiteY140" fmla="*/ 308476 h 1705557"/>
              <a:gd name="connsiteX141" fmla="*/ 5640005 w 10232859"/>
              <a:gd name="connsiteY141" fmla="*/ 310131 h 1705557"/>
              <a:gd name="connsiteX142" fmla="*/ 5640259 w 10232859"/>
              <a:gd name="connsiteY142" fmla="*/ 309949 h 1705557"/>
              <a:gd name="connsiteX143" fmla="*/ 5648365 w 10232859"/>
              <a:gd name="connsiteY143" fmla="*/ 311268 h 1705557"/>
              <a:gd name="connsiteX144" fmla="*/ 5653662 w 10232859"/>
              <a:gd name="connsiteY144" fmla="*/ 313149 h 1705557"/>
              <a:gd name="connsiteX145" fmla="*/ 5668196 w 10232859"/>
              <a:gd name="connsiteY145" fmla="*/ 316360 h 1705557"/>
              <a:gd name="connsiteX146" fmla="*/ 5673886 w 10232859"/>
              <a:gd name="connsiteY146" fmla="*/ 316040 h 1705557"/>
              <a:gd name="connsiteX147" fmla="*/ 5677139 w 10232859"/>
              <a:gd name="connsiteY147" fmla="*/ 313859 h 1705557"/>
              <a:gd name="connsiteX148" fmla="*/ 5708983 w 10232859"/>
              <a:gd name="connsiteY148" fmla="*/ 313188 h 1705557"/>
              <a:gd name="connsiteX149" fmla="*/ 5773909 w 10232859"/>
              <a:gd name="connsiteY149" fmla="*/ 318575 h 1705557"/>
              <a:gd name="connsiteX150" fmla="*/ 5809500 w 10232859"/>
              <a:gd name="connsiteY150" fmla="*/ 324964 h 1705557"/>
              <a:gd name="connsiteX151" fmla="*/ 5908729 w 10232859"/>
              <a:gd name="connsiteY151" fmla="*/ 338849 h 1705557"/>
              <a:gd name="connsiteX152" fmla="*/ 6009654 w 10232859"/>
              <a:gd name="connsiteY152" fmla="*/ 350040 h 1705557"/>
              <a:gd name="connsiteX153" fmla="*/ 6067487 w 10232859"/>
              <a:gd name="connsiteY153" fmla="*/ 340226 h 1705557"/>
              <a:gd name="connsiteX154" fmla="*/ 6073281 w 10232859"/>
              <a:gd name="connsiteY154" fmla="*/ 340830 h 1705557"/>
              <a:gd name="connsiteX155" fmla="*/ 6086225 w 10232859"/>
              <a:gd name="connsiteY155" fmla="*/ 346135 h 1705557"/>
              <a:gd name="connsiteX156" fmla="*/ 6105063 w 10232859"/>
              <a:gd name="connsiteY156" fmla="*/ 353854 h 1705557"/>
              <a:gd name="connsiteX157" fmla="*/ 6135796 w 10232859"/>
              <a:gd name="connsiteY157" fmla="*/ 369657 h 1705557"/>
              <a:gd name="connsiteX158" fmla="*/ 6195166 w 10232859"/>
              <a:gd name="connsiteY158" fmla="*/ 366704 h 1705557"/>
              <a:gd name="connsiteX159" fmla="*/ 6216259 w 10232859"/>
              <a:gd name="connsiteY159" fmla="*/ 369879 h 1705557"/>
              <a:gd name="connsiteX160" fmla="*/ 6228331 w 10232859"/>
              <a:gd name="connsiteY160" fmla="*/ 370548 h 1705557"/>
              <a:gd name="connsiteX161" fmla="*/ 6229602 w 10232859"/>
              <a:gd name="connsiteY161" fmla="*/ 369928 h 1705557"/>
              <a:gd name="connsiteX162" fmla="*/ 6258988 w 10232859"/>
              <a:gd name="connsiteY162" fmla="*/ 385174 h 1705557"/>
              <a:gd name="connsiteX163" fmla="*/ 6264106 w 10232859"/>
              <a:gd name="connsiteY163" fmla="*/ 385655 h 1705557"/>
              <a:gd name="connsiteX164" fmla="*/ 6281703 w 10232859"/>
              <a:gd name="connsiteY164" fmla="*/ 397568 h 1705557"/>
              <a:gd name="connsiteX165" fmla="*/ 6291622 w 10232859"/>
              <a:gd name="connsiteY165" fmla="*/ 402669 h 1705557"/>
              <a:gd name="connsiteX166" fmla="*/ 6292712 w 10232859"/>
              <a:gd name="connsiteY166" fmla="*/ 406285 h 1705557"/>
              <a:gd name="connsiteX167" fmla="*/ 6308227 w 10232859"/>
              <a:gd name="connsiteY167" fmla="*/ 412710 h 1705557"/>
              <a:gd name="connsiteX168" fmla="*/ 6328981 w 10232859"/>
              <a:gd name="connsiteY168" fmla="*/ 416009 h 1705557"/>
              <a:gd name="connsiteX169" fmla="*/ 6368693 w 10232859"/>
              <a:gd name="connsiteY169" fmla="*/ 424359 h 1705557"/>
              <a:gd name="connsiteX170" fmla="*/ 6414811 w 10232859"/>
              <a:gd name="connsiteY170" fmla="*/ 458714 h 1705557"/>
              <a:gd name="connsiteX171" fmla="*/ 6467879 w 10232859"/>
              <a:gd name="connsiteY171" fmla="*/ 474762 h 1705557"/>
              <a:gd name="connsiteX172" fmla="*/ 6564351 w 10232859"/>
              <a:gd name="connsiteY172" fmla="*/ 544032 h 1705557"/>
              <a:gd name="connsiteX173" fmla="*/ 6711178 w 10232859"/>
              <a:gd name="connsiteY173" fmla="*/ 580124 h 1705557"/>
              <a:gd name="connsiteX174" fmla="*/ 6764036 w 10232859"/>
              <a:gd name="connsiteY174" fmla="*/ 595457 h 1705557"/>
              <a:gd name="connsiteX175" fmla="*/ 6858983 w 10232859"/>
              <a:gd name="connsiteY175" fmla="*/ 630237 h 1705557"/>
              <a:gd name="connsiteX176" fmla="*/ 6910661 w 10232859"/>
              <a:gd name="connsiteY176" fmla="*/ 641134 h 1705557"/>
              <a:gd name="connsiteX177" fmla="*/ 6944111 w 10232859"/>
              <a:gd name="connsiteY177" fmla="*/ 666016 h 1705557"/>
              <a:gd name="connsiteX178" fmla="*/ 6965771 w 10232859"/>
              <a:gd name="connsiteY178" fmla="*/ 666445 h 1705557"/>
              <a:gd name="connsiteX179" fmla="*/ 6969639 w 10232859"/>
              <a:gd name="connsiteY179" fmla="*/ 666351 h 1705557"/>
              <a:gd name="connsiteX180" fmla="*/ 6982242 w 10232859"/>
              <a:gd name="connsiteY180" fmla="*/ 669626 h 1705557"/>
              <a:gd name="connsiteX181" fmla="*/ 6989387 w 10232859"/>
              <a:gd name="connsiteY181" fmla="*/ 665988 h 1705557"/>
              <a:gd name="connsiteX182" fmla="*/ 7010930 w 10232859"/>
              <a:gd name="connsiteY182" fmla="*/ 667648 h 1705557"/>
              <a:gd name="connsiteX183" fmla="*/ 7033125 w 10232859"/>
              <a:gd name="connsiteY183" fmla="*/ 674950 h 1705557"/>
              <a:gd name="connsiteX184" fmla="*/ 7134461 w 10232859"/>
              <a:gd name="connsiteY184" fmla="*/ 714706 h 1705557"/>
              <a:gd name="connsiteX185" fmla="*/ 7197450 w 10232859"/>
              <a:gd name="connsiteY185" fmla="*/ 735608 h 1705557"/>
              <a:gd name="connsiteX186" fmla="*/ 7225084 w 10232859"/>
              <a:gd name="connsiteY186" fmla="*/ 739019 h 1705557"/>
              <a:gd name="connsiteX187" fmla="*/ 7261183 w 10232859"/>
              <a:gd name="connsiteY187" fmla="*/ 746827 h 1705557"/>
              <a:gd name="connsiteX188" fmla="*/ 7327760 w 10232859"/>
              <a:gd name="connsiteY188" fmla="*/ 757100 h 1705557"/>
              <a:gd name="connsiteX189" fmla="*/ 7412222 w 10232859"/>
              <a:gd name="connsiteY189" fmla="*/ 777001 h 1705557"/>
              <a:gd name="connsiteX190" fmla="*/ 7457904 w 10232859"/>
              <a:gd name="connsiteY190" fmla="*/ 810835 h 1705557"/>
              <a:gd name="connsiteX191" fmla="*/ 7465795 w 10232859"/>
              <a:gd name="connsiteY191" fmla="*/ 809112 h 1705557"/>
              <a:gd name="connsiteX192" fmla="*/ 7505046 w 10232859"/>
              <a:gd name="connsiteY192" fmla="*/ 823031 h 1705557"/>
              <a:gd name="connsiteX193" fmla="*/ 7623220 w 10232859"/>
              <a:gd name="connsiteY193" fmla="*/ 895034 h 1705557"/>
              <a:gd name="connsiteX194" fmla="*/ 7700458 w 10232859"/>
              <a:gd name="connsiteY194" fmla="*/ 921593 h 1705557"/>
              <a:gd name="connsiteX195" fmla="*/ 7730988 w 10232859"/>
              <a:gd name="connsiteY195" fmla="*/ 927270 h 1705557"/>
              <a:gd name="connsiteX196" fmla="*/ 7781942 w 10232859"/>
              <a:gd name="connsiteY196" fmla="*/ 937017 h 1705557"/>
              <a:gd name="connsiteX197" fmla="*/ 7827704 w 10232859"/>
              <a:gd name="connsiteY197" fmla="*/ 935072 h 1705557"/>
              <a:gd name="connsiteX198" fmla="*/ 7867270 w 10232859"/>
              <a:gd name="connsiteY198" fmla="*/ 946880 h 1705557"/>
              <a:gd name="connsiteX199" fmla="*/ 7866538 w 10232859"/>
              <a:gd name="connsiteY199" fmla="*/ 961559 h 1705557"/>
              <a:gd name="connsiteX200" fmla="*/ 7912084 w 10232859"/>
              <a:gd name="connsiteY200" fmla="*/ 970314 h 1705557"/>
              <a:gd name="connsiteX201" fmla="*/ 7982264 w 10232859"/>
              <a:gd name="connsiteY201" fmla="*/ 982287 h 1705557"/>
              <a:gd name="connsiteX202" fmla="*/ 7991272 w 10232859"/>
              <a:gd name="connsiteY202" fmla="*/ 987618 h 1705557"/>
              <a:gd name="connsiteX203" fmla="*/ 8006496 w 10232859"/>
              <a:gd name="connsiteY203" fmla="*/ 979353 h 1705557"/>
              <a:gd name="connsiteX204" fmla="*/ 8034497 w 10232859"/>
              <a:gd name="connsiteY204" fmla="*/ 978568 h 1705557"/>
              <a:gd name="connsiteX205" fmla="*/ 8150881 w 10232859"/>
              <a:gd name="connsiteY205" fmla="*/ 996925 h 1705557"/>
              <a:gd name="connsiteX206" fmla="*/ 8172106 w 10232859"/>
              <a:gd name="connsiteY206" fmla="*/ 997026 h 1705557"/>
              <a:gd name="connsiteX207" fmla="*/ 8196076 w 10232859"/>
              <a:gd name="connsiteY207" fmla="*/ 1006592 h 1705557"/>
              <a:gd name="connsiteX208" fmla="*/ 8247463 w 10232859"/>
              <a:gd name="connsiteY208" fmla="*/ 1022846 h 1705557"/>
              <a:gd name="connsiteX209" fmla="*/ 8279272 w 10232859"/>
              <a:gd name="connsiteY209" fmla="*/ 1039435 h 1705557"/>
              <a:gd name="connsiteX210" fmla="*/ 8289611 w 10232859"/>
              <a:gd name="connsiteY210" fmla="*/ 1035144 h 1705557"/>
              <a:gd name="connsiteX211" fmla="*/ 8311483 w 10232859"/>
              <a:gd name="connsiteY211" fmla="*/ 1035913 h 1705557"/>
              <a:gd name="connsiteX212" fmla="*/ 8399489 w 10232859"/>
              <a:gd name="connsiteY212" fmla="*/ 1055076 h 1705557"/>
              <a:gd name="connsiteX213" fmla="*/ 8415973 w 10232859"/>
              <a:gd name="connsiteY213" fmla="*/ 1056174 h 1705557"/>
              <a:gd name="connsiteX214" fmla="*/ 8433326 w 10232859"/>
              <a:gd name="connsiteY214" fmla="*/ 1064395 h 1705557"/>
              <a:gd name="connsiteX215" fmla="*/ 8502328 w 10232859"/>
              <a:gd name="connsiteY215" fmla="*/ 1098012 h 1705557"/>
              <a:gd name="connsiteX216" fmla="*/ 8534346 w 10232859"/>
              <a:gd name="connsiteY216" fmla="*/ 1113494 h 1705557"/>
              <a:gd name="connsiteX217" fmla="*/ 8534980 w 10232859"/>
              <a:gd name="connsiteY217" fmla="*/ 1117375 h 1705557"/>
              <a:gd name="connsiteX218" fmla="*/ 8544104 w 10232859"/>
              <a:gd name="connsiteY218" fmla="*/ 1114920 h 1705557"/>
              <a:gd name="connsiteX219" fmla="*/ 8567742 w 10232859"/>
              <a:gd name="connsiteY219" fmla="*/ 1124104 h 1705557"/>
              <a:gd name="connsiteX220" fmla="*/ 8633779 w 10232859"/>
              <a:gd name="connsiteY220" fmla="*/ 1145740 h 1705557"/>
              <a:gd name="connsiteX221" fmla="*/ 8676965 w 10232859"/>
              <a:gd name="connsiteY221" fmla="*/ 1163463 h 1705557"/>
              <a:gd name="connsiteX222" fmla="*/ 8698944 w 10232859"/>
              <a:gd name="connsiteY222" fmla="*/ 1163453 h 1705557"/>
              <a:gd name="connsiteX223" fmla="*/ 8711456 w 10232859"/>
              <a:gd name="connsiteY223" fmla="*/ 1175731 h 1705557"/>
              <a:gd name="connsiteX224" fmla="*/ 8732793 w 10232859"/>
              <a:gd name="connsiteY224" fmla="*/ 1179486 h 1705557"/>
              <a:gd name="connsiteX225" fmla="*/ 8751897 w 10232859"/>
              <a:gd name="connsiteY225" fmla="*/ 1197400 h 1705557"/>
              <a:gd name="connsiteX226" fmla="*/ 8793564 w 10232859"/>
              <a:gd name="connsiteY226" fmla="*/ 1179086 h 1705557"/>
              <a:gd name="connsiteX227" fmla="*/ 8834270 w 10232859"/>
              <a:gd name="connsiteY227" fmla="*/ 1213138 h 1705557"/>
              <a:gd name="connsiteX228" fmla="*/ 8853872 w 10232859"/>
              <a:gd name="connsiteY228" fmla="*/ 1221228 h 1705557"/>
              <a:gd name="connsiteX229" fmla="*/ 8861901 w 10232859"/>
              <a:gd name="connsiteY229" fmla="*/ 1217889 h 1705557"/>
              <a:gd name="connsiteX230" fmla="*/ 8874168 w 10232859"/>
              <a:gd name="connsiteY230" fmla="*/ 1220481 h 1705557"/>
              <a:gd name="connsiteX231" fmla="*/ 8871123 w 10232859"/>
              <a:gd name="connsiteY231" fmla="*/ 1227674 h 1705557"/>
              <a:gd name="connsiteX232" fmla="*/ 8903537 w 10232859"/>
              <a:gd name="connsiteY232" fmla="*/ 1237102 h 1705557"/>
              <a:gd name="connsiteX233" fmla="*/ 8933767 w 10232859"/>
              <a:gd name="connsiteY233" fmla="*/ 1269882 h 1705557"/>
              <a:gd name="connsiteX234" fmla="*/ 8985765 w 10232859"/>
              <a:gd name="connsiteY234" fmla="*/ 1294178 h 1705557"/>
              <a:gd name="connsiteX235" fmla="*/ 9071444 w 10232859"/>
              <a:gd name="connsiteY235" fmla="*/ 1323819 h 1705557"/>
              <a:gd name="connsiteX236" fmla="*/ 9096711 w 10232859"/>
              <a:gd name="connsiteY236" fmla="*/ 1334291 h 1705557"/>
              <a:gd name="connsiteX237" fmla="*/ 9338853 w 10232859"/>
              <a:gd name="connsiteY237" fmla="*/ 1454560 h 1705557"/>
              <a:gd name="connsiteX238" fmla="*/ 9520814 w 10232859"/>
              <a:gd name="connsiteY238" fmla="*/ 1456341 h 1705557"/>
              <a:gd name="connsiteX239" fmla="*/ 9702271 w 10232859"/>
              <a:gd name="connsiteY239" fmla="*/ 1495067 h 1705557"/>
              <a:gd name="connsiteX240" fmla="*/ 9744273 w 10232859"/>
              <a:gd name="connsiteY240" fmla="*/ 1530026 h 1705557"/>
              <a:gd name="connsiteX241" fmla="*/ 9771903 w 10232859"/>
              <a:gd name="connsiteY241" fmla="*/ 1536548 h 1705557"/>
              <a:gd name="connsiteX242" fmla="*/ 9818565 w 10232859"/>
              <a:gd name="connsiteY242" fmla="*/ 1545059 h 1705557"/>
              <a:gd name="connsiteX243" fmla="*/ 9882202 w 10232859"/>
              <a:gd name="connsiteY243" fmla="*/ 1572402 h 1705557"/>
              <a:gd name="connsiteX244" fmla="*/ 10022025 w 10232859"/>
              <a:gd name="connsiteY244" fmla="*/ 1606210 h 1705557"/>
              <a:gd name="connsiteX245" fmla="*/ 10220406 w 10232859"/>
              <a:gd name="connsiteY245" fmla="*/ 1683519 h 1705557"/>
              <a:gd name="connsiteX246" fmla="*/ 10232859 w 10232859"/>
              <a:gd name="connsiteY246" fmla="*/ 1705557 h 1705557"/>
              <a:gd name="connsiteX247" fmla="*/ 0 w 10232859"/>
              <a:gd name="connsiteY247" fmla="*/ 1705557 h 1705557"/>
              <a:gd name="connsiteX248" fmla="*/ 0 w 10232859"/>
              <a:gd name="connsiteY248" fmla="*/ 28342 h 1705557"/>
              <a:gd name="connsiteX249" fmla="*/ 8097 w 10232859"/>
              <a:gd name="connsiteY249" fmla="*/ 30869 h 1705557"/>
              <a:gd name="connsiteX250" fmla="*/ 77128 w 10232859"/>
              <a:gd name="connsiteY250" fmla="*/ 13381 h 1705557"/>
              <a:gd name="connsiteX251" fmla="*/ 188338 w 10232859"/>
              <a:gd name="connsiteY251" fmla="*/ 11593 h 1705557"/>
              <a:gd name="connsiteX252" fmla="*/ 298809 w 10232859"/>
              <a:gd name="connsiteY252" fmla="*/ 12712 h 1705557"/>
              <a:gd name="connsiteX253" fmla="*/ 338985 w 10232859"/>
              <a:gd name="connsiteY253" fmla="*/ 14520 h 1705557"/>
              <a:gd name="connsiteX254" fmla="*/ 409815 w 10232859"/>
              <a:gd name="connsiteY254" fmla="*/ 11559 h 1705557"/>
              <a:gd name="connsiteX255" fmla="*/ 424169 w 10232859"/>
              <a:gd name="connsiteY255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073428 w 10232859"/>
              <a:gd name="connsiteY76" fmla="*/ 159097 h 1705557"/>
              <a:gd name="connsiteX77" fmla="*/ 3173743 w 10232859"/>
              <a:gd name="connsiteY77" fmla="*/ 166095 h 1705557"/>
              <a:gd name="connsiteX78" fmla="*/ 3254203 w 10232859"/>
              <a:gd name="connsiteY78" fmla="*/ 158270 h 1705557"/>
              <a:gd name="connsiteX79" fmla="*/ 3380350 w 10232859"/>
              <a:gd name="connsiteY79" fmla="*/ 157665 h 1705557"/>
              <a:gd name="connsiteX80" fmla="*/ 3476147 w 10232859"/>
              <a:gd name="connsiteY80" fmla="*/ 177439 h 1705557"/>
              <a:gd name="connsiteX81" fmla="*/ 3581876 w 10232859"/>
              <a:gd name="connsiteY81" fmla="*/ 156962 h 1705557"/>
              <a:gd name="connsiteX82" fmla="*/ 3704761 w 10232859"/>
              <a:gd name="connsiteY82" fmla="*/ 157006 h 1705557"/>
              <a:gd name="connsiteX83" fmla="*/ 3755040 w 10232859"/>
              <a:gd name="connsiteY83" fmla="*/ 148492 h 1705557"/>
              <a:gd name="connsiteX84" fmla="*/ 3804689 w 10232859"/>
              <a:gd name="connsiteY84" fmla="*/ 158407 h 1705557"/>
              <a:gd name="connsiteX85" fmla="*/ 3821793 w 10232859"/>
              <a:gd name="connsiteY85" fmla="*/ 151257 h 1705557"/>
              <a:gd name="connsiteX86" fmla="*/ 3824682 w 10232859"/>
              <a:gd name="connsiteY86" fmla="*/ 149833 h 1705557"/>
              <a:gd name="connsiteX87" fmla="*/ 3837536 w 10232859"/>
              <a:gd name="connsiteY87" fmla="*/ 148292 h 1705557"/>
              <a:gd name="connsiteX88" fmla="*/ 3839550 w 10232859"/>
              <a:gd name="connsiteY88" fmla="*/ 142661 h 1705557"/>
              <a:gd name="connsiteX89" fmla="*/ 3857743 w 10232859"/>
              <a:gd name="connsiteY89" fmla="*/ 136618 h 1705557"/>
              <a:gd name="connsiteX90" fmla="*/ 3881852 w 10232859"/>
              <a:gd name="connsiteY90" fmla="*/ 135231 h 1705557"/>
              <a:gd name="connsiteX91" fmla="*/ 3998088 w 10232859"/>
              <a:gd name="connsiteY91" fmla="*/ 134446 h 1705557"/>
              <a:gd name="connsiteX92" fmla="*/ 4066682 w 10232859"/>
              <a:gd name="connsiteY92" fmla="*/ 130661 h 1705557"/>
              <a:gd name="connsiteX93" fmla="*/ 4091246 w 10232859"/>
              <a:gd name="connsiteY93" fmla="*/ 124017 h 1705557"/>
              <a:gd name="connsiteX94" fmla="*/ 4126556 w 10232859"/>
              <a:gd name="connsiteY94" fmla="*/ 118239 h 1705557"/>
              <a:gd name="connsiteX95" fmla="*/ 4187717 w 10232859"/>
              <a:gd name="connsiteY95" fmla="*/ 104010 h 1705557"/>
              <a:gd name="connsiteX96" fmla="*/ 4220826 w 10232859"/>
              <a:gd name="connsiteY96" fmla="*/ 102505 h 1705557"/>
              <a:gd name="connsiteX97" fmla="*/ 4239014 w 10232859"/>
              <a:gd name="connsiteY97" fmla="*/ 97354 h 1705557"/>
              <a:gd name="connsiteX98" fmla="*/ 4246653 w 10232859"/>
              <a:gd name="connsiteY98" fmla="*/ 97874 h 1705557"/>
              <a:gd name="connsiteX99" fmla="*/ 4271841 w 10232859"/>
              <a:gd name="connsiteY99" fmla="*/ 96702 h 1705557"/>
              <a:gd name="connsiteX100" fmla="*/ 4286277 w 10232859"/>
              <a:gd name="connsiteY100" fmla="*/ 96687 h 1705557"/>
              <a:gd name="connsiteX101" fmla="*/ 4292025 w 10232859"/>
              <a:gd name="connsiteY101" fmla="*/ 96921 h 1705557"/>
              <a:gd name="connsiteX102" fmla="*/ 4304713 w 10232859"/>
              <a:gd name="connsiteY102" fmla="*/ 102187 h 1705557"/>
              <a:gd name="connsiteX103" fmla="*/ 4321285 w 10232859"/>
              <a:gd name="connsiteY103" fmla="*/ 100074 h 1705557"/>
              <a:gd name="connsiteX104" fmla="*/ 4339561 w 10232859"/>
              <a:gd name="connsiteY104" fmla="*/ 105320 h 1705557"/>
              <a:gd name="connsiteX105" fmla="*/ 4343990 w 10232859"/>
              <a:gd name="connsiteY105" fmla="*/ 101090 h 1705557"/>
              <a:gd name="connsiteX106" fmla="*/ 4358885 w 10232859"/>
              <a:gd name="connsiteY106" fmla="*/ 96778 h 1705557"/>
              <a:gd name="connsiteX107" fmla="*/ 4371648 w 10232859"/>
              <a:gd name="connsiteY107" fmla="*/ 101826 h 1705557"/>
              <a:gd name="connsiteX108" fmla="*/ 4398380 w 10232859"/>
              <a:gd name="connsiteY108" fmla="*/ 104961 h 1705557"/>
              <a:gd name="connsiteX109" fmla="*/ 4405729 w 10232859"/>
              <a:gd name="connsiteY109" fmla="*/ 104191 h 1705557"/>
              <a:gd name="connsiteX110" fmla="*/ 4431408 w 10232859"/>
              <a:gd name="connsiteY110" fmla="*/ 110825 h 1705557"/>
              <a:gd name="connsiteX111" fmla="*/ 4472183 w 10232859"/>
              <a:gd name="connsiteY111" fmla="*/ 116430 h 1705557"/>
              <a:gd name="connsiteX112" fmla="*/ 4518828 w 10232859"/>
              <a:gd name="connsiteY112" fmla="*/ 119114 h 1705557"/>
              <a:gd name="connsiteX113" fmla="*/ 4532040 w 10232859"/>
              <a:gd name="connsiteY113" fmla="*/ 124307 h 1705557"/>
              <a:gd name="connsiteX114" fmla="*/ 4617778 w 10232859"/>
              <a:gd name="connsiteY114" fmla="*/ 136993 h 1705557"/>
              <a:gd name="connsiteX115" fmla="*/ 4641872 w 10232859"/>
              <a:gd name="connsiteY115" fmla="*/ 140721 h 1705557"/>
              <a:gd name="connsiteX116" fmla="*/ 4662766 w 10232859"/>
              <a:gd name="connsiteY116" fmla="*/ 138952 h 1705557"/>
              <a:gd name="connsiteX117" fmla="*/ 4667770 w 10232859"/>
              <a:gd name="connsiteY117" fmla="*/ 134208 h 1705557"/>
              <a:gd name="connsiteX118" fmla="*/ 4681052 w 10232859"/>
              <a:gd name="connsiteY118" fmla="*/ 135461 h 1705557"/>
              <a:gd name="connsiteX119" fmla="*/ 4684624 w 10232859"/>
              <a:gd name="connsiteY119" fmla="*/ 134755 h 1705557"/>
              <a:gd name="connsiteX120" fmla="*/ 4705061 w 10232859"/>
              <a:gd name="connsiteY120" fmla="*/ 131748 h 1705557"/>
              <a:gd name="connsiteX121" fmla="*/ 4747746 w 10232859"/>
              <a:gd name="connsiteY121" fmla="*/ 151131 h 1705557"/>
              <a:gd name="connsiteX122" fmla="*/ 4801045 w 10232859"/>
              <a:gd name="connsiteY122" fmla="*/ 153753 h 1705557"/>
              <a:gd name="connsiteX123" fmla="*/ 5001600 w 10232859"/>
              <a:gd name="connsiteY123" fmla="*/ 196753 h 1705557"/>
              <a:gd name="connsiteX124" fmla="*/ 5033465 w 10232859"/>
              <a:gd name="connsiteY124" fmla="*/ 182429 h 1705557"/>
              <a:gd name="connsiteX125" fmla="*/ 5115965 w 10232859"/>
              <a:gd name="connsiteY125" fmla="*/ 192583 h 1705557"/>
              <a:gd name="connsiteX126" fmla="*/ 5237936 w 10232859"/>
              <a:gd name="connsiteY126" fmla="*/ 246022 h 1705557"/>
              <a:gd name="connsiteX127" fmla="*/ 5290566 w 10232859"/>
              <a:gd name="connsiteY127" fmla="*/ 269809 h 1705557"/>
              <a:gd name="connsiteX128" fmla="*/ 5344878 w 10232859"/>
              <a:gd name="connsiteY128" fmla="*/ 282874 h 1705557"/>
              <a:gd name="connsiteX129" fmla="*/ 5413398 w 10232859"/>
              <a:gd name="connsiteY129" fmla="*/ 282749 h 1705557"/>
              <a:gd name="connsiteX130" fmla="*/ 5415629 w 10232859"/>
              <a:gd name="connsiteY130" fmla="*/ 282282 h 1705557"/>
              <a:gd name="connsiteX131" fmla="*/ 5433078 w 10232859"/>
              <a:gd name="connsiteY131" fmla="*/ 286198 h 1705557"/>
              <a:gd name="connsiteX132" fmla="*/ 5435759 w 10232859"/>
              <a:gd name="connsiteY132" fmla="*/ 289614 h 1705557"/>
              <a:gd name="connsiteX133" fmla="*/ 5447372 w 10232859"/>
              <a:gd name="connsiteY133" fmla="*/ 293101 h 1705557"/>
              <a:gd name="connsiteX134" fmla="*/ 5469289 w 10232859"/>
              <a:gd name="connsiteY134" fmla="*/ 302134 h 1705557"/>
              <a:gd name="connsiteX135" fmla="*/ 5508752 w 10232859"/>
              <a:gd name="connsiteY135" fmla="*/ 312267 h 1705557"/>
              <a:gd name="connsiteX136" fmla="*/ 5509657 w 10232859"/>
              <a:gd name="connsiteY136" fmla="*/ 311450 h 1705557"/>
              <a:gd name="connsiteX137" fmla="*/ 5521245 w 10232859"/>
              <a:gd name="connsiteY137" fmla="*/ 310202 h 1705557"/>
              <a:gd name="connsiteX138" fmla="*/ 5542415 w 10232859"/>
              <a:gd name="connsiteY138" fmla="*/ 310009 h 1705557"/>
              <a:gd name="connsiteX139" fmla="*/ 5596538 w 10232859"/>
              <a:gd name="connsiteY139" fmla="*/ 297667 h 1705557"/>
              <a:gd name="connsiteX140" fmla="*/ 5632514 w 10232859"/>
              <a:gd name="connsiteY140" fmla="*/ 308476 h 1705557"/>
              <a:gd name="connsiteX141" fmla="*/ 5640005 w 10232859"/>
              <a:gd name="connsiteY141" fmla="*/ 310131 h 1705557"/>
              <a:gd name="connsiteX142" fmla="*/ 5640259 w 10232859"/>
              <a:gd name="connsiteY142" fmla="*/ 309949 h 1705557"/>
              <a:gd name="connsiteX143" fmla="*/ 5648365 w 10232859"/>
              <a:gd name="connsiteY143" fmla="*/ 311268 h 1705557"/>
              <a:gd name="connsiteX144" fmla="*/ 5653662 w 10232859"/>
              <a:gd name="connsiteY144" fmla="*/ 313149 h 1705557"/>
              <a:gd name="connsiteX145" fmla="*/ 5668196 w 10232859"/>
              <a:gd name="connsiteY145" fmla="*/ 316360 h 1705557"/>
              <a:gd name="connsiteX146" fmla="*/ 5673886 w 10232859"/>
              <a:gd name="connsiteY146" fmla="*/ 316040 h 1705557"/>
              <a:gd name="connsiteX147" fmla="*/ 5677139 w 10232859"/>
              <a:gd name="connsiteY147" fmla="*/ 313859 h 1705557"/>
              <a:gd name="connsiteX148" fmla="*/ 5708983 w 10232859"/>
              <a:gd name="connsiteY148" fmla="*/ 313188 h 1705557"/>
              <a:gd name="connsiteX149" fmla="*/ 5773909 w 10232859"/>
              <a:gd name="connsiteY149" fmla="*/ 318575 h 1705557"/>
              <a:gd name="connsiteX150" fmla="*/ 5809500 w 10232859"/>
              <a:gd name="connsiteY150" fmla="*/ 324964 h 1705557"/>
              <a:gd name="connsiteX151" fmla="*/ 5908729 w 10232859"/>
              <a:gd name="connsiteY151" fmla="*/ 338849 h 1705557"/>
              <a:gd name="connsiteX152" fmla="*/ 6009654 w 10232859"/>
              <a:gd name="connsiteY152" fmla="*/ 350040 h 1705557"/>
              <a:gd name="connsiteX153" fmla="*/ 6067487 w 10232859"/>
              <a:gd name="connsiteY153" fmla="*/ 340226 h 1705557"/>
              <a:gd name="connsiteX154" fmla="*/ 6073281 w 10232859"/>
              <a:gd name="connsiteY154" fmla="*/ 340830 h 1705557"/>
              <a:gd name="connsiteX155" fmla="*/ 6086225 w 10232859"/>
              <a:gd name="connsiteY155" fmla="*/ 346135 h 1705557"/>
              <a:gd name="connsiteX156" fmla="*/ 6105063 w 10232859"/>
              <a:gd name="connsiteY156" fmla="*/ 353854 h 1705557"/>
              <a:gd name="connsiteX157" fmla="*/ 6135796 w 10232859"/>
              <a:gd name="connsiteY157" fmla="*/ 369657 h 1705557"/>
              <a:gd name="connsiteX158" fmla="*/ 6195166 w 10232859"/>
              <a:gd name="connsiteY158" fmla="*/ 366704 h 1705557"/>
              <a:gd name="connsiteX159" fmla="*/ 6216259 w 10232859"/>
              <a:gd name="connsiteY159" fmla="*/ 369879 h 1705557"/>
              <a:gd name="connsiteX160" fmla="*/ 6228331 w 10232859"/>
              <a:gd name="connsiteY160" fmla="*/ 370548 h 1705557"/>
              <a:gd name="connsiteX161" fmla="*/ 6229602 w 10232859"/>
              <a:gd name="connsiteY161" fmla="*/ 369928 h 1705557"/>
              <a:gd name="connsiteX162" fmla="*/ 6258988 w 10232859"/>
              <a:gd name="connsiteY162" fmla="*/ 385174 h 1705557"/>
              <a:gd name="connsiteX163" fmla="*/ 6264106 w 10232859"/>
              <a:gd name="connsiteY163" fmla="*/ 385655 h 1705557"/>
              <a:gd name="connsiteX164" fmla="*/ 6281703 w 10232859"/>
              <a:gd name="connsiteY164" fmla="*/ 397568 h 1705557"/>
              <a:gd name="connsiteX165" fmla="*/ 6291622 w 10232859"/>
              <a:gd name="connsiteY165" fmla="*/ 402669 h 1705557"/>
              <a:gd name="connsiteX166" fmla="*/ 6292712 w 10232859"/>
              <a:gd name="connsiteY166" fmla="*/ 406285 h 1705557"/>
              <a:gd name="connsiteX167" fmla="*/ 6308227 w 10232859"/>
              <a:gd name="connsiteY167" fmla="*/ 412710 h 1705557"/>
              <a:gd name="connsiteX168" fmla="*/ 6328981 w 10232859"/>
              <a:gd name="connsiteY168" fmla="*/ 416009 h 1705557"/>
              <a:gd name="connsiteX169" fmla="*/ 6368693 w 10232859"/>
              <a:gd name="connsiteY169" fmla="*/ 424359 h 1705557"/>
              <a:gd name="connsiteX170" fmla="*/ 6414811 w 10232859"/>
              <a:gd name="connsiteY170" fmla="*/ 458714 h 1705557"/>
              <a:gd name="connsiteX171" fmla="*/ 6467879 w 10232859"/>
              <a:gd name="connsiteY171" fmla="*/ 474762 h 1705557"/>
              <a:gd name="connsiteX172" fmla="*/ 6564351 w 10232859"/>
              <a:gd name="connsiteY172" fmla="*/ 544032 h 1705557"/>
              <a:gd name="connsiteX173" fmla="*/ 6711178 w 10232859"/>
              <a:gd name="connsiteY173" fmla="*/ 580124 h 1705557"/>
              <a:gd name="connsiteX174" fmla="*/ 6764036 w 10232859"/>
              <a:gd name="connsiteY174" fmla="*/ 595457 h 1705557"/>
              <a:gd name="connsiteX175" fmla="*/ 6858983 w 10232859"/>
              <a:gd name="connsiteY175" fmla="*/ 630237 h 1705557"/>
              <a:gd name="connsiteX176" fmla="*/ 6910661 w 10232859"/>
              <a:gd name="connsiteY176" fmla="*/ 641134 h 1705557"/>
              <a:gd name="connsiteX177" fmla="*/ 6944111 w 10232859"/>
              <a:gd name="connsiteY177" fmla="*/ 666016 h 1705557"/>
              <a:gd name="connsiteX178" fmla="*/ 6965771 w 10232859"/>
              <a:gd name="connsiteY178" fmla="*/ 666445 h 1705557"/>
              <a:gd name="connsiteX179" fmla="*/ 6969639 w 10232859"/>
              <a:gd name="connsiteY179" fmla="*/ 666351 h 1705557"/>
              <a:gd name="connsiteX180" fmla="*/ 6982242 w 10232859"/>
              <a:gd name="connsiteY180" fmla="*/ 669626 h 1705557"/>
              <a:gd name="connsiteX181" fmla="*/ 6989387 w 10232859"/>
              <a:gd name="connsiteY181" fmla="*/ 665988 h 1705557"/>
              <a:gd name="connsiteX182" fmla="*/ 7010930 w 10232859"/>
              <a:gd name="connsiteY182" fmla="*/ 667648 h 1705557"/>
              <a:gd name="connsiteX183" fmla="*/ 7033125 w 10232859"/>
              <a:gd name="connsiteY183" fmla="*/ 674950 h 1705557"/>
              <a:gd name="connsiteX184" fmla="*/ 7134461 w 10232859"/>
              <a:gd name="connsiteY184" fmla="*/ 714706 h 1705557"/>
              <a:gd name="connsiteX185" fmla="*/ 7197450 w 10232859"/>
              <a:gd name="connsiteY185" fmla="*/ 735608 h 1705557"/>
              <a:gd name="connsiteX186" fmla="*/ 7225084 w 10232859"/>
              <a:gd name="connsiteY186" fmla="*/ 739019 h 1705557"/>
              <a:gd name="connsiteX187" fmla="*/ 7261183 w 10232859"/>
              <a:gd name="connsiteY187" fmla="*/ 746827 h 1705557"/>
              <a:gd name="connsiteX188" fmla="*/ 7327760 w 10232859"/>
              <a:gd name="connsiteY188" fmla="*/ 757100 h 1705557"/>
              <a:gd name="connsiteX189" fmla="*/ 7412222 w 10232859"/>
              <a:gd name="connsiteY189" fmla="*/ 777001 h 1705557"/>
              <a:gd name="connsiteX190" fmla="*/ 7457904 w 10232859"/>
              <a:gd name="connsiteY190" fmla="*/ 810835 h 1705557"/>
              <a:gd name="connsiteX191" fmla="*/ 7465795 w 10232859"/>
              <a:gd name="connsiteY191" fmla="*/ 809112 h 1705557"/>
              <a:gd name="connsiteX192" fmla="*/ 7505046 w 10232859"/>
              <a:gd name="connsiteY192" fmla="*/ 823031 h 1705557"/>
              <a:gd name="connsiteX193" fmla="*/ 7623220 w 10232859"/>
              <a:gd name="connsiteY193" fmla="*/ 895034 h 1705557"/>
              <a:gd name="connsiteX194" fmla="*/ 7700458 w 10232859"/>
              <a:gd name="connsiteY194" fmla="*/ 921593 h 1705557"/>
              <a:gd name="connsiteX195" fmla="*/ 7730988 w 10232859"/>
              <a:gd name="connsiteY195" fmla="*/ 927270 h 1705557"/>
              <a:gd name="connsiteX196" fmla="*/ 7781942 w 10232859"/>
              <a:gd name="connsiteY196" fmla="*/ 937017 h 1705557"/>
              <a:gd name="connsiteX197" fmla="*/ 7827704 w 10232859"/>
              <a:gd name="connsiteY197" fmla="*/ 935072 h 1705557"/>
              <a:gd name="connsiteX198" fmla="*/ 7867270 w 10232859"/>
              <a:gd name="connsiteY198" fmla="*/ 946880 h 1705557"/>
              <a:gd name="connsiteX199" fmla="*/ 7866538 w 10232859"/>
              <a:gd name="connsiteY199" fmla="*/ 961559 h 1705557"/>
              <a:gd name="connsiteX200" fmla="*/ 7912084 w 10232859"/>
              <a:gd name="connsiteY200" fmla="*/ 970314 h 1705557"/>
              <a:gd name="connsiteX201" fmla="*/ 7982264 w 10232859"/>
              <a:gd name="connsiteY201" fmla="*/ 982287 h 1705557"/>
              <a:gd name="connsiteX202" fmla="*/ 7991272 w 10232859"/>
              <a:gd name="connsiteY202" fmla="*/ 987618 h 1705557"/>
              <a:gd name="connsiteX203" fmla="*/ 8006496 w 10232859"/>
              <a:gd name="connsiteY203" fmla="*/ 979353 h 1705557"/>
              <a:gd name="connsiteX204" fmla="*/ 8034497 w 10232859"/>
              <a:gd name="connsiteY204" fmla="*/ 978568 h 1705557"/>
              <a:gd name="connsiteX205" fmla="*/ 8150881 w 10232859"/>
              <a:gd name="connsiteY205" fmla="*/ 996925 h 1705557"/>
              <a:gd name="connsiteX206" fmla="*/ 8172106 w 10232859"/>
              <a:gd name="connsiteY206" fmla="*/ 997026 h 1705557"/>
              <a:gd name="connsiteX207" fmla="*/ 8196076 w 10232859"/>
              <a:gd name="connsiteY207" fmla="*/ 1006592 h 1705557"/>
              <a:gd name="connsiteX208" fmla="*/ 8247463 w 10232859"/>
              <a:gd name="connsiteY208" fmla="*/ 1022846 h 1705557"/>
              <a:gd name="connsiteX209" fmla="*/ 8279272 w 10232859"/>
              <a:gd name="connsiteY209" fmla="*/ 1039435 h 1705557"/>
              <a:gd name="connsiteX210" fmla="*/ 8289611 w 10232859"/>
              <a:gd name="connsiteY210" fmla="*/ 1035144 h 1705557"/>
              <a:gd name="connsiteX211" fmla="*/ 8311483 w 10232859"/>
              <a:gd name="connsiteY211" fmla="*/ 1035913 h 1705557"/>
              <a:gd name="connsiteX212" fmla="*/ 8399489 w 10232859"/>
              <a:gd name="connsiteY212" fmla="*/ 1055076 h 1705557"/>
              <a:gd name="connsiteX213" fmla="*/ 8415973 w 10232859"/>
              <a:gd name="connsiteY213" fmla="*/ 1056174 h 1705557"/>
              <a:gd name="connsiteX214" fmla="*/ 8433326 w 10232859"/>
              <a:gd name="connsiteY214" fmla="*/ 1064395 h 1705557"/>
              <a:gd name="connsiteX215" fmla="*/ 8502328 w 10232859"/>
              <a:gd name="connsiteY215" fmla="*/ 1098012 h 1705557"/>
              <a:gd name="connsiteX216" fmla="*/ 8534346 w 10232859"/>
              <a:gd name="connsiteY216" fmla="*/ 1113494 h 1705557"/>
              <a:gd name="connsiteX217" fmla="*/ 8534980 w 10232859"/>
              <a:gd name="connsiteY217" fmla="*/ 1117375 h 1705557"/>
              <a:gd name="connsiteX218" fmla="*/ 8544104 w 10232859"/>
              <a:gd name="connsiteY218" fmla="*/ 1114920 h 1705557"/>
              <a:gd name="connsiteX219" fmla="*/ 8567742 w 10232859"/>
              <a:gd name="connsiteY219" fmla="*/ 1124104 h 1705557"/>
              <a:gd name="connsiteX220" fmla="*/ 8633779 w 10232859"/>
              <a:gd name="connsiteY220" fmla="*/ 1145740 h 1705557"/>
              <a:gd name="connsiteX221" fmla="*/ 8676965 w 10232859"/>
              <a:gd name="connsiteY221" fmla="*/ 1163463 h 1705557"/>
              <a:gd name="connsiteX222" fmla="*/ 8698944 w 10232859"/>
              <a:gd name="connsiteY222" fmla="*/ 1163453 h 1705557"/>
              <a:gd name="connsiteX223" fmla="*/ 8711456 w 10232859"/>
              <a:gd name="connsiteY223" fmla="*/ 1175731 h 1705557"/>
              <a:gd name="connsiteX224" fmla="*/ 8732793 w 10232859"/>
              <a:gd name="connsiteY224" fmla="*/ 1179486 h 1705557"/>
              <a:gd name="connsiteX225" fmla="*/ 8751897 w 10232859"/>
              <a:gd name="connsiteY225" fmla="*/ 1197400 h 1705557"/>
              <a:gd name="connsiteX226" fmla="*/ 8793564 w 10232859"/>
              <a:gd name="connsiteY226" fmla="*/ 1179086 h 1705557"/>
              <a:gd name="connsiteX227" fmla="*/ 8834270 w 10232859"/>
              <a:gd name="connsiteY227" fmla="*/ 1213138 h 1705557"/>
              <a:gd name="connsiteX228" fmla="*/ 8853872 w 10232859"/>
              <a:gd name="connsiteY228" fmla="*/ 1221228 h 1705557"/>
              <a:gd name="connsiteX229" fmla="*/ 8861901 w 10232859"/>
              <a:gd name="connsiteY229" fmla="*/ 1217889 h 1705557"/>
              <a:gd name="connsiteX230" fmla="*/ 8874168 w 10232859"/>
              <a:gd name="connsiteY230" fmla="*/ 1220481 h 1705557"/>
              <a:gd name="connsiteX231" fmla="*/ 8871123 w 10232859"/>
              <a:gd name="connsiteY231" fmla="*/ 1227674 h 1705557"/>
              <a:gd name="connsiteX232" fmla="*/ 8903537 w 10232859"/>
              <a:gd name="connsiteY232" fmla="*/ 1237102 h 1705557"/>
              <a:gd name="connsiteX233" fmla="*/ 8933767 w 10232859"/>
              <a:gd name="connsiteY233" fmla="*/ 1269882 h 1705557"/>
              <a:gd name="connsiteX234" fmla="*/ 8985765 w 10232859"/>
              <a:gd name="connsiteY234" fmla="*/ 1294178 h 1705557"/>
              <a:gd name="connsiteX235" fmla="*/ 9071444 w 10232859"/>
              <a:gd name="connsiteY235" fmla="*/ 1323819 h 1705557"/>
              <a:gd name="connsiteX236" fmla="*/ 9096711 w 10232859"/>
              <a:gd name="connsiteY236" fmla="*/ 1334291 h 1705557"/>
              <a:gd name="connsiteX237" fmla="*/ 9338853 w 10232859"/>
              <a:gd name="connsiteY237" fmla="*/ 1454560 h 1705557"/>
              <a:gd name="connsiteX238" fmla="*/ 9520814 w 10232859"/>
              <a:gd name="connsiteY238" fmla="*/ 1456341 h 1705557"/>
              <a:gd name="connsiteX239" fmla="*/ 9702271 w 10232859"/>
              <a:gd name="connsiteY239" fmla="*/ 1495067 h 1705557"/>
              <a:gd name="connsiteX240" fmla="*/ 9744273 w 10232859"/>
              <a:gd name="connsiteY240" fmla="*/ 1530026 h 1705557"/>
              <a:gd name="connsiteX241" fmla="*/ 9771903 w 10232859"/>
              <a:gd name="connsiteY241" fmla="*/ 1536548 h 1705557"/>
              <a:gd name="connsiteX242" fmla="*/ 9818565 w 10232859"/>
              <a:gd name="connsiteY242" fmla="*/ 1545059 h 1705557"/>
              <a:gd name="connsiteX243" fmla="*/ 9882202 w 10232859"/>
              <a:gd name="connsiteY243" fmla="*/ 1572402 h 1705557"/>
              <a:gd name="connsiteX244" fmla="*/ 10022025 w 10232859"/>
              <a:gd name="connsiteY244" fmla="*/ 1606210 h 1705557"/>
              <a:gd name="connsiteX245" fmla="*/ 10220406 w 10232859"/>
              <a:gd name="connsiteY245" fmla="*/ 1683519 h 1705557"/>
              <a:gd name="connsiteX246" fmla="*/ 10232859 w 10232859"/>
              <a:gd name="connsiteY246" fmla="*/ 1705557 h 1705557"/>
              <a:gd name="connsiteX247" fmla="*/ 0 w 10232859"/>
              <a:gd name="connsiteY247" fmla="*/ 1705557 h 1705557"/>
              <a:gd name="connsiteX248" fmla="*/ 0 w 10232859"/>
              <a:gd name="connsiteY248" fmla="*/ 28342 h 1705557"/>
              <a:gd name="connsiteX249" fmla="*/ 8097 w 10232859"/>
              <a:gd name="connsiteY249" fmla="*/ 30869 h 1705557"/>
              <a:gd name="connsiteX250" fmla="*/ 77128 w 10232859"/>
              <a:gd name="connsiteY250" fmla="*/ 13381 h 1705557"/>
              <a:gd name="connsiteX251" fmla="*/ 188338 w 10232859"/>
              <a:gd name="connsiteY251" fmla="*/ 11593 h 1705557"/>
              <a:gd name="connsiteX252" fmla="*/ 298809 w 10232859"/>
              <a:gd name="connsiteY252" fmla="*/ 12712 h 1705557"/>
              <a:gd name="connsiteX253" fmla="*/ 338985 w 10232859"/>
              <a:gd name="connsiteY253" fmla="*/ 14520 h 1705557"/>
              <a:gd name="connsiteX254" fmla="*/ 409815 w 10232859"/>
              <a:gd name="connsiteY254" fmla="*/ 11559 h 1705557"/>
              <a:gd name="connsiteX255" fmla="*/ 424169 w 10232859"/>
              <a:gd name="connsiteY255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42655 w 10232859"/>
              <a:gd name="connsiteY50" fmla="*/ 239080 h 1705557"/>
              <a:gd name="connsiteX51" fmla="*/ 2490341 w 10232859"/>
              <a:gd name="connsiteY51" fmla="*/ 217588 h 1705557"/>
              <a:gd name="connsiteX52" fmla="*/ 2588929 w 10232859"/>
              <a:gd name="connsiteY52" fmla="*/ 207494 h 1705557"/>
              <a:gd name="connsiteX53" fmla="*/ 2687426 w 10232859"/>
              <a:gd name="connsiteY53" fmla="*/ 200362 h 1705557"/>
              <a:gd name="connsiteX54" fmla="*/ 2723517 w 10232859"/>
              <a:gd name="connsiteY54" fmla="*/ 199166 h 1705557"/>
              <a:gd name="connsiteX55" fmla="*/ 2785956 w 10232859"/>
              <a:gd name="connsiteY55" fmla="*/ 190918 h 1705557"/>
              <a:gd name="connsiteX56" fmla="*/ 2813378 w 10232859"/>
              <a:gd name="connsiteY56" fmla="*/ 183347 h 1705557"/>
              <a:gd name="connsiteX57" fmla="*/ 2814782 w 10232859"/>
              <a:gd name="connsiteY57" fmla="*/ 183667 h 1705557"/>
              <a:gd name="connsiteX58" fmla="*/ 2816580 w 10232859"/>
              <a:gd name="connsiteY58" fmla="*/ 180880 h 1705557"/>
              <a:gd name="connsiteX59" fmla="*/ 2821623 w 10232859"/>
              <a:gd name="connsiteY59" fmla="*/ 179389 h 1705557"/>
              <a:gd name="connsiteX60" fmla="*/ 2836688 w 10232859"/>
              <a:gd name="connsiteY60" fmla="*/ 179485 h 1705557"/>
              <a:gd name="connsiteX61" fmla="*/ 2842564 w 10232859"/>
              <a:gd name="connsiteY61" fmla="*/ 180209 h 1705557"/>
              <a:gd name="connsiteX62" fmla="*/ 2850712 w 10232859"/>
              <a:gd name="connsiteY62" fmla="*/ 179804 h 1705557"/>
              <a:gd name="connsiteX63" fmla="*/ 2850846 w 10232859"/>
              <a:gd name="connsiteY63" fmla="*/ 179576 h 1705557"/>
              <a:gd name="connsiteX64" fmla="*/ 2858611 w 10232859"/>
              <a:gd name="connsiteY64" fmla="*/ 179626 h 1705557"/>
              <a:gd name="connsiteX65" fmla="*/ 2897454 w 10232859"/>
              <a:gd name="connsiteY65" fmla="*/ 182628 h 1705557"/>
              <a:gd name="connsiteX66" fmla="*/ 2940369 w 10232859"/>
              <a:gd name="connsiteY66" fmla="*/ 159458 h 1705557"/>
              <a:gd name="connsiteX67" fmla="*/ 2959670 w 10232859"/>
              <a:gd name="connsiteY67" fmla="*/ 154881 h 1705557"/>
              <a:gd name="connsiteX68" fmla="*/ 2969615 w 10232859"/>
              <a:gd name="connsiteY68" fmla="*/ 151269 h 1705557"/>
              <a:gd name="connsiteX69" fmla="*/ 2970000 w 10232859"/>
              <a:gd name="connsiteY69" fmla="*/ 150290 h 1705557"/>
              <a:gd name="connsiteX70" fmla="*/ 3007272 w 10232859"/>
              <a:gd name="connsiteY70" fmla="*/ 153280 h 1705557"/>
              <a:gd name="connsiteX71" fmla="*/ 3011677 w 10232859"/>
              <a:gd name="connsiteY71" fmla="*/ 151918 h 1705557"/>
              <a:gd name="connsiteX72" fmla="*/ 3036668 w 10232859"/>
              <a:gd name="connsiteY72" fmla="*/ 156118 h 1705557"/>
              <a:gd name="connsiteX73" fmla="*/ 3049208 w 10232859"/>
              <a:gd name="connsiteY73" fmla="*/ 157087 h 1705557"/>
              <a:gd name="connsiteX74" fmla="*/ 3053517 w 10232859"/>
              <a:gd name="connsiteY74" fmla="*/ 159836 h 1705557"/>
              <a:gd name="connsiteX75" fmla="*/ 3071637 w 10232859"/>
              <a:gd name="connsiteY75" fmla="*/ 160010 h 1705557"/>
              <a:gd name="connsiteX76" fmla="*/ 3110077 w 10232859"/>
              <a:gd name="connsiteY76" fmla="*/ 155716 h 1705557"/>
              <a:gd name="connsiteX77" fmla="*/ 3173743 w 10232859"/>
              <a:gd name="connsiteY77" fmla="*/ 166095 h 1705557"/>
              <a:gd name="connsiteX78" fmla="*/ 3254203 w 10232859"/>
              <a:gd name="connsiteY78" fmla="*/ 158270 h 1705557"/>
              <a:gd name="connsiteX79" fmla="*/ 3380350 w 10232859"/>
              <a:gd name="connsiteY79" fmla="*/ 157665 h 1705557"/>
              <a:gd name="connsiteX80" fmla="*/ 3476147 w 10232859"/>
              <a:gd name="connsiteY80" fmla="*/ 177439 h 1705557"/>
              <a:gd name="connsiteX81" fmla="*/ 3581876 w 10232859"/>
              <a:gd name="connsiteY81" fmla="*/ 156962 h 1705557"/>
              <a:gd name="connsiteX82" fmla="*/ 3704761 w 10232859"/>
              <a:gd name="connsiteY82" fmla="*/ 157006 h 1705557"/>
              <a:gd name="connsiteX83" fmla="*/ 3755040 w 10232859"/>
              <a:gd name="connsiteY83" fmla="*/ 148492 h 1705557"/>
              <a:gd name="connsiteX84" fmla="*/ 3804689 w 10232859"/>
              <a:gd name="connsiteY84" fmla="*/ 158407 h 1705557"/>
              <a:gd name="connsiteX85" fmla="*/ 3821793 w 10232859"/>
              <a:gd name="connsiteY85" fmla="*/ 151257 h 1705557"/>
              <a:gd name="connsiteX86" fmla="*/ 3824682 w 10232859"/>
              <a:gd name="connsiteY86" fmla="*/ 149833 h 1705557"/>
              <a:gd name="connsiteX87" fmla="*/ 3837536 w 10232859"/>
              <a:gd name="connsiteY87" fmla="*/ 148292 h 1705557"/>
              <a:gd name="connsiteX88" fmla="*/ 3839550 w 10232859"/>
              <a:gd name="connsiteY88" fmla="*/ 142661 h 1705557"/>
              <a:gd name="connsiteX89" fmla="*/ 3857743 w 10232859"/>
              <a:gd name="connsiteY89" fmla="*/ 136618 h 1705557"/>
              <a:gd name="connsiteX90" fmla="*/ 3881852 w 10232859"/>
              <a:gd name="connsiteY90" fmla="*/ 135231 h 1705557"/>
              <a:gd name="connsiteX91" fmla="*/ 3998088 w 10232859"/>
              <a:gd name="connsiteY91" fmla="*/ 134446 h 1705557"/>
              <a:gd name="connsiteX92" fmla="*/ 4066682 w 10232859"/>
              <a:gd name="connsiteY92" fmla="*/ 130661 h 1705557"/>
              <a:gd name="connsiteX93" fmla="*/ 4091246 w 10232859"/>
              <a:gd name="connsiteY93" fmla="*/ 124017 h 1705557"/>
              <a:gd name="connsiteX94" fmla="*/ 4126556 w 10232859"/>
              <a:gd name="connsiteY94" fmla="*/ 118239 h 1705557"/>
              <a:gd name="connsiteX95" fmla="*/ 4187717 w 10232859"/>
              <a:gd name="connsiteY95" fmla="*/ 104010 h 1705557"/>
              <a:gd name="connsiteX96" fmla="*/ 4220826 w 10232859"/>
              <a:gd name="connsiteY96" fmla="*/ 102505 h 1705557"/>
              <a:gd name="connsiteX97" fmla="*/ 4239014 w 10232859"/>
              <a:gd name="connsiteY97" fmla="*/ 97354 h 1705557"/>
              <a:gd name="connsiteX98" fmla="*/ 4246653 w 10232859"/>
              <a:gd name="connsiteY98" fmla="*/ 97874 h 1705557"/>
              <a:gd name="connsiteX99" fmla="*/ 4271841 w 10232859"/>
              <a:gd name="connsiteY99" fmla="*/ 96702 h 1705557"/>
              <a:gd name="connsiteX100" fmla="*/ 4286277 w 10232859"/>
              <a:gd name="connsiteY100" fmla="*/ 96687 h 1705557"/>
              <a:gd name="connsiteX101" fmla="*/ 4292025 w 10232859"/>
              <a:gd name="connsiteY101" fmla="*/ 96921 h 1705557"/>
              <a:gd name="connsiteX102" fmla="*/ 4304713 w 10232859"/>
              <a:gd name="connsiteY102" fmla="*/ 102187 h 1705557"/>
              <a:gd name="connsiteX103" fmla="*/ 4321285 w 10232859"/>
              <a:gd name="connsiteY103" fmla="*/ 100074 h 1705557"/>
              <a:gd name="connsiteX104" fmla="*/ 4339561 w 10232859"/>
              <a:gd name="connsiteY104" fmla="*/ 105320 h 1705557"/>
              <a:gd name="connsiteX105" fmla="*/ 4343990 w 10232859"/>
              <a:gd name="connsiteY105" fmla="*/ 101090 h 1705557"/>
              <a:gd name="connsiteX106" fmla="*/ 4358885 w 10232859"/>
              <a:gd name="connsiteY106" fmla="*/ 96778 h 1705557"/>
              <a:gd name="connsiteX107" fmla="*/ 4371648 w 10232859"/>
              <a:gd name="connsiteY107" fmla="*/ 101826 h 1705557"/>
              <a:gd name="connsiteX108" fmla="*/ 4398380 w 10232859"/>
              <a:gd name="connsiteY108" fmla="*/ 104961 h 1705557"/>
              <a:gd name="connsiteX109" fmla="*/ 4405729 w 10232859"/>
              <a:gd name="connsiteY109" fmla="*/ 104191 h 1705557"/>
              <a:gd name="connsiteX110" fmla="*/ 4431408 w 10232859"/>
              <a:gd name="connsiteY110" fmla="*/ 110825 h 1705557"/>
              <a:gd name="connsiteX111" fmla="*/ 4472183 w 10232859"/>
              <a:gd name="connsiteY111" fmla="*/ 116430 h 1705557"/>
              <a:gd name="connsiteX112" fmla="*/ 4518828 w 10232859"/>
              <a:gd name="connsiteY112" fmla="*/ 119114 h 1705557"/>
              <a:gd name="connsiteX113" fmla="*/ 4532040 w 10232859"/>
              <a:gd name="connsiteY113" fmla="*/ 124307 h 1705557"/>
              <a:gd name="connsiteX114" fmla="*/ 4617778 w 10232859"/>
              <a:gd name="connsiteY114" fmla="*/ 136993 h 1705557"/>
              <a:gd name="connsiteX115" fmla="*/ 4641872 w 10232859"/>
              <a:gd name="connsiteY115" fmla="*/ 140721 h 1705557"/>
              <a:gd name="connsiteX116" fmla="*/ 4662766 w 10232859"/>
              <a:gd name="connsiteY116" fmla="*/ 138952 h 1705557"/>
              <a:gd name="connsiteX117" fmla="*/ 4667770 w 10232859"/>
              <a:gd name="connsiteY117" fmla="*/ 134208 h 1705557"/>
              <a:gd name="connsiteX118" fmla="*/ 4681052 w 10232859"/>
              <a:gd name="connsiteY118" fmla="*/ 135461 h 1705557"/>
              <a:gd name="connsiteX119" fmla="*/ 4684624 w 10232859"/>
              <a:gd name="connsiteY119" fmla="*/ 134755 h 1705557"/>
              <a:gd name="connsiteX120" fmla="*/ 4705061 w 10232859"/>
              <a:gd name="connsiteY120" fmla="*/ 131748 h 1705557"/>
              <a:gd name="connsiteX121" fmla="*/ 4747746 w 10232859"/>
              <a:gd name="connsiteY121" fmla="*/ 151131 h 1705557"/>
              <a:gd name="connsiteX122" fmla="*/ 4801045 w 10232859"/>
              <a:gd name="connsiteY122" fmla="*/ 153753 h 1705557"/>
              <a:gd name="connsiteX123" fmla="*/ 5001600 w 10232859"/>
              <a:gd name="connsiteY123" fmla="*/ 196753 h 1705557"/>
              <a:gd name="connsiteX124" fmla="*/ 5033465 w 10232859"/>
              <a:gd name="connsiteY124" fmla="*/ 182429 h 1705557"/>
              <a:gd name="connsiteX125" fmla="*/ 5115965 w 10232859"/>
              <a:gd name="connsiteY125" fmla="*/ 192583 h 1705557"/>
              <a:gd name="connsiteX126" fmla="*/ 5237936 w 10232859"/>
              <a:gd name="connsiteY126" fmla="*/ 246022 h 1705557"/>
              <a:gd name="connsiteX127" fmla="*/ 5290566 w 10232859"/>
              <a:gd name="connsiteY127" fmla="*/ 269809 h 1705557"/>
              <a:gd name="connsiteX128" fmla="*/ 5344878 w 10232859"/>
              <a:gd name="connsiteY128" fmla="*/ 282874 h 1705557"/>
              <a:gd name="connsiteX129" fmla="*/ 5413398 w 10232859"/>
              <a:gd name="connsiteY129" fmla="*/ 282749 h 1705557"/>
              <a:gd name="connsiteX130" fmla="*/ 5415629 w 10232859"/>
              <a:gd name="connsiteY130" fmla="*/ 282282 h 1705557"/>
              <a:gd name="connsiteX131" fmla="*/ 5433078 w 10232859"/>
              <a:gd name="connsiteY131" fmla="*/ 286198 h 1705557"/>
              <a:gd name="connsiteX132" fmla="*/ 5435759 w 10232859"/>
              <a:gd name="connsiteY132" fmla="*/ 289614 h 1705557"/>
              <a:gd name="connsiteX133" fmla="*/ 5447372 w 10232859"/>
              <a:gd name="connsiteY133" fmla="*/ 293101 h 1705557"/>
              <a:gd name="connsiteX134" fmla="*/ 5469289 w 10232859"/>
              <a:gd name="connsiteY134" fmla="*/ 302134 h 1705557"/>
              <a:gd name="connsiteX135" fmla="*/ 5508752 w 10232859"/>
              <a:gd name="connsiteY135" fmla="*/ 312267 h 1705557"/>
              <a:gd name="connsiteX136" fmla="*/ 5509657 w 10232859"/>
              <a:gd name="connsiteY136" fmla="*/ 311450 h 1705557"/>
              <a:gd name="connsiteX137" fmla="*/ 5521245 w 10232859"/>
              <a:gd name="connsiteY137" fmla="*/ 310202 h 1705557"/>
              <a:gd name="connsiteX138" fmla="*/ 5542415 w 10232859"/>
              <a:gd name="connsiteY138" fmla="*/ 310009 h 1705557"/>
              <a:gd name="connsiteX139" fmla="*/ 5596538 w 10232859"/>
              <a:gd name="connsiteY139" fmla="*/ 297667 h 1705557"/>
              <a:gd name="connsiteX140" fmla="*/ 5632514 w 10232859"/>
              <a:gd name="connsiteY140" fmla="*/ 308476 h 1705557"/>
              <a:gd name="connsiteX141" fmla="*/ 5640005 w 10232859"/>
              <a:gd name="connsiteY141" fmla="*/ 310131 h 1705557"/>
              <a:gd name="connsiteX142" fmla="*/ 5640259 w 10232859"/>
              <a:gd name="connsiteY142" fmla="*/ 309949 h 1705557"/>
              <a:gd name="connsiteX143" fmla="*/ 5648365 w 10232859"/>
              <a:gd name="connsiteY143" fmla="*/ 311268 h 1705557"/>
              <a:gd name="connsiteX144" fmla="*/ 5653662 w 10232859"/>
              <a:gd name="connsiteY144" fmla="*/ 313149 h 1705557"/>
              <a:gd name="connsiteX145" fmla="*/ 5668196 w 10232859"/>
              <a:gd name="connsiteY145" fmla="*/ 316360 h 1705557"/>
              <a:gd name="connsiteX146" fmla="*/ 5673886 w 10232859"/>
              <a:gd name="connsiteY146" fmla="*/ 316040 h 1705557"/>
              <a:gd name="connsiteX147" fmla="*/ 5677139 w 10232859"/>
              <a:gd name="connsiteY147" fmla="*/ 313859 h 1705557"/>
              <a:gd name="connsiteX148" fmla="*/ 5708983 w 10232859"/>
              <a:gd name="connsiteY148" fmla="*/ 313188 h 1705557"/>
              <a:gd name="connsiteX149" fmla="*/ 5773909 w 10232859"/>
              <a:gd name="connsiteY149" fmla="*/ 318575 h 1705557"/>
              <a:gd name="connsiteX150" fmla="*/ 5809500 w 10232859"/>
              <a:gd name="connsiteY150" fmla="*/ 324964 h 1705557"/>
              <a:gd name="connsiteX151" fmla="*/ 5908729 w 10232859"/>
              <a:gd name="connsiteY151" fmla="*/ 338849 h 1705557"/>
              <a:gd name="connsiteX152" fmla="*/ 6009654 w 10232859"/>
              <a:gd name="connsiteY152" fmla="*/ 350040 h 1705557"/>
              <a:gd name="connsiteX153" fmla="*/ 6067487 w 10232859"/>
              <a:gd name="connsiteY153" fmla="*/ 340226 h 1705557"/>
              <a:gd name="connsiteX154" fmla="*/ 6073281 w 10232859"/>
              <a:gd name="connsiteY154" fmla="*/ 340830 h 1705557"/>
              <a:gd name="connsiteX155" fmla="*/ 6086225 w 10232859"/>
              <a:gd name="connsiteY155" fmla="*/ 346135 h 1705557"/>
              <a:gd name="connsiteX156" fmla="*/ 6105063 w 10232859"/>
              <a:gd name="connsiteY156" fmla="*/ 353854 h 1705557"/>
              <a:gd name="connsiteX157" fmla="*/ 6135796 w 10232859"/>
              <a:gd name="connsiteY157" fmla="*/ 369657 h 1705557"/>
              <a:gd name="connsiteX158" fmla="*/ 6195166 w 10232859"/>
              <a:gd name="connsiteY158" fmla="*/ 366704 h 1705557"/>
              <a:gd name="connsiteX159" fmla="*/ 6216259 w 10232859"/>
              <a:gd name="connsiteY159" fmla="*/ 369879 h 1705557"/>
              <a:gd name="connsiteX160" fmla="*/ 6228331 w 10232859"/>
              <a:gd name="connsiteY160" fmla="*/ 370548 h 1705557"/>
              <a:gd name="connsiteX161" fmla="*/ 6229602 w 10232859"/>
              <a:gd name="connsiteY161" fmla="*/ 369928 h 1705557"/>
              <a:gd name="connsiteX162" fmla="*/ 6258988 w 10232859"/>
              <a:gd name="connsiteY162" fmla="*/ 385174 h 1705557"/>
              <a:gd name="connsiteX163" fmla="*/ 6264106 w 10232859"/>
              <a:gd name="connsiteY163" fmla="*/ 385655 h 1705557"/>
              <a:gd name="connsiteX164" fmla="*/ 6281703 w 10232859"/>
              <a:gd name="connsiteY164" fmla="*/ 397568 h 1705557"/>
              <a:gd name="connsiteX165" fmla="*/ 6291622 w 10232859"/>
              <a:gd name="connsiteY165" fmla="*/ 402669 h 1705557"/>
              <a:gd name="connsiteX166" fmla="*/ 6292712 w 10232859"/>
              <a:gd name="connsiteY166" fmla="*/ 406285 h 1705557"/>
              <a:gd name="connsiteX167" fmla="*/ 6308227 w 10232859"/>
              <a:gd name="connsiteY167" fmla="*/ 412710 h 1705557"/>
              <a:gd name="connsiteX168" fmla="*/ 6328981 w 10232859"/>
              <a:gd name="connsiteY168" fmla="*/ 416009 h 1705557"/>
              <a:gd name="connsiteX169" fmla="*/ 6368693 w 10232859"/>
              <a:gd name="connsiteY169" fmla="*/ 424359 h 1705557"/>
              <a:gd name="connsiteX170" fmla="*/ 6414811 w 10232859"/>
              <a:gd name="connsiteY170" fmla="*/ 458714 h 1705557"/>
              <a:gd name="connsiteX171" fmla="*/ 6467879 w 10232859"/>
              <a:gd name="connsiteY171" fmla="*/ 474762 h 1705557"/>
              <a:gd name="connsiteX172" fmla="*/ 6564351 w 10232859"/>
              <a:gd name="connsiteY172" fmla="*/ 544032 h 1705557"/>
              <a:gd name="connsiteX173" fmla="*/ 6711178 w 10232859"/>
              <a:gd name="connsiteY173" fmla="*/ 580124 h 1705557"/>
              <a:gd name="connsiteX174" fmla="*/ 6764036 w 10232859"/>
              <a:gd name="connsiteY174" fmla="*/ 595457 h 1705557"/>
              <a:gd name="connsiteX175" fmla="*/ 6858983 w 10232859"/>
              <a:gd name="connsiteY175" fmla="*/ 630237 h 1705557"/>
              <a:gd name="connsiteX176" fmla="*/ 6910661 w 10232859"/>
              <a:gd name="connsiteY176" fmla="*/ 641134 h 1705557"/>
              <a:gd name="connsiteX177" fmla="*/ 6944111 w 10232859"/>
              <a:gd name="connsiteY177" fmla="*/ 666016 h 1705557"/>
              <a:gd name="connsiteX178" fmla="*/ 6965771 w 10232859"/>
              <a:gd name="connsiteY178" fmla="*/ 666445 h 1705557"/>
              <a:gd name="connsiteX179" fmla="*/ 6969639 w 10232859"/>
              <a:gd name="connsiteY179" fmla="*/ 666351 h 1705557"/>
              <a:gd name="connsiteX180" fmla="*/ 6982242 w 10232859"/>
              <a:gd name="connsiteY180" fmla="*/ 669626 h 1705557"/>
              <a:gd name="connsiteX181" fmla="*/ 6989387 w 10232859"/>
              <a:gd name="connsiteY181" fmla="*/ 665988 h 1705557"/>
              <a:gd name="connsiteX182" fmla="*/ 7010930 w 10232859"/>
              <a:gd name="connsiteY182" fmla="*/ 667648 h 1705557"/>
              <a:gd name="connsiteX183" fmla="*/ 7033125 w 10232859"/>
              <a:gd name="connsiteY183" fmla="*/ 674950 h 1705557"/>
              <a:gd name="connsiteX184" fmla="*/ 7134461 w 10232859"/>
              <a:gd name="connsiteY184" fmla="*/ 714706 h 1705557"/>
              <a:gd name="connsiteX185" fmla="*/ 7197450 w 10232859"/>
              <a:gd name="connsiteY185" fmla="*/ 735608 h 1705557"/>
              <a:gd name="connsiteX186" fmla="*/ 7225084 w 10232859"/>
              <a:gd name="connsiteY186" fmla="*/ 739019 h 1705557"/>
              <a:gd name="connsiteX187" fmla="*/ 7261183 w 10232859"/>
              <a:gd name="connsiteY187" fmla="*/ 746827 h 1705557"/>
              <a:gd name="connsiteX188" fmla="*/ 7327760 w 10232859"/>
              <a:gd name="connsiteY188" fmla="*/ 757100 h 1705557"/>
              <a:gd name="connsiteX189" fmla="*/ 7412222 w 10232859"/>
              <a:gd name="connsiteY189" fmla="*/ 777001 h 1705557"/>
              <a:gd name="connsiteX190" fmla="*/ 7457904 w 10232859"/>
              <a:gd name="connsiteY190" fmla="*/ 810835 h 1705557"/>
              <a:gd name="connsiteX191" fmla="*/ 7465795 w 10232859"/>
              <a:gd name="connsiteY191" fmla="*/ 809112 h 1705557"/>
              <a:gd name="connsiteX192" fmla="*/ 7505046 w 10232859"/>
              <a:gd name="connsiteY192" fmla="*/ 823031 h 1705557"/>
              <a:gd name="connsiteX193" fmla="*/ 7623220 w 10232859"/>
              <a:gd name="connsiteY193" fmla="*/ 895034 h 1705557"/>
              <a:gd name="connsiteX194" fmla="*/ 7700458 w 10232859"/>
              <a:gd name="connsiteY194" fmla="*/ 921593 h 1705557"/>
              <a:gd name="connsiteX195" fmla="*/ 7730988 w 10232859"/>
              <a:gd name="connsiteY195" fmla="*/ 927270 h 1705557"/>
              <a:gd name="connsiteX196" fmla="*/ 7781942 w 10232859"/>
              <a:gd name="connsiteY196" fmla="*/ 937017 h 1705557"/>
              <a:gd name="connsiteX197" fmla="*/ 7827704 w 10232859"/>
              <a:gd name="connsiteY197" fmla="*/ 935072 h 1705557"/>
              <a:gd name="connsiteX198" fmla="*/ 7867270 w 10232859"/>
              <a:gd name="connsiteY198" fmla="*/ 946880 h 1705557"/>
              <a:gd name="connsiteX199" fmla="*/ 7866538 w 10232859"/>
              <a:gd name="connsiteY199" fmla="*/ 961559 h 1705557"/>
              <a:gd name="connsiteX200" fmla="*/ 7912084 w 10232859"/>
              <a:gd name="connsiteY200" fmla="*/ 970314 h 1705557"/>
              <a:gd name="connsiteX201" fmla="*/ 7982264 w 10232859"/>
              <a:gd name="connsiteY201" fmla="*/ 982287 h 1705557"/>
              <a:gd name="connsiteX202" fmla="*/ 7991272 w 10232859"/>
              <a:gd name="connsiteY202" fmla="*/ 987618 h 1705557"/>
              <a:gd name="connsiteX203" fmla="*/ 8006496 w 10232859"/>
              <a:gd name="connsiteY203" fmla="*/ 979353 h 1705557"/>
              <a:gd name="connsiteX204" fmla="*/ 8034497 w 10232859"/>
              <a:gd name="connsiteY204" fmla="*/ 978568 h 1705557"/>
              <a:gd name="connsiteX205" fmla="*/ 8150881 w 10232859"/>
              <a:gd name="connsiteY205" fmla="*/ 996925 h 1705557"/>
              <a:gd name="connsiteX206" fmla="*/ 8172106 w 10232859"/>
              <a:gd name="connsiteY206" fmla="*/ 997026 h 1705557"/>
              <a:gd name="connsiteX207" fmla="*/ 8196076 w 10232859"/>
              <a:gd name="connsiteY207" fmla="*/ 1006592 h 1705557"/>
              <a:gd name="connsiteX208" fmla="*/ 8247463 w 10232859"/>
              <a:gd name="connsiteY208" fmla="*/ 1022846 h 1705557"/>
              <a:gd name="connsiteX209" fmla="*/ 8279272 w 10232859"/>
              <a:gd name="connsiteY209" fmla="*/ 1039435 h 1705557"/>
              <a:gd name="connsiteX210" fmla="*/ 8289611 w 10232859"/>
              <a:gd name="connsiteY210" fmla="*/ 1035144 h 1705557"/>
              <a:gd name="connsiteX211" fmla="*/ 8311483 w 10232859"/>
              <a:gd name="connsiteY211" fmla="*/ 1035913 h 1705557"/>
              <a:gd name="connsiteX212" fmla="*/ 8399489 w 10232859"/>
              <a:gd name="connsiteY212" fmla="*/ 1055076 h 1705557"/>
              <a:gd name="connsiteX213" fmla="*/ 8415973 w 10232859"/>
              <a:gd name="connsiteY213" fmla="*/ 1056174 h 1705557"/>
              <a:gd name="connsiteX214" fmla="*/ 8433326 w 10232859"/>
              <a:gd name="connsiteY214" fmla="*/ 1064395 h 1705557"/>
              <a:gd name="connsiteX215" fmla="*/ 8502328 w 10232859"/>
              <a:gd name="connsiteY215" fmla="*/ 1098012 h 1705557"/>
              <a:gd name="connsiteX216" fmla="*/ 8534346 w 10232859"/>
              <a:gd name="connsiteY216" fmla="*/ 1113494 h 1705557"/>
              <a:gd name="connsiteX217" fmla="*/ 8534980 w 10232859"/>
              <a:gd name="connsiteY217" fmla="*/ 1117375 h 1705557"/>
              <a:gd name="connsiteX218" fmla="*/ 8544104 w 10232859"/>
              <a:gd name="connsiteY218" fmla="*/ 1114920 h 1705557"/>
              <a:gd name="connsiteX219" fmla="*/ 8567742 w 10232859"/>
              <a:gd name="connsiteY219" fmla="*/ 1124104 h 1705557"/>
              <a:gd name="connsiteX220" fmla="*/ 8633779 w 10232859"/>
              <a:gd name="connsiteY220" fmla="*/ 1145740 h 1705557"/>
              <a:gd name="connsiteX221" fmla="*/ 8676965 w 10232859"/>
              <a:gd name="connsiteY221" fmla="*/ 1163463 h 1705557"/>
              <a:gd name="connsiteX222" fmla="*/ 8698944 w 10232859"/>
              <a:gd name="connsiteY222" fmla="*/ 1163453 h 1705557"/>
              <a:gd name="connsiteX223" fmla="*/ 8711456 w 10232859"/>
              <a:gd name="connsiteY223" fmla="*/ 1175731 h 1705557"/>
              <a:gd name="connsiteX224" fmla="*/ 8732793 w 10232859"/>
              <a:gd name="connsiteY224" fmla="*/ 1179486 h 1705557"/>
              <a:gd name="connsiteX225" fmla="*/ 8751897 w 10232859"/>
              <a:gd name="connsiteY225" fmla="*/ 1197400 h 1705557"/>
              <a:gd name="connsiteX226" fmla="*/ 8793564 w 10232859"/>
              <a:gd name="connsiteY226" fmla="*/ 1179086 h 1705557"/>
              <a:gd name="connsiteX227" fmla="*/ 8834270 w 10232859"/>
              <a:gd name="connsiteY227" fmla="*/ 1213138 h 1705557"/>
              <a:gd name="connsiteX228" fmla="*/ 8853872 w 10232859"/>
              <a:gd name="connsiteY228" fmla="*/ 1221228 h 1705557"/>
              <a:gd name="connsiteX229" fmla="*/ 8861901 w 10232859"/>
              <a:gd name="connsiteY229" fmla="*/ 1217889 h 1705557"/>
              <a:gd name="connsiteX230" fmla="*/ 8874168 w 10232859"/>
              <a:gd name="connsiteY230" fmla="*/ 1220481 h 1705557"/>
              <a:gd name="connsiteX231" fmla="*/ 8871123 w 10232859"/>
              <a:gd name="connsiteY231" fmla="*/ 1227674 h 1705557"/>
              <a:gd name="connsiteX232" fmla="*/ 8903537 w 10232859"/>
              <a:gd name="connsiteY232" fmla="*/ 1237102 h 1705557"/>
              <a:gd name="connsiteX233" fmla="*/ 8933767 w 10232859"/>
              <a:gd name="connsiteY233" fmla="*/ 1269882 h 1705557"/>
              <a:gd name="connsiteX234" fmla="*/ 8985765 w 10232859"/>
              <a:gd name="connsiteY234" fmla="*/ 1294178 h 1705557"/>
              <a:gd name="connsiteX235" fmla="*/ 9071444 w 10232859"/>
              <a:gd name="connsiteY235" fmla="*/ 1323819 h 1705557"/>
              <a:gd name="connsiteX236" fmla="*/ 9096711 w 10232859"/>
              <a:gd name="connsiteY236" fmla="*/ 1334291 h 1705557"/>
              <a:gd name="connsiteX237" fmla="*/ 9338853 w 10232859"/>
              <a:gd name="connsiteY237" fmla="*/ 1454560 h 1705557"/>
              <a:gd name="connsiteX238" fmla="*/ 9520814 w 10232859"/>
              <a:gd name="connsiteY238" fmla="*/ 1456341 h 1705557"/>
              <a:gd name="connsiteX239" fmla="*/ 9702271 w 10232859"/>
              <a:gd name="connsiteY239" fmla="*/ 1495067 h 1705557"/>
              <a:gd name="connsiteX240" fmla="*/ 9744273 w 10232859"/>
              <a:gd name="connsiteY240" fmla="*/ 1530026 h 1705557"/>
              <a:gd name="connsiteX241" fmla="*/ 9771903 w 10232859"/>
              <a:gd name="connsiteY241" fmla="*/ 1536548 h 1705557"/>
              <a:gd name="connsiteX242" fmla="*/ 9818565 w 10232859"/>
              <a:gd name="connsiteY242" fmla="*/ 1545059 h 1705557"/>
              <a:gd name="connsiteX243" fmla="*/ 9882202 w 10232859"/>
              <a:gd name="connsiteY243" fmla="*/ 1572402 h 1705557"/>
              <a:gd name="connsiteX244" fmla="*/ 10022025 w 10232859"/>
              <a:gd name="connsiteY244" fmla="*/ 1606210 h 1705557"/>
              <a:gd name="connsiteX245" fmla="*/ 10220406 w 10232859"/>
              <a:gd name="connsiteY245" fmla="*/ 1683519 h 1705557"/>
              <a:gd name="connsiteX246" fmla="*/ 10232859 w 10232859"/>
              <a:gd name="connsiteY246" fmla="*/ 1705557 h 1705557"/>
              <a:gd name="connsiteX247" fmla="*/ 0 w 10232859"/>
              <a:gd name="connsiteY247" fmla="*/ 1705557 h 1705557"/>
              <a:gd name="connsiteX248" fmla="*/ 0 w 10232859"/>
              <a:gd name="connsiteY248" fmla="*/ 28342 h 1705557"/>
              <a:gd name="connsiteX249" fmla="*/ 8097 w 10232859"/>
              <a:gd name="connsiteY249" fmla="*/ 30869 h 1705557"/>
              <a:gd name="connsiteX250" fmla="*/ 77128 w 10232859"/>
              <a:gd name="connsiteY250" fmla="*/ 13381 h 1705557"/>
              <a:gd name="connsiteX251" fmla="*/ 188338 w 10232859"/>
              <a:gd name="connsiteY251" fmla="*/ 11593 h 1705557"/>
              <a:gd name="connsiteX252" fmla="*/ 298809 w 10232859"/>
              <a:gd name="connsiteY252" fmla="*/ 12712 h 1705557"/>
              <a:gd name="connsiteX253" fmla="*/ 338985 w 10232859"/>
              <a:gd name="connsiteY253" fmla="*/ 14520 h 1705557"/>
              <a:gd name="connsiteX254" fmla="*/ 409815 w 10232859"/>
              <a:gd name="connsiteY254" fmla="*/ 11559 h 1705557"/>
              <a:gd name="connsiteX255" fmla="*/ 424169 w 10232859"/>
              <a:gd name="connsiteY255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37015 w 10232859"/>
              <a:gd name="connsiteY49" fmla="*/ 239698 h 1705557"/>
              <a:gd name="connsiteX50" fmla="*/ 2490341 w 10232859"/>
              <a:gd name="connsiteY50" fmla="*/ 217588 h 1705557"/>
              <a:gd name="connsiteX51" fmla="*/ 2588929 w 10232859"/>
              <a:gd name="connsiteY51" fmla="*/ 207494 h 1705557"/>
              <a:gd name="connsiteX52" fmla="*/ 2687426 w 10232859"/>
              <a:gd name="connsiteY52" fmla="*/ 200362 h 1705557"/>
              <a:gd name="connsiteX53" fmla="*/ 2723517 w 10232859"/>
              <a:gd name="connsiteY53" fmla="*/ 199166 h 1705557"/>
              <a:gd name="connsiteX54" fmla="*/ 2785956 w 10232859"/>
              <a:gd name="connsiteY54" fmla="*/ 190918 h 1705557"/>
              <a:gd name="connsiteX55" fmla="*/ 2813378 w 10232859"/>
              <a:gd name="connsiteY55" fmla="*/ 183347 h 1705557"/>
              <a:gd name="connsiteX56" fmla="*/ 2814782 w 10232859"/>
              <a:gd name="connsiteY56" fmla="*/ 183667 h 1705557"/>
              <a:gd name="connsiteX57" fmla="*/ 2816580 w 10232859"/>
              <a:gd name="connsiteY57" fmla="*/ 180880 h 1705557"/>
              <a:gd name="connsiteX58" fmla="*/ 2821623 w 10232859"/>
              <a:gd name="connsiteY58" fmla="*/ 179389 h 1705557"/>
              <a:gd name="connsiteX59" fmla="*/ 2836688 w 10232859"/>
              <a:gd name="connsiteY59" fmla="*/ 179485 h 1705557"/>
              <a:gd name="connsiteX60" fmla="*/ 2842564 w 10232859"/>
              <a:gd name="connsiteY60" fmla="*/ 180209 h 1705557"/>
              <a:gd name="connsiteX61" fmla="*/ 2850712 w 10232859"/>
              <a:gd name="connsiteY61" fmla="*/ 179804 h 1705557"/>
              <a:gd name="connsiteX62" fmla="*/ 2850846 w 10232859"/>
              <a:gd name="connsiteY62" fmla="*/ 179576 h 1705557"/>
              <a:gd name="connsiteX63" fmla="*/ 2858611 w 10232859"/>
              <a:gd name="connsiteY63" fmla="*/ 179626 h 1705557"/>
              <a:gd name="connsiteX64" fmla="*/ 2897454 w 10232859"/>
              <a:gd name="connsiteY64" fmla="*/ 182628 h 1705557"/>
              <a:gd name="connsiteX65" fmla="*/ 2940369 w 10232859"/>
              <a:gd name="connsiteY65" fmla="*/ 159458 h 1705557"/>
              <a:gd name="connsiteX66" fmla="*/ 2959670 w 10232859"/>
              <a:gd name="connsiteY66" fmla="*/ 154881 h 1705557"/>
              <a:gd name="connsiteX67" fmla="*/ 2969615 w 10232859"/>
              <a:gd name="connsiteY67" fmla="*/ 151269 h 1705557"/>
              <a:gd name="connsiteX68" fmla="*/ 2970000 w 10232859"/>
              <a:gd name="connsiteY68" fmla="*/ 150290 h 1705557"/>
              <a:gd name="connsiteX69" fmla="*/ 3007272 w 10232859"/>
              <a:gd name="connsiteY69" fmla="*/ 153280 h 1705557"/>
              <a:gd name="connsiteX70" fmla="*/ 3011677 w 10232859"/>
              <a:gd name="connsiteY70" fmla="*/ 151918 h 1705557"/>
              <a:gd name="connsiteX71" fmla="*/ 3036668 w 10232859"/>
              <a:gd name="connsiteY71" fmla="*/ 156118 h 1705557"/>
              <a:gd name="connsiteX72" fmla="*/ 3049208 w 10232859"/>
              <a:gd name="connsiteY72" fmla="*/ 157087 h 1705557"/>
              <a:gd name="connsiteX73" fmla="*/ 3053517 w 10232859"/>
              <a:gd name="connsiteY73" fmla="*/ 159836 h 1705557"/>
              <a:gd name="connsiteX74" fmla="*/ 3071637 w 10232859"/>
              <a:gd name="connsiteY74" fmla="*/ 160010 h 1705557"/>
              <a:gd name="connsiteX75" fmla="*/ 3110077 w 10232859"/>
              <a:gd name="connsiteY75" fmla="*/ 155716 h 1705557"/>
              <a:gd name="connsiteX76" fmla="*/ 3173743 w 10232859"/>
              <a:gd name="connsiteY76" fmla="*/ 166095 h 1705557"/>
              <a:gd name="connsiteX77" fmla="*/ 3254203 w 10232859"/>
              <a:gd name="connsiteY77" fmla="*/ 158270 h 1705557"/>
              <a:gd name="connsiteX78" fmla="*/ 3380350 w 10232859"/>
              <a:gd name="connsiteY78" fmla="*/ 157665 h 1705557"/>
              <a:gd name="connsiteX79" fmla="*/ 3476147 w 10232859"/>
              <a:gd name="connsiteY79" fmla="*/ 177439 h 1705557"/>
              <a:gd name="connsiteX80" fmla="*/ 3581876 w 10232859"/>
              <a:gd name="connsiteY80" fmla="*/ 156962 h 1705557"/>
              <a:gd name="connsiteX81" fmla="*/ 3704761 w 10232859"/>
              <a:gd name="connsiteY81" fmla="*/ 157006 h 1705557"/>
              <a:gd name="connsiteX82" fmla="*/ 3755040 w 10232859"/>
              <a:gd name="connsiteY82" fmla="*/ 148492 h 1705557"/>
              <a:gd name="connsiteX83" fmla="*/ 3804689 w 10232859"/>
              <a:gd name="connsiteY83" fmla="*/ 158407 h 1705557"/>
              <a:gd name="connsiteX84" fmla="*/ 3821793 w 10232859"/>
              <a:gd name="connsiteY84" fmla="*/ 151257 h 1705557"/>
              <a:gd name="connsiteX85" fmla="*/ 3824682 w 10232859"/>
              <a:gd name="connsiteY85" fmla="*/ 149833 h 1705557"/>
              <a:gd name="connsiteX86" fmla="*/ 3837536 w 10232859"/>
              <a:gd name="connsiteY86" fmla="*/ 148292 h 1705557"/>
              <a:gd name="connsiteX87" fmla="*/ 3839550 w 10232859"/>
              <a:gd name="connsiteY87" fmla="*/ 142661 h 1705557"/>
              <a:gd name="connsiteX88" fmla="*/ 3857743 w 10232859"/>
              <a:gd name="connsiteY88" fmla="*/ 136618 h 1705557"/>
              <a:gd name="connsiteX89" fmla="*/ 3881852 w 10232859"/>
              <a:gd name="connsiteY89" fmla="*/ 135231 h 1705557"/>
              <a:gd name="connsiteX90" fmla="*/ 3998088 w 10232859"/>
              <a:gd name="connsiteY90" fmla="*/ 134446 h 1705557"/>
              <a:gd name="connsiteX91" fmla="*/ 4066682 w 10232859"/>
              <a:gd name="connsiteY91" fmla="*/ 130661 h 1705557"/>
              <a:gd name="connsiteX92" fmla="*/ 4091246 w 10232859"/>
              <a:gd name="connsiteY92" fmla="*/ 124017 h 1705557"/>
              <a:gd name="connsiteX93" fmla="*/ 4126556 w 10232859"/>
              <a:gd name="connsiteY93" fmla="*/ 118239 h 1705557"/>
              <a:gd name="connsiteX94" fmla="*/ 4187717 w 10232859"/>
              <a:gd name="connsiteY94" fmla="*/ 104010 h 1705557"/>
              <a:gd name="connsiteX95" fmla="*/ 4220826 w 10232859"/>
              <a:gd name="connsiteY95" fmla="*/ 102505 h 1705557"/>
              <a:gd name="connsiteX96" fmla="*/ 4239014 w 10232859"/>
              <a:gd name="connsiteY96" fmla="*/ 97354 h 1705557"/>
              <a:gd name="connsiteX97" fmla="*/ 4246653 w 10232859"/>
              <a:gd name="connsiteY97" fmla="*/ 97874 h 1705557"/>
              <a:gd name="connsiteX98" fmla="*/ 4271841 w 10232859"/>
              <a:gd name="connsiteY98" fmla="*/ 96702 h 1705557"/>
              <a:gd name="connsiteX99" fmla="*/ 4286277 w 10232859"/>
              <a:gd name="connsiteY99" fmla="*/ 96687 h 1705557"/>
              <a:gd name="connsiteX100" fmla="*/ 4292025 w 10232859"/>
              <a:gd name="connsiteY100" fmla="*/ 96921 h 1705557"/>
              <a:gd name="connsiteX101" fmla="*/ 4304713 w 10232859"/>
              <a:gd name="connsiteY101" fmla="*/ 102187 h 1705557"/>
              <a:gd name="connsiteX102" fmla="*/ 4321285 w 10232859"/>
              <a:gd name="connsiteY102" fmla="*/ 100074 h 1705557"/>
              <a:gd name="connsiteX103" fmla="*/ 4339561 w 10232859"/>
              <a:gd name="connsiteY103" fmla="*/ 105320 h 1705557"/>
              <a:gd name="connsiteX104" fmla="*/ 4343990 w 10232859"/>
              <a:gd name="connsiteY104" fmla="*/ 101090 h 1705557"/>
              <a:gd name="connsiteX105" fmla="*/ 4358885 w 10232859"/>
              <a:gd name="connsiteY105" fmla="*/ 96778 h 1705557"/>
              <a:gd name="connsiteX106" fmla="*/ 4371648 w 10232859"/>
              <a:gd name="connsiteY106" fmla="*/ 101826 h 1705557"/>
              <a:gd name="connsiteX107" fmla="*/ 4398380 w 10232859"/>
              <a:gd name="connsiteY107" fmla="*/ 104961 h 1705557"/>
              <a:gd name="connsiteX108" fmla="*/ 4405729 w 10232859"/>
              <a:gd name="connsiteY108" fmla="*/ 104191 h 1705557"/>
              <a:gd name="connsiteX109" fmla="*/ 4431408 w 10232859"/>
              <a:gd name="connsiteY109" fmla="*/ 110825 h 1705557"/>
              <a:gd name="connsiteX110" fmla="*/ 4472183 w 10232859"/>
              <a:gd name="connsiteY110" fmla="*/ 116430 h 1705557"/>
              <a:gd name="connsiteX111" fmla="*/ 4518828 w 10232859"/>
              <a:gd name="connsiteY111" fmla="*/ 119114 h 1705557"/>
              <a:gd name="connsiteX112" fmla="*/ 4532040 w 10232859"/>
              <a:gd name="connsiteY112" fmla="*/ 124307 h 1705557"/>
              <a:gd name="connsiteX113" fmla="*/ 4617778 w 10232859"/>
              <a:gd name="connsiteY113" fmla="*/ 136993 h 1705557"/>
              <a:gd name="connsiteX114" fmla="*/ 4641872 w 10232859"/>
              <a:gd name="connsiteY114" fmla="*/ 140721 h 1705557"/>
              <a:gd name="connsiteX115" fmla="*/ 4662766 w 10232859"/>
              <a:gd name="connsiteY115" fmla="*/ 138952 h 1705557"/>
              <a:gd name="connsiteX116" fmla="*/ 4667770 w 10232859"/>
              <a:gd name="connsiteY116" fmla="*/ 134208 h 1705557"/>
              <a:gd name="connsiteX117" fmla="*/ 4681052 w 10232859"/>
              <a:gd name="connsiteY117" fmla="*/ 135461 h 1705557"/>
              <a:gd name="connsiteX118" fmla="*/ 4684624 w 10232859"/>
              <a:gd name="connsiteY118" fmla="*/ 134755 h 1705557"/>
              <a:gd name="connsiteX119" fmla="*/ 4705061 w 10232859"/>
              <a:gd name="connsiteY119" fmla="*/ 131748 h 1705557"/>
              <a:gd name="connsiteX120" fmla="*/ 4747746 w 10232859"/>
              <a:gd name="connsiteY120" fmla="*/ 151131 h 1705557"/>
              <a:gd name="connsiteX121" fmla="*/ 4801045 w 10232859"/>
              <a:gd name="connsiteY121" fmla="*/ 153753 h 1705557"/>
              <a:gd name="connsiteX122" fmla="*/ 5001600 w 10232859"/>
              <a:gd name="connsiteY122" fmla="*/ 196753 h 1705557"/>
              <a:gd name="connsiteX123" fmla="*/ 5033465 w 10232859"/>
              <a:gd name="connsiteY123" fmla="*/ 182429 h 1705557"/>
              <a:gd name="connsiteX124" fmla="*/ 5115965 w 10232859"/>
              <a:gd name="connsiteY124" fmla="*/ 192583 h 1705557"/>
              <a:gd name="connsiteX125" fmla="*/ 5237936 w 10232859"/>
              <a:gd name="connsiteY125" fmla="*/ 246022 h 1705557"/>
              <a:gd name="connsiteX126" fmla="*/ 5290566 w 10232859"/>
              <a:gd name="connsiteY126" fmla="*/ 269809 h 1705557"/>
              <a:gd name="connsiteX127" fmla="*/ 5344878 w 10232859"/>
              <a:gd name="connsiteY127" fmla="*/ 282874 h 1705557"/>
              <a:gd name="connsiteX128" fmla="*/ 5413398 w 10232859"/>
              <a:gd name="connsiteY128" fmla="*/ 282749 h 1705557"/>
              <a:gd name="connsiteX129" fmla="*/ 5415629 w 10232859"/>
              <a:gd name="connsiteY129" fmla="*/ 282282 h 1705557"/>
              <a:gd name="connsiteX130" fmla="*/ 5433078 w 10232859"/>
              <a:gd name="connsiteY130" fmla="*/ 286198 h 1705557"/>
              <a:gd name="connsiteX131" fmla="*/ 5435759 w 10232859"/>
              <a:gd name="connsiteY131" fmla="*/ 289614 h 1705557"/>
              <a:gd name="connsiteX132" fmla="*/ 5447372 w 10232859"/>
              <a:gd name="connsiteY132" fmla="*/ 293101 h 1705557"/>
              <a:gd name="connsiteX133" fmla="*/ 5469289 w 10232859"/>
              <a:gd name="connsiteY133" fmla="*/ 302134 h 1705557"/>
              <a:gd name="connsiteX134" fmla="*/ 5508752 w 10232859"/>
              <a:gd name="connsiteY134" fmla="*/ 312267 h 1705557"/>
              <a:gd name="connsiteX135" fmla="*/ 5509657 w 10232859"/>
              <a:gd name="connsiteY135" fmla="*/ 311450 h 1705557"/>
              <a:gd name="connsiteX136" fmla="*/ 5521245 w 10232859"/>
              <a:gd name="connsiteY136" fmla="*/ 310202 h 1705557"/>
              <a:gd name="connsiteX137" fmla="*/ 5542415 w 10232859"/>
              <a:gd name="connsiteY137" fmla="*/ 310009 h 1705557"/>
              <a:gd name="connsiteX138" fmla="*/ 5596538 w 10232859"/>
              <a:gd name="connsiteY138" fmla="*/ 297667 h 1705557"/>
              <a:gd name="connsiteX139" fmla="*/ 5632514 w 10232859"/>
              <a:gd name="connsiteY139" fmla="*/ 308476 h 1705557"/>
              <a:gd name="connsiteX140" fmla="*/ 5640005 w 10232859"/>
              <a:gd name="connsiteY140" fmla="*/ 310131 h 1705557"/>
              <a:gd name="connsiteX141" fmla="*/ 5640259 w 10232859"/>
              <a:gd name="connsiteY141" fmla="*/ 309949 h 1705557"/>
              <a:gd name="connsiteX142" fmla="*/ 5648365 w 10232859"/>
              <a:gd name="connsiteY142" fmla="*/ 311268 h 1705557"/>
              <a:gd name="connsiteX143" fmla="*/ 5653662 w 10232859"/>
              <a:gd name="connsiteY143" fmla="*/ 313149 h 1705557"/>
              <a:gd name="connsiteX144" fmla="*/ 5668196 w 10232859"/>
              <a:gd name="connsiteY144" fmla="*/ 316360 h 1705557"/>
              <a:gd name="connsiteX145" fmla="*/ 5673886 w 10232859"/>
              <a:gd name="connsiteY145" fmla="*/ 316040 h 1705557"/>
              <a:gd name="connsiteX146" fmla="*/ 5677139 w 10232859"/>
              <a:gd name="connsiteY146" fmla="*/ 313859 h 1705557"/>
              <a:gd name="connsiteX147" fmla="*/ 5708983 w 10232859"/>
              <a:gd name="connsiteY147" fmla="*/ 313188 h 1705557"/>
              <a:gd name="connsiteX148" fmla="*/ 5773909 w 10232859"/>
              <a:gd name="connsiteY148" fmla="*/ 318575 h 1705557"/>
              <a:gd name="connsiteX149" fmla="*/ 5809500 w 10232859"/>
              <a:gd name="connsiteY149" fmla="*/ 324964 h 1705557"/>
              <a:gd name="connsiteX150" fmla="*/ 5908729 w 10232859"/>
              <a:gd name="connsiteY150" fmla="*/ 338849 h 1705557"/>
              <a:gd name="connsiteX151" fmla="*/ 6009654 w 10232859"/>
              <a:gd name="connsiteY151" fmla="*/ 350040 h 1705557"/>
              <a:gd name="connsiteX152" fmla="*/ 6067487 w 10232859"/>
              <a:gd name="connsiteY152" fmla="*/ 340226 h 1705557"/>
              <a:gd name="connsiteX153" fmla="*/ 6073281 w 10232859"/>
              <a:gd name="connsiteY153" fmla="*/ 340830 h 1705557"/>
              <a:gd name="connsiteX154" fmla="*/ 6086225 w 10232859"/>
              <a:gd name="connsiteY154" fmla="*/ 346135 h 1705557"/>
              <a:gd name="connsiteX155" fmla="*/ 6105063 w 10232859"/>
              <a:gd name="connsiteY155" fmla="*/ 353854 h 1705557"/>
              <a:gd name="connsiteX156" fmla="*/ 6135796 w 10232859"/>
              <a:gd name="connsiteY156" fmla="*/ 369657 h 1705557"/>
              <a:gd name="connsiteX157" fmla="*/ 6195166 w 10232859"/>
              <a:gd name="connsiteY157" fmla="*/ 366704 h 1705557"/>
              <a:gd name="connsiteX158" fmla="*/ 6216259 w 10232859"/>
              <a:gd name="connsiteY158" fmla="*/ 369879 h 1705557"/>
              <a:gd name="connsiteX159" fmla="*/ 6228331 w 10232859"/>
              <a:gd name="connsiteY159" fmla="*/ 370548 h 1705557"/>
              <a:gd name="connsiteX160" fmla="*/ 6229602 w 10232859"/>
              <a:gd name="connsiteY160" fmla="*/ 369928 h 1705557"/>
              <a:gd name="connsiteX161" fmla="*/ 6258988 w 10232859"/>
              <a:gd name="connsiteY161" fmla="*/ 385174 h 1705557"/>
              <a:gd name="connsiteX162" fmla="*/ 6264106 w 10232859"/>
              <a:gd name="connsiteY162" fmla="*/ 385655 h 1705557"/>
              <a:gd name="connsiteX163" fmla="*/ 6281703 w 10232859"/>
              <a:gd name="connsiteY163" fmla="*/ 397568 h 1705557"/>
              <a:gd name="connsiteX164" fmla="*/ 6291622 w 10232859"/>
              <a:gd name="connsiteY164" fmla="*/ 402669 h 1705557"/>
              <a:gd name="connsiteX165" fmla="*/ 6292712 w 10232859"/>
              <a:gd name="connsiteY165" fmla="*/ 406285 h 1705557"/>
              <a:gd name="connsiteX166" fmla="*/ 6308227 w 10232859"/>
              <a:gd name="connsiteY166" fmla="*/ 412710 h 1705557"/>
              <a:gd name="connsiteX167" fmla="*/ 6328981 w 10232859"/>
              <a:gd name="connsiteY167" fmla="*/ 416009 h 1705557"/>
              <a:gd name="connsiteX168" fmla="*/ 6368693 w 10232859"/>
              <a:gd name="connsiteY168" fmla="*/ 424359 h 1705557"/>
              <a:gd name="connsiteX169" fmla="*/ 6414811 w 10232859"/>
              <a:gd name="connsiteY169" fmla="*/ 458714 h 1705557"/>
              <a:gd name="connsiteX170" fmla="*/ 6467879 w 10232859"/>
              <a:gd name="connsiteY170" fmla="*/ 474762 h 1705557"/>
              <a:gd name="connsiteX171" fmla="*/ 6564351 w 10232859"/>
              <a:gd name="connsiteY171" fmla="*/ 544032 h 1705557"/>
              <a:gd name="connsiteX172" fmla="*/ 6711178 w 10232859"/>
              <a:gd name="connsiteY172" fmla="*/ 580124 h 1705557"/>
              <a:gd name="connsiteX173" fmla="*/ 6764036 w 10232859"/>
              <a:gd name="connsiteY173" fmla="*/ 595457 h 1705557"/>
              <a:gd name="connsiteX174" fmla="*/ 6858983 w 10232859"/>
              <a:gd name="connsiteY174" fmla="*/ 630237 h 1705557"/>
              <a:gd name="connsiteX175" fmla="*/ 6910661 w 10232859"/>
              <a:gd name="connsiteY175" fmla="*/ 641134 h 1705557"/>
              <a:gd name="connsiteX176" fmla="*/ 6944111 w 10232859"/>
              <a:gd name="connsiteY176" fmla="*/ 666016 h 1705557"/>
              <a:gd name="connsiteX177" fmla="*/ 6965771 w 10232859"/>
              <a:gd name="connsiteY177" fmla="*/ 666445 h 1705557"/>
              <a:gd name="connsiteX178" fmla="*/ 6969639 w 10232859"/>
              <a:gd name="connsiteY178" fmla="*/ 666351 h 1705557"/>
              <a:gd name="connsiteX179" fmla="*/ 6982242 w 10232859"/>
              <a:gd name="connsiteY179" fmla="*/ 669626 h 1705557"/>
              <a:gd name="connsiteX180" fmla="*/ 6989387 w 10232859"/>
              <a:gd name="connsiteY180" fmla="*/ 665988 h 1705557"/>
              <a:gd name="connsiteX181" fmla="*/ 7010930 w 10232859"/>
              <a:gd name="connsiteY181" fmla="*/ 667648 h 1705557"/>
              <a:gd name="connsiteX182" fmla="*/ 7033125 w 10232859"/>
              <a:gd name="connsiteY182" fmla="*/ 674950 h 1705557"/>
              <a:gd name="connsiteX183" fmla="*/ 7134461 w 10232859"/>
              <a:gd name="connsiteY183" fmla="*/ 714706 h 1705557"/>
              <a:gd name="connsiteX184" fmla="*/ 7197450 w 10232859"/>
              <a:gd name="connsiteY184" fmla="*/ 735608 h 1705557"/>
              <a:gd name="connsiteX185" fmla="*/ 7225084 w 10232859"/>
              <a:gd name="connsiteY185" fmla="*/ 739019 h 1705557"/>
              <a:gd name="connsiteX186" fmla="*/ 7261183 w 10232859"/>
              <a:gd name="connsiteY186" fmla="*/ 746827 h 1705557"/>
              <a:gd name="connsiteX187" fmla="*/ 7327760 w 10232859"/>
              <a:gd name="connsiteY187" fmla="*/ 757100 h 1705557"/>
              <a:gd name="connsiteX188" fmla="*/ 7412222 w 10232859"/>
              <a:gd name="connsiteY188" fmla="*/ 777001 h 1705557"/>
              <a:gd name="connsiteX189" fmla="*/ 7457904 w 10232859"/>
              <a:gd name="connsiteY189" fmla="*/ 810835 h 1705557"/>
              <a:gd name="connsiteX190" fmla="*/ 7465795 w 10232859"/>
              <a:gd name="connsiteY190" fmla="*/ 809112 h 1705557"/>
              <a:gd name="connsiteX191" fmla="*/ 7505046 w 10232859"/>
              <a:gd name="connsiteY191" fmla="*/ 823031 h 1705557"/>
              <a:gd name="connsiteX192" fmla="*/ 7623220 w 10232859"/>
              <a:gd name="connsiteY192" fmla="*/ 895034 h 1705557"/>
              <a:gd name="connsiteX193" fmla="*/ 7700458 w 10232859"/>
              <a:gd name="connsiteY193" fmla="*/ 921593 h 1705557"/>
              <a:gd name="connsiteX194" fmla="*/ 7730988 w 10232859"/>
              <a:gd name="connsiteY194" fmla="*/ 927270 h 1705557"/>
              <a:gd name="connsiteX195" fmla="*/ 7781942 w 10232859"/>
              <a:gd name="connsiteY195" fmla="*/ 937017 h 1705557"/>
              <a:gd name="connsiteX196" fmla="*/ 7827704 w 10232859"/>
              <a:gd name="connsiteY196" fmla="*/ 935072 h 1705557"/>
              <a:gd name="connsiteX197" fmla="*/ 7867270 w 10232859"/>
              <a:gd name="connsiteY197" fmla="*/ 946880 h 1705557"/>
              <a:gd name="connsiteX198" fmla="*/ 7866538 w 10232859"/>
              <a:gd name="connsiteY198" fmla="*/ 961559 h 1705557"/>
              <a:gd name="connsiteX199" fmla="*/ 7912084 w 10232859"/>
              <a:gd name="connsiteY199" fmla="*/ 970314 h 1705557"/>
              <a:gd name="connsiteX200" fmla="*/ 7982264 w 10232859"/>
              <a:gd name="connsiteY200" fmla="*/ 982287 h 1705557"/>
              <a:gd name="connsiteX201" fmla="*/ 7991272 w 10232859"/>
              <a:gd name="connsiteY201" fmla="*/ 987618 h 1705557"/>
              <a:gd name="connsiteX202" fmla="*/ 8006496 w 10232859"/>
              <a:gd name="connsiteY202" fmla="*/ 979353 h 1705557"/>
              <a:gd name="connsiteX203" fmla="*/ 8034497 w 10232859"/>
              <a:gd name="connsiteY203" fmla="*/ 978568 h 1705557"/>
              <a:gd name="connsiteX204" fmla="*/ 8150881 w 10232859"/>
              <a:gd name="connsiteY204" fmla="*/ 996925 h 1705557"/>
              <a:gd name="connsiteX205" fmla="*/ 8172106 w 10232859"/>
              <a:gd name="connsiteY205" fmla="*/ 997026 h 1705557"/>
              <a:gd name="connsiteX206" fmla="*/ 8196076 w 10232859"/>
              <a:gd name="connsiteY206" fmla="*/ 1006592 h 1705557"/>
              <a:gd name="connsiteX207" fmla="*/ 8247463 w 10232859"/>
              <a:gd name="connsiteY207" fmla="*/ 1022846 h 1705557"/>
              <a:gd name="connsiteX208" fmla="*/ 8279272 w 10232859"/>
              <a:gd name="connsiteY208" fmla="*/ 1039435 h 1705557"/>
              <a:gd name="connsiteX209" fmla="*/ 8289611 w 10232859"/>
              <a:gd name="connsiteY209" fmla="*/ 1035144 h 1705557"/>
              <a:gd name="connsiteX210" fmla="*/ 8311483 w 10232859"/>
              <a:gd name="connsiteY210" fmla="*/ 1035913 h 1705557"/>
              <a:gd name="connsiteX211" fmla="*/ 8399489 w 10232859"/>
              <a:gd name="connsiteY211" fmla="*/ 1055076 h 1705557"/>
              <a:gd name="connsiteX212" fmla="*/ 8415973 w 10232859"/>
              <a:gd name="connsiteY212" fmla="*/ 1056174 h 1705557"/>
              <a:gd name="connsiteX213" fmla="*/ 8433326 w 10232859"/>
              <a:gd name="connsiteY213" fmla="*/ 1064395 h 1705557"/>
              <a:gd name="connsiteX214" fmla="*/ 8502328 w 10232859"/>
              <a:gd name="connsiteY214" fmla="*/ 1098012 h 1705557"/>
              <a:gd name="connsiteX215" fmla="*/ 8534346 w 10232859"/>
              <a:gd name="connsiteY215" fmla="*/ 1113494 h 1705557"/>
              <a:gd name="connsiteX216" fmla="*/ 8534980 w 10232859"/>
              <a:gd name="connsiteY216" fmla="*/ 1117375 h 1705557"/>
              <a:gd name="connsiteX217" fmla="*/ 8544104 w 10232859"/>
              <a:gd name="connsiteY217" fmla="*/ 1114920 h 1705557"/>
              <a:gd name="connsiteX218" fmla="*/ 8567742 w 10232859"/>
              <a:gd name="connsiteY218" fmla="*/ 1124104 h 1705557"/>
              <a:gd name="connsiteX219" fmla="*/ 8633779 w 10232859"/>
              <a:gd name="connsiteY219" fmla="*/ 1145740 h 1705557"/>
              <a:gd name="connsiteX220" fmla="*/ 8676965 w 10232859"/>
              <a:gd name="connsiteY220" fmla="*/ 1163463 h 1705557"/>
              <a:gd name="connsiteX221" fmla="*/ 8698944 w 10232859"/>
              <a:gd name="connsiteY221" fmla="*/ 1163453 h 1705557"/>
              <a:gd name="connsiteX222" fmla="*/ 8711456 w 10232859"/>
              <a:gd name="connsiteY222" fmla="*/ 1175731 h 1705557"/>
              <a:gd name="connsiteX223" fmla="*/ 8732793 w 10232859"/>
              <a:gd name="connsiteY223" fmla="*/ 1179486 h 1705557"/>
              <a:gd name="connsiteX224" fmla="*/ 8751897 w 10232859"/>
              <a:gd name="connsiteY224" fmla="*/ 1197400 h 1705557"/>
              <a:gd name="connsiteX225" fmla="*/ 8793564 w 10232859"/>
              <a:gd name="connsiteY225" fmla="*/ 1179086 h 1705557"/>
              <a:gd name="connsiteX226" fmla="*/ 8834270 w 10232859"/>
              <a:gd name="connsiteY226" fmla="*/ 1213138 h 1705557"/>
              <a:gd name="connsiteX227" fmla="*/ 8853872 w 10232859"/>
              <a:gd name="connsiteY227" fmla="*/ 1221228 h 1705557"/>
              <a:gd name="connsiteX228" fmla="*/ 8861901 w 10232859"/>
              <a:gd name="connsiteY228" fmla="*/ 1217889 h 1705557"/>
              <a:gd name="connsiteX229" fmla="*/ 8874168 w 10232859"/>
              <a:gd name="connsiteY229" fmla="*/ 1220481 h 1705557"/>
              <a:gd name="connsiteX230" fmla="*/ 8871123 w 10232859"/>
              <a:gd name="connsiteY230" fmla="*/ 1227674 h 1705557"/>
              <a:gd name="connsiteX231" fmla="*/ 8903537 w 10232859"/>
              <a:gd name="connsiteY231" fmla="*/ 1237102 h 1705557"/>
              <a:gd name="connsiteX232" fmla="*/ 8933767 w 10232859"/>
              <a:gd name="connsiteY232" fmla="*/ 1269882 h 1705557"/>
              <a:gd name="connsiteX233" fmla="*/ 8985765 w 10232859"/>
              <a:gd name="connsiteY233" fmla="*/ 1294178 h 1705557"/>
              <a:gd name="connsiteX234" fmla="*/ 9071444 w 10232859"/>
              <a:gd name="connsiteY234" fmla="*/ 1323819 h 1705557"/>
              <a:gd name="connsiteX235" fmla="*/ 9096711 w 10232859"/>
              <a:gd name="connsiteY235" fmla="*/ 1334291 h 1705557"/>
              <a:gd name="connsiteX236" fmla="*/ 9338853 w 10232859"/>
              <a:gd name="connsiteY236" fmla="*/ 1454560 h 1705557"/>
              <a:gd name="connsiteX237" fmla="*/ 9520814 w 10232859"/>
              <a:gd name="connsiteY237" fmla="*/ 1456341 h 1705557"/>
              <a:gd name="connsiteX238" fmla="*/ 9702271 w 10232859"/>
              <a:gd name="connsiteY238" fmla="*/ 1495067 h 1705557"/>
              <a:gd name="connsiteX239" fmla="*/ 9744273 w 10232859"/>
              <a:gd name="connsiteY239" fmla="*/ 1530026 h 1705557"/>
              <a:gd name="connsiteX240" fmla="*/ 9771903 w 10232859"/>
              <a:gd name="connsiteY240" fmla="*/ 1536548 h 1705557"/>
              <a:gd name="connsiteX241" fmla="*/ 9818565 w 10232859"/>
              <a:gd name="connsiteY241" fmla="*/ 1545059 h 1705557"/>
              <a:gd name="connsiteX242" fmla="*/ 9882202 w 10232859"/>
              <a:gd name="connsiteY242" fmla="*/ 1572402 h 1705557"/>
              <a:gd name="connsiteX243" fmla="*/ 10022025 w 10232859"/>
              <a:gd name="connsiteY243" fmla="*/ 1606210 h 1705557"/>
              <a:gd name="connsiteX244" fmla="*/ 10220406 w 10232859"/>
              <a:gd name="connsiteY244" fmla="*/ 1683519 h 1705557"/>
              <a:gd name="connsiteX245" fmla="*/ 10232859 w 10232859"/>
              <a:gd name="connsiteY245" fmla="*/ 1705557 h 1705557"/>
              <a:gd name="connsiteX246" fmla="*/ 0 w 10232859"/>
              <a:gd name="connsiteY246" fmla="*/ 1705557 h 1705557"/>
              <a:gd name="connsiteX247" fmla="*/ 0 w 10232859"/>
              <a:gd name="connsiteY247" fmla="*/ 28342 h 1705557"/>
              <a:gd name="connsiteX248" fmla="*/ 8097 w 10232859"/>
              <a:gd name="connsiteY248" fmla="*/ 30869 h 1705557"/>
              <a:gd name="connsiteX249" fmla="*/ 77128 w 10232859"/>
              <a:gd name="connsiteY249" fmla="*/ 13381 h 1705557"/>
              <a:gd name="connsiteX250" fmla="*/ 188338 w 10232859"/>
              <a:gd name="connsiteY250" fmla="*/ 11593 h 1705557"/>
              <a:gd name="connsiteX251" fmla="*/ 298809 w 10232859"/>
              <a:gd name="connsiteY251" fmla="*/ 12712 h 1705557"/>
              <a:gd name="connsiteX252" fmla="*/ 338985 w 10232859"/>
              <a:gd name="connsiteY252" fmla="*/ 14520 h 1705557"/>
              <a:gd name="connsiteX253" fmla="*/ 409815 w 10232859"/>
              <a:gd name="connsiteY253" fmla="*/ 11559 h 1705557"/>
              <a:gd name="connsiteX254" fmla="*/ 424169 w 10232859"/>
              <a:gd name="connsiteY254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793580 w 10232859"/>
              <a:gd name="connsiteY27" fmla="*/ 138955 h 1705557"/>
              <a:gd name="connsiteX28" fmla="*/ 1876587 w 10232859"/>
              <a:gd name="connsiteY28" fmla="*/ 144797 h 1705557"/>
              <a:gd name="connsiteX29" fmla="*/ 2002612 w 10232859"/>
              <a:gd name="connsiteY29" fmla="*/ 191856 h 1705557"/>
              <a:gd name="connsiteX30" fmla="*/ 2155278 w 10232859"/>
              <a:gd name="connsiteY30" fmla="*/ 204338 h 1705557"/>
              <a:gd name="connsiteX31" fmla="*/ 2166398 w 10232859"/>
              <a:gd name="connsiteY31" fmla="*/ 213479 h 1705557"/>
              <a:gd name="connsiteX32" fmla="*/ 2180455 w 10232859"/>
              <a:gd name="connsiteY32" fmla="*/ 219408 h 1705557"/>
              <a:gd name="connsiteX33" fmla="*/ 2182638 w 10232859"/>
              <a:gd name="connsiteY33" fmla="*/ 218827 h 1705557"/>
              <a:gd name="connsiteX34" fmla="*/ 2200348 w 10232859"/>
              <a:gd name="connsiteY34" fmla="*/ 221830 h 1705557"/>
              <a:gd name="connsiteX35" fmla="*/ 2203307 w 10232859"/>
              <a:gd name="connsiteY35" fmla="*/ 225104 h 1705557"/>
              <a:gd name="connsiteX36" fmla="*/ 2215170 w 10232859"/>
              <a:gd name="connsiteY36" fmla="*/ 227986 h 1705557"/>
              <a:gd name="connsiteX37" fmla="*/ 2237765 w 10232859"/>
              <a:gd name="connsiteY37" fmla="*/ 235871 h 1705557"/>
              <a:gd name="connsiteX38" fmla="*/ 2242719 w 10232859"/>
              <a:gd name="connsiteY38" fmla="*/ 235274 h 1705557"/>
              <a:gd name="connsiteX39" fmla="*/ 2277928 w 10232859"/>
              <a:gd name="connsiteY39" fmla="*/ 243941 h 1705557"/>
              <a:gd name="connsiteX40" fmla="*/ 2278759 w 10232859"/>
              <a:gd name="connsiteY40" fmla="*/ 243077 h 1705557"/>
              <a:gd name="connsiteX41" fmla="*/ 2290187 w 10232859"/>
              <a:gd name="connsiteY41" fmla="*/ 241223 h 1705557"/>
              <a:gd name="connsiteX42" fmla="*/ 2311246 w 10232859"/>
              <a:gd name="connsiteY42" fmla="*/ 239922 h 1705557"/>
              <a:gd name="connsiteX43" fmla="*/ 2364066 w 10232859"/>
              <a:gd name="connsiteY43" fmla="*/ 224751 h 1705557"/>
              <a:gd name="connsiteX44" fmla="*/ 2400814 w 10232859"/>
              <a:gd name="connsiteY44" fmla="*/ 233679 h 1705557"/>
              <a:gd name="connsiteX45" fmla="*/ 2408414 w 10232859"/>
              <a:gd name="connsiteY45" fmla="*/ 234943 h 1705557"/>
              <a:gd name="connsiteX46" fmla="*/ 2408650 w 10232859"/>
              <a:gd name="connsiteY46" fmla="*/ 234748 h 1705557"/>
              <a:gd name="connsiteX47" fmla="*/ 2416835 w 10232859"/>
              <a:gd name="connsiteY47" fmla="*/ 235642 h 1705557"/>
              <a:gd name="connsiteX48" fmla="*/ 2422271 w 10232859"/>
              <a:gd name="connsiteY48" fmla="*/ 237247 h 1705557"/>
              <a:gd name="connsiteX49" fmla="*/ 2490341 w 10232859"/>
              <a:gd name="connsiteY49" fmla="*/ 217588 h 1705557"/>
              <a:gd name="connsiteX50" fmla="*/ 2588929 w 10232859"/>
              <a:gd name="connsiteY50" fmla="*/ 207494 h 1705557"/>
              <a:gd name="connsiteX51" fmla="*/ 2687426 w 10232859"/>
              <a:gd name="connsiteY51" fmla="*/ 200362 h 1705557"/>
              <a:gd name="connsiteX52" fmla="*/ 2723517 w 10232859"/>
              <a:gd name="connsiteY52" fmla="*/ 199166 h 1705557"/>
              <a:gd name="connsiteX53" fmla="*/ 2785956 w 10232859"/>
              <a:gd name="connsiteY53" fmla="*/ 190918 h 1705557"/>
              <a:gd name="connsiteX54" fmla="*/ 2813378 w 10232859"/>
              <a:gd name="connsiteY54" fmla="*/ 183347 h 1705557"/>
              <a:gd name="connsiteX55" fmla="*/ 2814782 w 10232859"/>
              <a:gd name="connsiteY55" fmla="*/ 183667 h 1705557"/>
              <a:gd name="connsiteX56" fmla="*/ 2816580 w 10232859"/>
              <a:gd name="connsiteY56" fmla="*/ 180880 h 1705557"/>
              <a:gd name="connsiteX57" fmla="*/ 2821623 w 10232859"/>
              <a:gd name="connsiteY57" fmla="*/ 179389 h 1705557"/>
              <a:gd name="connsiteX58" fmla="*/ 2836688 w 10232859"/>
              <a:gd name="connsiteY58" fmla="*/ 179485 h 1705557"/>
              <a:gd name="connsiteX59" fmla="*/ 2842564 w 10232859"/>
              <a:gd name="connsiteY59" fmla="*/ 180209 h 1705557"/>
              <a:gd name="connsiteX60" fmla="*/ 2850712 w 10232859"/>
              <a:gd name="connsiteY60" fmla="*/ 179804 h 1705557"/>
              <a:gd name="connsiteX61" fmla="*/ 2850846 w 10232859"/>
              <a:gd name="connsiteY61" fmla="*/ 179576 h 1705557"/>
              <a:gd name="connsiteX62" fmla="*/ 2858611 w 10232859"/>
              <a:gd name="connsiteY62" fmla="*/ 179626 h 1705557"/>
              <a:gd name="connsiteX63" fmla="*/ 2897454 w 10232859"/>
              <a:gd name="connsiteY63" fmla="*/ 182628 h 1705557"/>
              <a:gd name="connsiteX64" fmla="*/ 2940369 w 10232859"/>
              <a:gd name="connsiteY64" fmla="*/ 159458 h 1705557"/>
              <a:gd name="connsiteX65" fmla="*/ 2959670 w 10232859"/>
              <a:gd name="connsiteY65" fmla="*/ 154881 h 1705557"/>
              <a:gd name="connsiteX66" fmla="*/ 2969615 w 10232859"/>
              <a:gd name="connsiteY66" fmla="*/ 151269 h 1705557"/>
              <a:gd name="connsiteX67" fmla="*/ 2970000 w 10232859"/>
              <a:gd name="connsiteY67" fmla="*/ 150290 h 1705557"/>
              <a:gd name="connsiteX68" fmla="*/ 3007272 w 10232859"/>
              <a:gd name="connsiteY68" fmla="*/ 153280 h 1705557"/>
              <a:gd name="connsiteX69" fmla="*/ 3011677 w 10232859"/>
              <a:gd name="connsiteY69" fmla="*/ 151918 h 1705557"/>
              <a:gd name="connsiteX70" fmla="*/ 3036668 w 10232859"/>
              <a:gd name="connsiteY70" fmla="*/ 156118 h 1705557"/>
              <a:gd name="connsiteX71" fmla="*/ 3049208 w 10232859"/>
              <a:gd name="connsiteY71" fmla="*/ 157087 h 1705557"/>
              <a:gd name="connsiteX72" fmla="*/ 3053517 w 10232859"/>
              <a:gd name="connsiteY72" fmla="*/ 159836 h 1705557"/>
              <a:gd name="connsiteX73" fmla="*/ 3071637 w 10232859"/>
              <a:gd name="connsiteY73" fmla="*/ 160010 h 1705557"/>
              <a:gd name="connsiteX74" fmla="*/ 3110077 w 10232859"/>
              <a:gd name="connsiteY74" fmla="*/ 155716 h 1705557"/>
              <a:gd name="connsiteX75" fmla="*/ 3173743 w 10232859"/>
              <a:gd name="connsiteY75" fmla="*/ 166095 h 1705557"/>
              <a:gd name="connsiteX76" fmla="*/ 3254203 w 10232859"/>
              <a:gd name="connsiteY76" fmla="*/ 158270 h 1705557"/>
              <a:gd name="connsiteX77" fmla="*/ 3380350 w 10232859"/>
              <a:gd name="connsiteY77" fmla="*/ 157665 h 1705557"/>
              <a:gd name="connsiteX78" fmla="*/ 3476147 w 10232859"/>
              <a:gd name="connsiteY78" fmla="*/ 177439 h 1705557"/>
              <a:gd name="connsiteX79" fmla="*/ 3581876 w 10232859"/>
              <a:gd name="connsiteY79" fmla="*/ 156962 h 1705557"/>
              <a:gd name="connsiteX80" fmla="*/ 3704761 w 10232859"/>
              <a:gd name="connsiteY80" fmla="*/ 157006 h 1705557"/>
              <a:gd name="connsiteX81" fmla="*/ 3755040 w 10232859"/>
              <a:gd name="connsiteY81" fmla="*/ 148492 h 1705557"/>
              <a:gd name="connsiteX82" fmla="*/ 3804689 w 10232859"/>
              <a:gd name="connsiteY82" fmla="*/ 158407 h 1705557"/>
              <a:gd name="connsiteX83" fmla="*/ 3821793 w 10232859"/>
              <a:gd name="connsiteY83" fmla="*/ 151257 h 1705557"/>
              <a:gd name="connsiteX84" fmla="*/ 3824682 w 10232859"/>
              <a:gd name="connsiteY84" fmla="*/ 149833 h 1705557"/>
              <a:gd name="connsiteX85" fmla="*/ 3837536 w 10232859"/>
              <a:gd name="connsiteY85" fmla="*/ 148292 h 1705557"/>
              <a:gd name="connsiteX86" fmla="*/ 3839550 w 10232859"/>
              <a:gd name="connsiteY86" fmla="*/ 142661 h 1705557"/>
              <a:gd name="connsiteX87" fmla="*/ 3857743 w 10232859"/>
              <a:gd name="connsiteY87" fmla="*/ 136618 h 1705557"/>
              <a:gd name="connsiteX88" fmla="*/ 3881852 w 10232859"/>
              <a:gd name="connsiteY88" fmla="*/ 135231 h 1705557"/>
              <a:gd name="connsiteX89" fmla="*/ 3998088 w 10232859"/>
              <a:gd name="connsiteY89" fmla="*/ 134446 h 1705557"/>
              <a:gd name="connsiteX90" fmla="*/ 4066682 w 10232859"/>
              <a:gd name="connsiteY90" fmla="*/ 130661 h 1705557"/>
              <a:gd name="connsiteX91" fmla="*/ 4091246 w 10232859"/>
              <a:gd name="connsiteY91" fmla="*/ 124017 h 1705557"/>
              <a:gd name="connsiteX92" fmla="*/ 4126556 w 10232859"/>
              <a:gd name="connsiteY92" fmla="*/ 118239 h 1705557"/>
              <a:gd name="connsiteX93" fmla="*/ 4187717 w 10232859"/>
              <a:gd name="connsiteY93" fmla="*/ 104010 h 1705557"/>
              <a:gd name="connsiteX94" fmla="*/ 4220826 w 10232859"/>
              <a:gd name="connsiteY94" fmla="*/ 102505 h 1705557"/>
              <a:gd name="connsiteX95" fmla="*/ 4239014 w 10232859"/>
              <a:gd name="connsiteY95" fmla="*/ 97354 h 1705557"/>
              <a:gd name="connsiteX96" fmla="*/ 4246653 w 10232859"/>
              <a:gd name="connsiteY96" fmla="*/ 97874 h 1705557"/>
              <a:gd name="connsiteX97" fmla="*/ 4271841 w 10232859"/>
              <a:gd name="connsiteY97" fmla="*/ 96702 h 1705557"/>
              <a:gd name="connsiteX98" fmla="*/ 4286277 w 10232859"/>
              <a:gd name="connsiteY98" fmla="*/ 96687 h 1705557"/>
              <a:gd name="connsiteX99" fmla="*/ 4292025 w 10232859"/>
              <a:gd name="connsiteY99" fmla="*/ 96921 h 1705557"/>
              <a:gd name="connsiteX100" fmla="*/ 4304713 w 10232859"/>
              <a:gd name="connsiteY100" fmla="*/ 102187 h 1705557"/>
              <a:gd name="connsiteX101" fmla="*/ 4321285 w 10232859"/>
              <a:gd name="connsiteY101" fmla="*/ 100074 h 1705557"/>
              <a:gd name="connsiteX102" fmla="*/ 4339561 w 10232859"/>
              <a:gd name="connsiteY102" fmla="*/ 105320 h 1705557"/>
              <a:gd name="connsiteX103" fmla="*/ 4343990 w 10232859"/>
              <a:gd name="connsiteY103" fmla="*/ 101090 h 1705557"/>
              <a:gd name="connsiteX104" fmla="*/ 4358885 w 10232859"/>
              <a:gd name="connsiteY104" fmla="*/ 96778 h 1705557"/>
              <a:gd name="connsiteX105" fmla="*/ 4371648 w 10232859"/>
              <a:gd name="connsiteY105" fmla="*/ 101826 h 1705557"/>
              <a:gd name="connsiteX106" fmla="*/ 4398380 w 10232859"/>
              <a:gd name="connsiteY106" fmla="*/ 104961 h 1705557"/>
              <a:gd name="connsiteX107" fmla="*/ 4405729 w 10232859"/>
              <a:gd name="connsiteY107" fmla="*/ 104191 h 1705557"/>
              <a:gd name="connsiteX108" fmla="*/ 4431408 w 10232859"/>
              <a:gd name="connsiteY108" fmla="*/ 110825 h 1705557"/>
              <a:gd name="connsiteX109" fmla="*/ 4472183 w 10232859"/>
              <a:gd name="connsiteY109" fmla="*/ 116430 h 1705557"/>
              <a:gd name="connsiteX110" fmla="*/ 4518828 w 10232859"/>
              <a:gd name="connsiteY110" fmla="*/ 119114 h 1705557"/>
              <a:gd name="connsiteX111" fmla="*/ 4532040 w 10232859"/>
              <a:gd name="connsiteY111" fmla="*/ 124307 h 1705557"/>
              <a:gd name="connsiteX112" fmla="*/ 4617778 w 10232859"/>
              <a:gd name="connsiteY112" fmla="*/ 136993 h 1705557"/>
              <a:gd name="connsiteX113" fmla="*/ 4641872 w 10232859"/>
              <a:gd name="connsiteY113" fmla="*/ 140721 h 1705557"/>
              <a:gd name="connsiteX114" fmla="*/ 4662766 w 10232859"/>
              <a:gd name="connsiteY114" fmla="*/ 138952 h 1705557"/>
              <a:gd name="connsiteX115" fmla="*/ 4667770 w 10232859"/>
              <a:gd name="connsiteY115" fmla="*/ 134208 h 1705557"/>
              <a:gd name="connsiteX116" fmla="*/ 4681052 w 10232859"/>
              <a:gd name="connsiteY116" fmla="*/ 135461 h 1705557"/>
              <a:gd name="connsiteX117" fmla="*/ 4684624 w 10232859"/>
              <a:gd name="connsiteY117" fmla="*/ 134755 h 1705557"/>
              <a:gd name="connsiteX118" fmla="*/ 4705061 w 10232859"/>
              <a:gd name="connsiteY118" fmla="*/ 131748 h 1705557"/>
              <a:gd name="connsiteX119" fmla="*/ 4747746 w 10232859"/>
              <a:gd name="connsiteY119" fmla="*/ 151131 h 1705557"/>
              <a:gd name="connsiteX120" fmla="*/ 4801045 w 10232859"/>
              <a:gd name="connsiteY120" fmla="*/ 153753 h 1705557"/>
              <a:gd name="connsiteX121" fmla="*/ 5001600 w 10232859"/>
              <a:gd name="connsiteY121" fmla="*/ 196753 h 1705557"/>
              <a:gd name="connsiteX122" fmla="*/ 5033465 w 10232859"/>
              <a:gd name="connsiteY122" fmla="*/ 182429 h 1705557"/>
              <a:gd name="connsiteX123" fmla="*/ 5115965 w 10232859"/>
              <a:gd name="connsiteY123" fmla="*/ 192583 h 1705557"/>
              <a:gd name="connsiteX124" fmla="*/ 5237936 w 10232859"/>
              <a:gd name="connsiteY124" fmla="*/ 246022 h 1705557"/>
              <a:gd name="connsiteX125" fmla="*/ 5290566 w 10232859"/>
              <a:gd name="connsiteY125" fmla="*/ 269809 h 1705557"/>
              <a:gd name="connsiteX126" fmla="*/ 5344878 w 10232859"/>
              <a:gd name="connsiteY126" fmla="*/ 282874 h 1705557"/>
              <a:gd name="connsiteX127" fmla="*/ 5413398 w 10232859"/>
              <a:gd name="connsiteY127" fmla="*/ 282749 h 1705557"/>
              <a:gd name="connsiteX128" fmla="*/ 5415629 w 10232859"/>
              <a:gd name="connsiteY128" fmla="*/ 282282 h 1705557"/>
              <a:gd name="connsiteX129" fmla="*/ 5433078 w 10232859"/>
              <a:gd name="connsiteY129" fmla="*/ 286198 h 1705557"/>
              <a:gd name="connsiteX130" fmla="*/ 5435759 w 10232859"/>
              <a:gd name="connsiteY130" fmla="*/ 289614 h 1705557"/>
              <a:gd name="connsiteX131" fmla="*/ 5447372 w 10232859"/>
              <a:gd name="connsiteY131" fmla="*/ 293101 h 1705557"/>
              <a:gd name="connsiteX132" fmla="*/ 5469289 w 10232859"/>
              <a:gd name="connsiteY132" fmla="*/ 302134 h 1705557"/>
              <a:gd name="connsiteX133" fmla="*/ 5508752 w 10232859"/>
              <a:gd name="connsiteY133" fmla="*/ 312267 h 1705557"/>
              <a:gd name="connsiteX134" fmla="*/ 5509657 w 10232859"/>
              <a:gd name="connsiteY134" fmla="*/ 311450 h 1705557"/>
              <a:gd name="connsiteX135" fmla="*/ 5521245 w 10232859"/>
              <a:gd name="connsiteY135" fmla="*/ 310202 h 1705557"/>
              <a:gd name="connsiteX136" fmla="*/ 5542415 w 10232859"/>
              <a:gd name="connsiteY136" fmla="*/ 310009 h 1705557"/>
              <a:gd name="connsiteX137" fmla="*/ 5596538 w 10232859"/>
              <a:gd name="connsiteY137" fmla="*/ 297667 h 1705557"/>
              <a:gd name="connsiteX138" fmla="*/ 5632514 w 10232859"/>
              <a:gd name="connsiteY138" fmla="*/ 308476 h 1705557"/>
              <a:gd name="connsiteX139" fmla="*/ 5640005 w 10232859"/>
              <a:gd name="connsiteY139" fmla="*/ 310131 h 1705557"/>
              <a:gd name="connsiteX140" fmla="*/ 5640259 w 10232859"/>
              <a:gd name="connsiteY140" fmla="*/ 309949 h 1705557"/>
              <a:gd name="connsiteX141" fmla="*/ 5648365 w 10232859"/>
              <a:gd name="connsiteY141" fmla="*/ 311268 h 1705557"/>
              <a:gd name="connsiteX142" fmla="*/ 5653662 w 10232859"/>
              <a:gd name="connsiteY142" fmla="*/ 313149 h 1705557"/>
              <a:gd name="connsiteX143" fmla="*/ 5668196 w 10232859"/>
              <a:gd name="connsiteY143" fmla="*/ 316360 h 1705557"/>
              <a:gd name="connsiteX144" fmla="*/ 5673886 w 10232859"/>
              <a:gd name="connsiteY144" fmla="*/ 316040 h 1705557"/>
              <a:gd name="connsiteX145" fmla="*/ 5677139 w 10232859"/>
              <a:gd name="connsiteY145" fmla="*/ 313859 h 1705557"/>
              <a:gd name="connsiteX146" fmla="*/ 5708983 w 10232859"/>
              <a:gd name="connsiteY146" fmla="*/ 313188 h 1705557"/>
              <a:gd name="connsiteX147" fmla="*/ 5773909 w 10232859"/>
              <a:gd name="connsiteY147" fmla="*/ 318575 h 1705557"/>
              <a:gd name="connsiteX148" fmla="*/ 5809500 w 10232859"/>
              <a:gd name="connsiteY148" fmla="*/ 324964 h 1705557"/>
              <a:gd name="connsiteX149" fmla="*/ 5908729 w 10232859"/>
              <a:gd name="connsiteY149" fmla="*/ 338849 h 1705557"/>
              <a:gd name="connsiteX150" fmla="*/ 6009654 w 10232859"/>
              <a:gd name="connsiteY150" fmla="*/ 350040 h 1705557"/>
              <a:gd name="connsiteX151" fmla="*/ 6067487 w 10232859"/>
              <a:gd name="connsiteY151" fmla="*/ 340226 h 1705557"/>
              <a:gd name="connsiteX152" fmla="*/ 6073281 w 10232859"/>
              <a:gd name="connsiteY152" fmla="*/ 340830 h 1705557"/>
              <a:gd name="connsiteX153" fmla="*/ 6086225 w 10232859"/>
              <a:gd name="connsiteY153" fmla="*/ 346135 h 1705557"/>
              <a:gd name="connsiteX154" fmla="*/ 6105063 w 10232859"/>
              <a:gd name="connsiteY154" fmla="*/ 353854 h 1705557"/>
              <a:gd name="connsiteX155" fmla="*/ 6135796 w 10232859"/>
              <a:gd name="connsiteY155" fmla="*/ 369657 h 1705557"/>
              <a:gd name="connsiteX156" fmla="*/ 6195166 w 10232859"/>
              <a:gd name="connsiteY156" fmla="*/ 366704 h 1705557"/>
              <a:gd name="connsiteX157" fmla="*/ 6216259 w 10232859"/>
              <a:gd name="connsiteY157" fmla="*/ 369879 h 1705557"/>
              <a:gd name="connsiteX158" fmla="*/ 6228331 w 10232859"/>
              <a:gd name="connsiteY158" fmla="*/ 370548 h 1705557"/>
              <a:gd name="connsiteX159" fmla="*/ 6229602 w 10232859"/>
              <a:gd name="connsiteY159" fmla="*/ 369928 h 1705557"/>
              <a:gd name="connsiteX160" fmla="*/ 6258988 w 10232859"/>
              <a:gd name="connsiteY160" fmla="*/ 385174 h 1705557"/>
              <a:gd name="connsiteX161" fmla="*/ 6264106 w 10232859"/>
              <a:gd name="connsiteY161" fmla="*/ 385655 h 1705557"/>
              <a:gd name="connsiteX162" fmla="*/ 6281703 w 10232859"/>
              <a:gd name="connsiteY162" fmla="*/ 397568 h 1705557"/>
              <a:gd name="connsiteX163" fmla="*/ 6291622 w 10232859"/>
              <a:gd name="connsiteY163" fmla="*/ 402669 h 1705557"/>
              <a:gd name="connsiteX164" fmla="*/ 6292712 w 10232859"/>
              <a:gd name="connsiteY164" fmla="*/ 406285 h 1705557"/>
              <a:gd name="connsiteX165" fmla="*/ 6308227 w 10232859"/>
              <a:gd name="connsiteY165" fmla="*/ 412710 h 1705557"/>
              <a:gd name="connsiteX166" fmla="*/ 6328981 w 10232859"/>
              <a:gd name="connsiteY166" fmla="*/ 416009 h 1705557"/>
              <a:gd name="connsiteX167" fmla="*/ 6368693 w 10232859"/>
              <a:gd name="connsiteY167" fmla="*/ 424359 h 1705557"/>
              <a:gd name="connsiteX168" fmla="*/ 6414811 w 10232859"/>
              <a:gd name="connsiteY168" fmla="*/ 458714 h 1705557"/>
              <a:gd name="connsiteX169" fmla="*/ 6467879 w 10232859"/>
              <a:gd name="connsiteY169" fmla="*/ 474762 h 1705557"/>
              <a:gd name="connsiteX170" fmla="*/ 6564351 w 10232859"/>
              <a:gd name="connsiteY170" fmla="*/ 544032 h 1705557"/>
              <a:gd name="connsiteX171" fmla="*/ 6711178 w 10232859"/>
              <a:gd name="connsiteY171" fmla="*/ 580124 h 1705557"/>
              <a:gd name="connsiteX172" fmla="*/ 6764036 w 10232859"/>
              <a:gd name="connsiteY172" fmla="*/ 595457 h 1705557"/>
              <a:gd name="connsiteX173" fmla="*/ 6858983 w 10232859"/>
              <a:gd name="connsiteY173" fmla="*/ 630237 h 1705557"/>
              <a:gd name="connsiteX174" fmla="*/ 6910661 w 10232859"/>
              <a:gd name="connsiteY174" fmla="*/ 641134 h 1705557"/>
              <a:gd name="connsiteX175" fmla="*/ 6944111 w 10232859"/>
              <a:gd name="connsiteY175" fmla="*/ 666016 h 1705557"/>
              <a:gd name="connsiteX176" fmla="*/ 6965771 w 10232859"/>
              <a:gd name="connsiteY176" fmla="*/ 666445 h 1705557"/>
              <a:gd name="connsiteX177" fmla="*/ 6969639 w 10232859"/>
              <a:gd name="connsiteY177" fmla="*/ 666351 h 1705557"/>
              <a:gd name="connsiteX178" fmla="*/ 6982242 w 10232859"/>
              <a:gd name="connsiteY178" fmla="*/ 669626 h 1705557"/>
              <a:gd name="connsiteX179" fmla="*/ 6989387 w 10232859"/>
              <a:gd name="connsiteY179" fmla="*/ 665988 h 1705557"/>
              <a:gd name="connsiteX180" fmla="*/ 7010930 w 10232859"/>
              <a:gd name="connsiteY180" fmla="*/ 667648 h 1705557"/>
              <a:gd name="connsiteX181" fmla="*/ 7033125 w 10232859"/>
              <a:gd name="connsiteY181" fmla="*/ 674950 h 1705557"/>
              <a:gd name="connsiteX182" fmla="*/ 7134461 w 10232859"/>
              <a:gd name="connsiteY182" fmla="*/ 714706 h 1705557"/>
              <a:gd name="connsiteX183" fmla="*/ 7197450 w 10232859"/>
              <a:gd name="connsiteY183" fmla="*/ 735608 h 1705557"/>
              <a:gd name="connsiteX184" fmla="*/ 7225084 w 10232859"/>
              <a:gd name="connsiteY184" fmla="*/ 739019 h 1705557"/>
              <a:gd name="connsiteX185" fmla="*/ 7261183 w 10232859"/>
              <a:gd name="connsiteY185" fmla="*/ 746827 h 1705557"/>
              <a:gd name="connsiteX186" fmla="*/ 7327760 w 10232859"/>
              <a:gd name="connsiteY186" fmla="*/ 757100 h 1705557"/>
              <a:gd name="connsiteX187" fmla="*/ 7412222 w 10232859"/>
              <a:gd name="connsiteY187" fmla="*/ 777001 h 1705557"/>
              <a:gd name="connsiteX188" fmla="*/ 7457904 w 10232859"/>
              <a:gd name="connsiteY188" fmla="*/ 810835 h 1705557"/>
              <a:gd name="connsiteX189" fmla="*/ 7465795 w 10232859"/>
              <a:gd name="connsiteY189" fmla="*/ 809112 h 1705557"/>
              <a:gd name="connsiteX190" fmla="*/ 7505046 w 10232859"/>
              <a:gd name="connsiteY190" fmla="*/ 823031 h 1705557"/>
              <a:gd name="connsiteX191" fmla="*/ 7623220 w 10232859"/>
              <a:gd name="connsiteY191" fmla="*/ 895034 h 1705557"/>
              <a:gd name="connsiteX192" fmla="*/ 7700458 w 10232859"/>
              <a:gd name="connsiteY192" fmla="*/ 921593 h 1705557"/>
              <a:gd name="connsiteX193" fmla="*/ 7730988 w 10232859"/>
              <a:gd name="connsiteY193" fmla="*/ 927270 h 1705557"/>
              <a:gd name="connsiteX194" fmla="*/ 7781942 w 10232859"/>
              <a:gd name="connsiteY194" fmla="*/ 937017 h 1705557"/>
              <a:gd name="connsiteX195" fmla="*/ 7827704 w 10232859"/>
              <a:gd name="connsiteY195" fmla="*/ 935072 h 1705557"/>
              <a:gd name="connsiteX196" fmla="*/ 7867270 w 10232859"/>
              <a:gd name="connsiteY196" fmla="*/ 946880 h 1705557"/>
              <a:gd name="connsiteX197" fmla="*/ 7866538 w 10232859"/>
              <a:gd name="connsiteY197" fmla="*/ 961559 h 1705557"/>
              <a:gd name="connsiteX198" fmla="*/ 7912084 w 10232859"/>
              <a:gd name="connsiteY198" fmla="*/ 970314 h 1705557"/>
              <a:gd name="connsiteX199" fmla="*/ 7982264 w 10232859"/>
              <a:gd name="connsiteY199" fmla="*/ 982287 h 1705557"/>
              <a:gd name="connsiteX200" fmla="*/ 7991272 w 10232859"/>
              <a:gd name="connsiteY200" fmla="*/ 987618 h 1705557"/>
              <a:gd name="connsiteX201" fmla="*/ 8006496 w 10232859"/>
              <a:gd name="connsiteY201" fmla="*/ 979353 h 1705557"/>
              <a:gd name="connsiteX202" fmla="*/ 8034497 w 10232859"/>
              <a:gd name="connsiteY202" fmla="*/ 978568 h 1705557"/>
              <a:gd name="connsiteX203" fmla="*/ 8150881 w 10232859"/>
              <a:gd name="connsiteY203" fmla="*/ 996925 h 1705557"/>
              <a:gd name="connsiteX204" fmla="*/ 8172106 w 10232859"/>
              <a:gd name="connsiteY204" fmla="*/ 997026 h 1705557"/>
              <a:gd name="connsiteX205" fmla="*/ 8196076 w 10232859"/>
              <a:gd name="connsiteY205" fmla="*/ 1006592 h 1705557"/>
              <a:gd name="connsiteX206" fmla="*/ 8247463 w 10232859"/>
              <a:gd name="connsiteY206" fmla="*/ 1022846 h 1705557"/>
              <a:gd name="connsiteX207" fmla="*/ 8279272 w 10232859"/>
              <a:gd name="connsiteY207" fmla="*/ 1039435 h 1705557"/>
              <a:gd name="connsiteX208" fmla="*/ 8289611 w 10232859"/>
              <a:gd name="connsiteY208" fmla="*/ 1035144 h 1705557"/>
              <a:gd name="connsiteX209" fmla="*/ 8311483 w 10232859"/>
              <a:gd name="connsiteY209" fmla="*/ 1035913 h 1705557"/>
              <a:gd name="connsiteX210" fmla="*/ 8399489 w 10232859"/>
              <a:gd name="connsiteY210" fmla="*/ 1055076 h 1705557"/>
              <a:gd name="connsiteX211" fmla="*/ 8415973 w 10232859"/>
              <a:gd name="connsiteY211" fmla="*/ 1056174 h 1705557"/>
              <a:gd name="connsiteX212" fmla="*/ 8433326 w 10232859"/>
              <a:gd name="connsiteY212" fmla="*/ 1064395 h 1705557"/>
              <a:gd name="connsiteX213" fmla="*/ 8502328 w 10232859"/>
              <a:gd name="connsiteY213" fmla="*/ 1098012 h 1705557"/>
              <a:gd name="connsiteX214" fmla="*/ 8534346 w 10232859"/>
              <a:gd name="connsiteY214" fmla="*/ 1113494 h 1705557"/>
              <a:gd name="connsiteX215" fmla="*/ 8534980 w 10232859"/>
              <a:gd name="connsiteY215" fmla="*/ 1117375 h 1705557"/>
              <a:gd name="connsiteX216" fmla="*/ 8544104 w 10232859"/>
              <a:gd name="connsiteY216" fmla="*/ 1114920 h 1705557"/>
              <a:gd name="connsiteX217" fmla="*/ 8567742 w 10232859"/>
              <a:gd name="connsiteY217" fmla="*/ 1124104 h 1705557"/>
              <a:gd name="connsiteX218" fmla="*/ 8633779 w 10232859"/>
              <a:gd name="connsiteY218" fmla="*/ 1145740 h 1705557"/>
              <a:gd name="connsiteX219" fmla="*/ 8676965 w 10232859"/>
              <a:gd name="connsiteY219" fmla="*/ 1163463 h 1705557"/>
              <a:gd name="connsiteX220" fmla="*/ 8698944 w 10232859"/>
              <a:gd name="connsiteY220" fmla="*/ 1163453 h 1705557"/>
              <a:gd name="connsiteX221" fmla="*/ 8711456 w 10232859"/>
              <a:gd name="connsiteY221" fmla="*/ 1175731 h 1705557"/>
              <a:gd name="connsiteX222" fmla="*/ 8732793 w 10232859"/>
              <a:gd name="connsiteY222" fmla="*/ 1179486 h 1705557"/>
              <a:gd name="connsiteX223" fmla="*/ 8751897 w 10232859"/>
              <a:gd name="connsiteY223" fmla="*/ 1197400 h 1705557"/>
              <a:gd name="connsiteX224" fmla="*/ 8793564 w 10232859"/>
              <a:gd name="connsiteY224" fmla="*/ 1179086 h 1705557"/>
              <a:gd name="connsiteX225" fmla="*/ 8834270 w 10232859"/>
              <a:gd name="connsiteY225" fmla="*/ 1213138 h 1705557"/>
              <a:gd name="connsiteX226" fmla="*/ 8853872 w 10232859"/>
              <a:gd name="connsiteY226" fmla="*/ 1221228 h 1705557"/>
              <a:gd name="connsiteX227" fmla="*/ 8861901 w 10232859"/>
              <a:gd name="connsiteY227" fmla="*/ 1217889 h 1705557"/>
              <a:gd name="connsiteX228" fmla="*/ 8874168 w 10232859"/>
              <a:gd name="connsiteY228" fmla="*/ 1220481 h 1705557"/>
              <a:gd name="connsiteX229" fmla="*/ 8871123 w 10232859"/>
              <a:gd name="connsiteY229" fmla="*/ 1227674 h 1705557"/>
              <a:gd name="connsiteX230" fmla="*/ 8903537 w 10232859"/>
              <a:gd name="connsiteY230" fmla="*/ 1237102 h 1705557"/>
              <a:gd name="connsiteX231" fmla="*/ 8933767 w 10232859"/>
              <a:gd name="connsiteY231" fmla="*/ 1269882 h 1705557"/>
              <a:gd name="connsiteX232" fmla="*/ 8985765 w 10232859"/>
              <a:gd name="connsiteY232" fmla="*/ 1294178 h 1705557"/>
              <a:gd name="connsiteX233" fmla="*/ 9071444 w 10232859"/>
              <a:gd name="connsiteY233" fmla="*/ 1323819 h 1705557"/>
              <a:gd name="connsiteX234" fmla="*/ 9096711 w 10232859"/>
              <a:gd name="connsiteY234" fmla="*/ 1334291 h 1705557"/>
              <a:gd name="connsiteX235" fmla="*/ 9338853 w 10232859"/>
              <a:gd name="connsiteY235" fmla="*/ 1454560 h 1705557"/>
              <a:gd name="connsiteX236" fmla="*/ 9520814 w 10232859"/>
              <a:gd name="connsiteY236" fmla="*/ 1456341 h 1705557"/>
              <a:gd name="connsiteX237" fmla="*/ 9702271 w 10232859"/>
              <a:gd name="connsiteY237" fmla="*/ 1495067 h 1705557"/>
              <a:gd name="connsiteX238" fmla="*/ 9744273 w 10232859"/>
              <a:gd name="connsiteY238" fmla="*/ 1530026 h 1705557"/>
              <a:gd name="connsiteX239" fmla="*/ 9771903 w 10232859"/>
              <a:gd name="connsiteY239" fmla="*/ 1536548 h 1705557"/>
              <a:gd name="connsiteX240" fmla="*/ 9818565 w 10232859"/>
              <a:gd name="connsiteY240" fmla="*/ 1545059 h 1705557"/>
              <a:gd name="connsiteX241" fmla="*/ 9882202 w 10232859"/>
              <a:gd name="connsiteY241" fmla="*/ 1572402 h 1705557"/>
              <a:gd name="connsiteX242" fmla="*/ 10022025 w 10232859"/>
              <a:gd name="connsiteY242" fmla="*/ 1606210 h 1705557"/>
              <a:gd name="connsiteX243" fmla="*/ 10220406 w 10232859"/>
              <a:gd name="connsiteY243" fmla="*/ 1683519 h 1705557"/>
              <a:gd name="connsiteX244" fmla="*/ 10232859 w 10232859"/>
              <a:gd name="connsiteY244" fmla="*/ 1705557 h 1705557"/>
              <a:gd name="connsiteX245" fmla="*/ 0 w 10232859"/>
              <a:gd name="connsiteY245" fmla="*/ 1705557 h 1705557"/>
              <a:gd name="connsiteX246" fmla="*/ 0 w 10232859"/>
              <a:gd name="connsiteY246" fmla="*/ 28342 h 1705557"/>
              <a:gd name="connsiteX247" fmla="*/ 8097 w 10232859"/>
              <a:gd name="connsiteY247" fmla="*/ 30869 h 1705557"/>
              <a:gd name="connsiteX248" fmla="*/ 77128 w 10232859"/>
              <a:gd name="connsiteY248" fmla="*/ 13381 h 1705557"/>
              <a:gd name="connsiteX249" fmla="*/ 188338 w 10232859"/>
              <a:gd name="connsiteY249" fmla="*/ 11593 h 1705557"/>
              <a:gd name="connsiteX250" fmla="*/ 298809 w 10232859"/>
              <a:gd name="connsiteY250" fmla="*/ 12712 h 1705557"/>
              <a:gd name="connsiteX251" fmla="*/ 338985 w 10232859"/>
              <a:gd name="connsiteY251" fmla="*/ 14520 h 1705557"/>
              <a:gd name="connsiteX252" fmla="*/ 409815 w 10232859"/>
              <a:gd name="connsiteY252" fmla="*/ 11559 h 1705557"/>
              <a:gd name="connsiteX253" fmla="*/ 424169 w 10232859"/>
              <a:gd name="connsiteY253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876587 w 10232859"/>
              <a:gd name="connsiteY27" fmla="*/ 144797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909571 w 10232859"/>
              <a:gd name="connsiteY27" fmla="*/ 165085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909571 w 10232859"/>
              <a:gd name="connsiteY27" fmla="*/ 165085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24169 w 10232859"/>
              <a:gd name="connsiteY0" fmla="*/ 880 h 1705557"/>
              <a:gd name="connsiteX1" fmla="*/ 456316 w 10232859"/>
              <a:gd name="connsiteY1" fmla="*/ 10591 h 1705557"/>
              <a:gd name="connsiteX2" fmla="*/ 463611 w 10232859"/>
              <a:gd name="connsiteY2" fmla="*/ 24955 h 1705557"/>
              <a:gd name="connsiteX3" fmla="*/ 506289 w 10232859"/>
              <a:gd name="connsiteY3" fmla="*/ 28181 h 1705557"/>
              <a:gd name="connsiteX4" fmla="*/ 547180 w 10232859"/>
              <a:gd name="connsiteY4" fmla="*/ 16811 h 1705557"/>
              <a:gd name="connsiteX5" fmla="*/ 599180 w 10232859"/>
              <a:gd name="connsiteY5" fmla="*/ 15679 h 1705557"/>
              <a:gd name="connsiteX6" fmla="*/ 630247 w 10232859"/>
              <a:gd name="connsiteY6" fmla="*/ 14846 h 1705557"/>
              <a:gd name="connsiteX7" fmla="*/ 715463 w 10232859"/>
              <a:gd name="connsiteY7" fmla="*/ 24543 h 1705557"/>
              <a:gd name="connsiteX8" fmla="*/ 862866 w 10232859"/>
              <a:gd name="connsiteY8" fmla="*/ 69747 h 1705557"/>
              <a:gd name="connsiteX9" fmla="*/ 906400 w 10232859"/>
              <a:gd name="connsiteY9" fmla="*/ 75084 h 1705557"/>
              <a:gd name="connsiteX10" fmla="*/ 912698 w 10232859"/>
              <a:gd name="connsiteY10" fmla="*/ 71780 h 1705557"/>
              <a:gd name="connsiteX11" fmla="*/ 972936 w 10232859"/>
              <a:gd name="connsiteY11" fmla="*/ 95063 h 1705557"/>
              <a:gd name="connsiteX12" fmla="*/ 1061158 w 10232859"/>
              <a:gd name="connsiteY12" fmla="*/ 96816 h 1705557"/>
              <a:gd name="connsiteX13" fmla="*/ 1127764 w 10232859"/>
              <a:gd name="connsiteY13" fmla="*/ 92957 h 1705557"/>
              <a:gd name="connsiteX14" fmla="*/ 1165092 w 10232859"/>
              <a:gd name="connsiteY14" fmla="*/ 93031 h 1705557"/>
              <a:gd name="connsiteX15" fmla="*/ 1192274 w 10232859"/>
              <a:gd name="connsiteY15" fmla="*/ 90602 h 1705557"/>
              <a:gd name="connsiteX16" fmla="*/ 1261359 w 10232859"/>
              <a:gd name="connsiteY16" fmla="*/ 97777 h 1705557"/>
              <a:gd name="connsiteX17" fmla="*/ 1375826 w 10232859"/>
              <a:gd name="connsiteY17" fmla="*/ 115254 h 1705557"/>
              <a:gd name="connsiteX18" fmla="*/ 1400134 w 10232859"/>
              <a:gd name="connsiteY18" fmla="*/ 117722 h 1705557"/>
              <a:gd name="connsiteX19" fmla="*/ 1420782 w 10232859"/>
              <a:gd name="connsiteY19" fmla="*/ 114861 h 1705557"/>
              <a:gd name="connsiteX20" fmla="*/ 1425360 w 10232859"/>
              <a:gd name="connsiteY20" fmla="*/ 109857 h 1705557"/>
              <a:gd name="connsiteX21" fmla="*/ 1438688 w 10232859"/>
              <a:gd name="connsiteY21" fmla="*/ 110414 h 1705557"/>
              <a:gd name="connsiteX22" fmla="*/ 1442183 w 10232859"/>
              <a:gd name="connsiteY22" fmla="*/ 109522 h 1705557"/>
              <a:gd name="connsiteX23" fmla="*/ 1462271 w 10232859"/>
              <a:gd name="connsiteY23" fmla="*/ 105447 h 1705557"/>
              <a:gd name="connsiteX24" fmla="*/ 1506437 w 10232859"/>
              <a:gd name="connsiteY24" fmla="*/ 122598 h 1705557"/>
              <a:gd name="connsiteX25" fmla="*/ 1559721 w 10232859"/>
              <a:gd name="connsiteY25" fmla="*/ 122432 h 1705557"/>
              <a:gd name="connsiteX26" fmla="*/ 1763086 w 10232859"/>
              <a:gd name="connsiteY26" fmla="*/ 154945 h 1705557"/>
              <a:gd name="connsiteX27" fmla="*/ 1909571 w 10232859"/>
              <a:gd name="connsiteY27" fmla="*/ 165085 h 1705557"/>
              <a:gd name="connsiteX28" fmla="*/ 2002612 w 10232859"/>
              <a:gd name="connsiteY28" fmla="*/ 191856 h 1705557"/>
              <a:gd name="connsiteX29" fmla="*/ 2155278 w 10232859"/>
              <a:gd name="connsiteY29" fmla="*/ 204338 h 1705557"/>
              <a:gd name="connsiteX30" fmla="*/ 2166398 w 10232859"/>
              <a:gd name="connsiteY30" fmla="*/ 213479 h 1705557"/>
              <a:gd name="connsiteX31" fmla="*/ 2180455 w 10232859"/>
              <a:gd name="connsiteY31" fmla="*/ 219408 h 1705557"/>
              <a:gd name="connsiteX32" fmla="*/ 2182638 w 10232859"/>
              <a:gd name="connsiteY32" fmla="*/ 218827 h 1705557"/>
              <a:gd name="connsiteX33" fmla="*/ 2200348 w 10232859"/>
              <a:gd name="connsiteY33" fmla="*/ 221830 h 1705557"/>
              <a:gd name="connsiteX34" fmla="*/ 2203307 w 10232859"/>
              <a:gd name="connsiteY34" fmla="*/ 225104 h 1705557"/>
              <a:gd name="connsiteX35" fmla="*/ 2215170 w 10232859"/>
              <a:gd name="connsiteY35" fmla="*/ 227986 h 1705557"/>
              <a:gd name="connsiteX36" fmla="*/ 2237765 w 10232859"/>
              <a:gd name="connsiteY36" fmla="*/ 235871 h 1705557"/>
              <a:gd name="connsiteX37" fmla="*/ 2242719 w 10232859"/>
              <a:gd name="connsiteY37" fmla="*/ 235274 h 1705557"/>
              <a:gd name="connsiteX38" fmla="*/ 2277928 w 10232859"/>
              <a:gd name="connsiteY38" fmla="*/ 243941 h 1705557"/>
              <a:gd name="connsiteX39" fmla="*/ 2278759 w 10232859"/>
              <a:gd name="connsiteY39" fmla="*/ 243077 h 1705557"/>
              <a:gd name="connsiteX40" fmla="*/ 2290187 w 10232859"/>
              <a:gd name="connsiteY40" fmla="*/ 241223 h 1705557"/>
              <a:gd name="connsiteX41" fmla="*/ 2311246 w 10232859"/>
              <a:gd name="connsiteY41" fmla="*/ 239922 h 1705557"/>
              <a:gd name="connsiteX42" fmla="*/ 2364066 w 10232859"/>
              <a:gd name="connsiteY42" fmla="*/ 224751 h 1705557"/>
              <a:gd name="connsiteX43" fmla="*/ 2400814 w 10232859"/>
              <a:gd name="connsiteY43" fmla="*/ 233679 h 1705557"/>
              <a:gd name="connsiteX44" fmla="*/ 2408414 w 10232859"/>
              <a:gd name="connsiteY44" fmla="*/ 234943 h 1705557"/>
              <a:gd name="connsiteX45" fmla="*/ 2408650 w 10232859"/>
              <a:gd name="connsiteY45" fmla="*/ 234748 h 1705557"/>
              <a:gd name="connsiteX46" fmla="*/ 2416835 w 10232859"/>
              <a:gd name="connsiteY46" fmla="*/ 235642 h 1705557"/>
              <a:gd name="connsiteX47" fmla="*/ 2422271 w 10232859"/>
              <a:gd name="connsiteY47" fmla="*/ 237247 h 1705557"/>
              <a:gd name="connsiteX48" fmla="*/ 2490341 w 10232859"/>
              <a:gd name="connsiteY48" fmla="*/ 217588 h 1705557"/>
              <a:gd name="connsiteX49" fmla="*/ 2588929 w 10232859"/>
              <a:gd name="connsiteY49" fmla="*/ 207494 h 1705557"/>
              <a:gd name="connsiteX50" fmla="*/ 2687426 w 10232859"/>
              <a:gd name="connsiteY50" fmla="*/ 200362 h 1705557"/>
              <a:gd name="connsiteX51" fmla="*/ 2723517 w 10232859"/>
              <a:gd name="connsiteY51" fmla="*/ 199166 h 1705557"/>
              <a:gd name="connsiteX52" fmla="*/ 2785956 w 10232859"/>
              <a:gd name="connsiteY52" fmla="*/ 190918 h 1705557"/>
              <a:gd name="connsiteX53" fmla="*/ 2813378 w 10232859"/>
              <a:gd name="connsiteY53" fmla="*/ 183347 h 1705557"/>
              <a:gd name="connsiteX54" fmla="*/ 2814782 w 10232859"/>
              <a:gd name="connsiteY54" fmla="*/ 183667 h 1705557"/>
              <a:gd name="connsiteX55" fmla="*/ 2816580 w 10232859"/>
              <a:gd name="connsiteY55" fmla="*/ 180880 h 1705557"/>
              <a:gd name="connsiteX56" fmla="*/ 2821623 w 10232859"/>
              <a:gd name="connsiteY56" fmla="*/ 179389 h 1705557"/>
              <a:gd name="connsiteX57" fmla="*/ 2836688 w 10232859"/>
              <a:gd name="connsiteY57" fmla="*/ 179485 h 1705557"/>
              <a:gd name="connsiteX58" fmla="*/ 2842564 w 10232859"/>
              <a:gd name="connsiteY58" fmla="*/ 180209 h 1705557"/>
              <a:gd name="connsiteX59" fmla="*/ 2850712 w 10232859"/>
              <a:gd name="connsiteY59" fmla="*/ 179804 h 1705557"/>
              <a:gd name="connsiteX60" fmla="*/ 2850846 w 10232859"/>
              <a:gd name="connsiteY60" fmla="*/ 179576 h 1705557"/>
              <a:gd name="connsiteX61" fmla="*/ 2858611 w 10232859"/>
              <a:gd name="connsiteY61" fmla="*/ 179626 h 1705557"/>
              <a:gd name="connsiteX62" fmla="*/ 2897454 w 10232859"/>
              <a:gd name="connsiteY62" fmla="*/ 182628 h 1705557"/>
              <a:gd name="connsiteX63" fmla="*/ 2940369 w 10232859"/>
              <a:gd name="connsiteY63" fmla="*/ 159458 h 1705557"/>
              <a:gd name="connsiteX64" fmla="*/ 2959670 w 10232859"/>
              <a:gd name="connsiteY64" fmla="*/ 154881 h 1705557"/>
              <a:gd name="connsiteX65" fmla="*/ 2969615 w 10232859"/>
              <a:gd name="connsiteY65" fmla="*/ 151269 h 1705557"/>
              <a:gd name="connsiteX66" fmla="*/ 2970000 w 10232859"/>
              <a:gd name="connsiteY66" fmla="*/ 150290 h 1705557"/>
              <a:gd name="connsiteX67" fmla="*/ 3007272 w 10232859"/>
              <a:gd name="connsiteY67" fmla="*/ 153280 h 1705557"/>
              <a:gd name="connsiteX68" fmla="*/ 3011677 w 10232859"/>
              <a:gd name="connsiteY68" fmla="*/ 151918 h 1705557"/>
              <a:gd name="connsiteX69" fmla="*/ 3036668 w 10232859"/>
              <a:gd name="connsiteY69" fmla="*/ 156118 h 1705557"/>
              <a:gd name="connsiteX70" fmla="*/ 3049208 w 10232859"/>
              <a:gd name="connsiteY70" fmla="*/ 157087 h 1705557"/>
              <a:gd name="connsiteX71" fmla="*/ 3053517 w 10232859"/>
              <a:gd name="connsiteY71" fmla="*/ 159836 h 1705557"/>
              <a:gd name="connsiteX72" fmla="*/ 3071637 w 10232859"/>
              <a:gd name="connsiteY72" fmla="*/ 160010 h 1705557"/>
              <a:gd name="connsiteX73" fmla="*/ 3110077 w 10232859"/>
              <a:gd name="connsiteY73" fmla="*/ 155716 h 1705557"/>
              <a:gd name="connsiteX74" fmla="*/ 3173743 w 10232859"/>
              <a:gd name="connsiteY74" fmla="*/ 166095 h 1705557"/>
              <a:gd name="connsiteX75" fmla="*/ 3254203 w 10232859"/>
              <a:gd name="connsiteY75" fmla="*/ 158270 h 1705557"/>
              <a:gd name="connsiteX76" fmla="*/ 3380350 w 10232859"/>
              <a:gd name="connsiteY76" fmla="*/ 157665 h 1705557"/>
              <a:gd name="connsiteX77" fmla="*/ 3476147 w 10232859"/>
              <a:gd name="connsiteY77" fmla="*/ 177439 h 1705557"/>
              <a:gd name="connsiteX78" fmla="*/ 3581876 w 10232859"/>
              <a:gd name="connsiteY78" fmla="*/ 156962 h 1705557"/>
              <a:gd name="connsiteX79" fmla="*/ 3704761 w 10232859"/>
              <a:gd name="connsiteY79" fmla="*/ 157006 h 1705557"/>
              <a:gd name="connsiteX80" fmla="*/ 3755040 w 10232859"/>
              <a:gd name="connsiteY80" fmla="*/ 148492 h 1705557"/>
              <a:gd name="connsiteX81" fmla="*/ 3804689 w 10232859"/>
              <a:gd name="connsiteY81" fmla="*/ 158407 h 1705557"/>
              <a:gd name="connsiteX82" fmla="*/ 3821793 w 10232859"/>
              <a:gd name="connsiteY82" fmla="*/ 151257 h 1705557"/>
              <a:gd name="connsiteX83" fmla="*/ 3824682 w 10232859"/>
              <a:gd name="connsiteY83" fmla="*/ 149833 h 1705557"/>
              <a:gd name="connsiteX84" fmla="*/ 3837536 w 10232859"/>
              <a:gd name="connsiteY84" fmla="*/ 148292 h 1705557"/>
              <a:gd name="connsiteX85" fmla="*/ 3839550 w 10232859"/>
              <a:gd name="connsiteY85" fmla="*/ 142661 h 1705557"/>
              <a:gd name="connsiteX86" fmla="*/ 3857743 w 10232859"/>
              <a:gd name="connsiteY86" fmla="*/ 136618 h 1705557"/>
              <a:gd name="connsiteX87" fmla="*/ 3881852 w 10232859"/>
              <a:gd name="connsiteY87" fmla="*/ 135231 h 1705557"/>
              <a:gd name="connsiteX88" fmla="*/ 3998088 w 10232859"/>
              <a:gd name="connsiteY88" fmla="*/ 134446 h 1705557"/>
              <a:gd name="connsiteX89" fmla="*/ 4066682 w 10232859"/>
              <a:gd name="connsiteY89" fmla="*/ 130661 h 1705557"/>
              <a:gd name="connsiteX90" fmla="*/ 4091246 w 10232859"/>
              <a:gd name="connsiteY90" fmla="*/ 124017 h 1705557"/>
              <a:gd name="connsiteX91" fmla="*/ 4126556 w 10232859"/>
              <a:gd name="connsiteY91" fmla="*/ 118239 h 1705557"/>
              <a:gd name="connsiteX92" fmla="*/ 4187717 w 10232859"/>
              <a:gd name="connsiteY92" fmla="*/ 104010 h 1705557"/>
              <a:gd name="connsiteX93" fmla="*/ 4220826 w 10232859"/>
              <a:gd name="connsiteY93" fmla="*/ 102505 h 1705557"/>
              <a:gd name="connsiteX94" fmla="*/ 4239014 w 10232859"/>
              <a:gd name="connsiteY94" fmla="*/ 97354 h 1705557"/>
              <a:gd name="connsiteX95" fmla="*/ 4246653 w 10232859"/>
              <a:gd name="connsiteY95" fmla="*/ 97874 h 1705557"/>
              <a:gd name="connsiteX96" fmla="*/ 4271841 w 10232859"/>
              <a:gd name="connsiteY96" fmla="*/ 96702 h 1705557"/>
              <a:gd name="connsiteX97" fmla="*/ 4286277 w 10232859"/>
              <a:gd name="connsiteY97" fmla="*/ 96687 h 1705557"/>
              <a:gd name="connsiteX98" fmla="*/ 4292025 w 10232859"/>
              <a:gd name="connsiteY98" fmla="*/ 96921 h 1705557"/>
              <a:gd name="connsiteX99" fmla="*/ 4304713 w 10232859"/>
              <a:gd name="connsiteY99" fmla="*/ 102187 h 1705557"/>
              <a:gd name="connsiteX100" fmla="*/ 4321285 w 10232859"/>
              <a:gd name="connsiteY100" fmla="*/ 100074 h 1705557"/>
              <a:gd name="connsiteX101" fmla="*/ 4339561 w 10232859"/>
              <a:gd name="connsiteY101" fmla="*/ 105320 h 1705557"/>
              <a:gd name="connsiteX102" fmla="*/ 4343990 w 10232859"/>
              <a:gd name="connsiteY102" fmla="*/ 101090 h 1705557"/>
              <a:gd name="connsiteX103" fmla="*/ 4358885 w 10232859"/>
              <a:gd name="connsiteY103" fmla="*/ 96778 h 1705557"/>
              <a:gd name="connsiteX104" fmla="*/ 4371648 w 10232859"/>
              <a:gd name="connsiteY104" fmla="*/ 101826 h 1705557"/>
              <a:gd name="connsiteX105" fmla="*/ 4398380 w 10232859"/>
              <a:gd name="connsiteY105" fmla="*/ 104961 h 1705557"/>
              <a:gd name="connsiteX106" fmla="*/ 4405729 w 10232859"/>
              <a:gd name="connsiteY106" fmla="*/ 104191 h 1705557"/>
              <a:gd name="connsiteX107" fmla="*/ 4431408 w 10232859"/>
              <a:gd name="connsiteY107" fmla="*/ 110825 h 1705557"/>
              <a:gd name="connsiteX108" fmla="*/ 4472183 w 10232859"/>
              <a:gd name="connsiteY108" fmla="*/ 116430 h 1705557"/>
              <a:gd name="connsiteX109" fmla="*/ 4518828 w 10232859"/>
              <a:gd name="connsiteY109" fmla="*/ 119114 h 1705557"/>
              <a:gd name="connsiteX110" fmla="*/ 4532040 w 10232859"/>
              <a:gd name="connsiteY110" fmla="*/ 124307 h 1705557"/>
              <a:gd name="connsiteX111" fmla="*/ 4617778 w 10232859"/>
              <a:gd name="connsiteY111" fmla="*/ 136993 h 1705557"/>
              <a:gd name="connsiteX112" fmla="*/ 4641872 w 10232859"/>
              <a:gd name="connsiteY112" fmla="*/ 140721 h 1705557"/>
              <a:gd name="connsiteX113" fmla="*/ 4662766 w 10232859"/>
              <a:gd name="connsiteY113" fmla="*/ 138952 h 1705557"/>
              <a:gd name="connsiteX114" fmla="*/ 4667770 w 10232859"/>
              <a:gd name="connsiteY114" fmla="*/ 134208 h 1705557"/>
              <a:gd name="connsiteX115" fmla="*/ 4681052 w 10232859"/>
              <a:gd name="connsiteY115" fmla="*/ 135461 h 1705557"/>
              <a:gd name="connsiteX116" fmla="*/ 4684624 w 10232859"/>
              <a:gd name="connsiteY116" fmla="*/ 134755 h 1705557"/>
              <a:gd name="connsiteX117" fmla="*/ 4705061 w 10232859"/>
              <a:gd name="connsiteY117" fmla="*/ 131748 h 1705557"/>
              <a:gd name="connsiteX118" fmla="*/ 4747746 w 10232859"/>
              <a:gd name="connsiteY118" fmla="*/ 151131 h 1705557"/>
              <a:gd name="connsiteX119" fmla="*/ 4801045 w 10232859"/>
              <a:gd name="connsiteY119" fmla="*/ 153753 h 1705557"/>
              <a:gd name="connsiteX120" fmla="*/ 5001600 w 10232859"/>
              <a:gd name="connsiteY120" fmla="*/ 196753 h 1705557"/>
              <a:gd name="connsiteX121" fmla="*/ 5033465 w 10232859"/>
              <a:gd name="connsiteY121" fmla="*/ 182429 h 1705557"/>
              <a:gd name="connsiteX122" fmla="*/ 5115965 w 10232859"/>
              <a:gd name="connsiteY122" fmla="*/ 192583 h 1705557"/>
              <a:gd name="connsiteX123" fmla="*/ 5237936 w 10232859"/>
              <a:gd name="connsiteY123" fmla="*/ 246022 h 1705557"/>
              <a:gd name="connsiteX124" fmla="*/ 5290566 w 10232859"/>
              <a:gd name="connsiteY124" fmla="*/ 269809 h 1705557"/>
              <a:gd name="connsiteX125" fmla="*/ 5344878 w 10232859"/>
              <a:gd name="connsiteY125" fmla="*/ 282874 h 1705557"/>
              <a:gd name="connsiteX126" fmla="*/ 5413398 w 10232859"/>
              <a:gd name="connsiteY126" fmla="*/ 282749 h 1705557"/>
              <a:gd name="connsiteX127" fmla="*/ 5415629 w 10232859"/>
              <a:gd name="connsiteY127" fmla="*/ 282282 h 1705557"/>
              <a:gd name="connsiteX128" fmla="*/ 5433078 w 10232859"/>
              <a:gd name="connsiteY128" fmla="*/ 286198 h 1705557"/>
              <a:gd name="connsiteX129" fmla="*/ 5435759 w 10232859"/>
              <a:gd name="connsiteY129" fmla="*/ 289614 h 1705557"/>
              <a:gd name="connsiteX130" fmla="*/ 5447372 w 10232859"/>
              <a:gd name="connsiteY130" fmla="*/ 293101 h 1705557"/>
              <a:gd name="connsiteX131" fmla="*/ 5469289 w 10232859"/>
              <a:gd name="connsiteY131" fmla="*/ 302134 h 1705557"/>
              <a:gd name="connsiteX132" fmla="*/ 5508752 w 10232859"/>
              <a:gd name="connsiteY132" fmla="*/ 312267 h 1705557"/>
              <a:gd name="connsiteX133" fmla="*/ 5509657 w 10232859"/>
              <a:gd name="connsiteY133" fmla="*/ 311450 h 1705557"/>
              <a:gd name="connsiteX134" fmla="*/ 5521245 w 10232859"/>
              <a:gd name="connsiteY134" fmla="*/ 310202 h 1705557"/>
              <a:gd name="connsiteX135" fmla="*/ 5542415 w 10232859"/>
              <a:gd name="connsiteY135" fmla="*/ 310009 h 1705557"/>
              <a:gd name="connsiteX136" fmla="*/ 5596538 w 10232859"/>
              <a:gd name="connsiteY136" fmla="*/ 297667 h 1705557"/>
              <a:gd name="connsiteX137" fmla="*/ 5632514 w 10232859"/>
              <a:gd name="connsiteY137" fmla="*/ 308476 h 1705557"/>
              <a:gd name="connsiteX138" fmla="*/ 5640005 w 10232859"/>
              <a:gd name="connsiteY138" fmla="*/ 310131 h 1705557"/>
              <a:gd name="connsiteX139" fmla="*/ 5640259 w 10232859"/>
              <a:gd name="connsiteY139" fmla="*/ 309949 h 1705557"/>
              <a:gd name="connsiteX140" fmla="*/ 5648365 w 10232859"/>
              <a:gd name="connsiteY140" fmla="*/ 311268 h 1705557"/>
              <a:gd name="connsiteX141" fmla="*/ 5653662 w 10232859"/>
              <a:gd name="connsiteY141" fmla="*/ 313149 h 1705557"/>
              <a:gd name="connsiteX142" fmla="*/ 5668196 w 10232859"/>
              <a:gd name="connsiteY142" fmla="*/ 316360 h 1705557"/>
              <a:gd name="connsiteX143" fmla="*/ 5673886 w 10232859"/>
              <a:gd name="connsiteY143" fmla="*/ 316040 h 1705557"/>
              <a:gd name="connsiteX144" fmla="*/ 5677139 w 10232859"/>
              <a:gd name="connsiteY144" fmla="*/ 313859 h 1705557"/>
              <a:gd name="connsiteX145" fmla="*/ 5708983 w 10232859"/>
              <a:gd name="connsiteY145" fmla="*/ 313188 h 1705557"/>
              <a:gd name="connsiteX146" fmla="*/ 5773909 w 10232859"/>
              <a:gd name="connsiteY146" fmla="*/ 318575 h 1705557"/>
              <a:gd name="connsiteX147" fmla="*/ 5809500 w 10232859"/>
              <a:gd name="connsiteY147" fmla="*/ 324964 h 1705557"/>
              <a:gd name="connsiteX148" fmla="*/ 5908729 w 10232859"/>
              <a:gd name="connsiteY148" fmla="*/ 338849 h 1705557"/>
              <a:gd name="connsiteX149" fmla="*/ 6009654 w 10232859"/>
              <a:gd name="connsiteY149" fmla="*/ 350040 h 1705557"/>
              <a:gd name="connsiteX150" fmla="*/ 6067487 w 10232859"/>
              <a:gd name="connsiteY150" fmla="*/ 340226 h 1705557"/>
              <a:gd name="connsiteX151" fmla="*/ 6073281 w 10232859"/>
              <a:gd name="connsiteY151" fmla="*/ 340830 h 1705557"/>
              <a:gd name="connsiteX152" fmla="*/ 6086225 w 10232859"/>
              <a:gd name="connsiteY152" fmla="*/ 346135 h 1705557"/>
              <a:gd name="connsiteX153" fmla="*/ 6105063 w 10232859"/>
              <a:gd name="connsiteY153" fmla="*/ 353854 h 1705557"/>
              <a:gd name="connsiteX154" fmla="*/ 6135796 w 10232859"/>
              <a:gd name="connsiteY154" fmla="*/ 369657 h 1705557"/>
              <a:gd name="connsiteX155" fmla="*/ 6195166 w 10232859"/>
              <a:gd name="connsiteY155" fmla="*/ 366704 h 1705557"/>
              <a:gd name="connsiteX156" fmla="*/ 6216259 w 10232859"/>
              <a:gd name="connsiteY156" fmla="*/ 369879 h 1705557"/>
              <a:gd name="connsiteX157" fmla="*/ 6228331 w 10232859"/>
              <a:gd name="connsiteY157" fmla="*/ 370548 h 1705557"/>
              <a:gd name="connsiteX158" fmla="*/ 6229602 w 10232859"/>
              <a:gd name="connsiteY158" fmla="*/ 369928 h 1705557"/>
              <a:gd name="connsiteX159" fmla="*/ 6258988 w 10232859"/>
              <a:gd name="connsiteY159" fmla="*/ 385174 h 1705557"/>
              <a:gd name="connsiteX160" fmla="*/ 6264106 w 10232859"/>
              <a:gd name="connsiteY160" fmla="*/ 385655 h 1705557"/>
              <a:gd name="connsiteX161" fmla="*/ 6281703 w 10232859"/>
              <a:gd name="connsiteY161" fmla="*/ 397568 h 1705557"/>
              <a:gd name="connsiteX162" fmla="*/ 6291622 w 10232859"/>
              <a:gd name="connsiteY162" fmla="*/ 402669 h 1705557"/>
              <a:gd name="connsiteX163" fmla="*/ 6292712 w 10232859"/>
              <a:gd name="connsiteY163" fmla="*/ 406285 h 1705557"/>
              <a:gd name="connsiteX164" fmla="*/ 6308227 w 10232859"/>
              <a:gd name="connsiteY164" fmla="*/ 412710 h 1705557"/>
              <a:gd name="connsiteX165" fmla="*/ 6328981 w 10232859"/>
              <a:gd name="connsiteY165" fmla="*/ 416009 h 1705557"/>
              <a:gd name="connsiteX166" fmla="*/ 6368693 w 10232859"/>
              <a:gd name="connsiteY166" fmla="*/ 424359 h 1705557"/>
              <a:gd name="connsiteX167" fmla="*/ 6414811 w 10232859"/>
              <a:gd name="connsiteY167" fmla="*/ 458714 h 1705557"/>
              <a:gd name="connsiteX168" fmla="*/ 6467879 w 10232859"/>
              <a:gd name="connsiteY168" fmla="*/ 474762 h 1705557"/>
              <a:gd name="connsiteX169" fmla="*/ 6564351 w 10232859"/>
              <a:gd name="connsiteY169" fmla="*/ 544032 h 1705557"/>
              <a:gd name="connsiteX170" fmla="*/ 6711178 w 10232859"/>
              <a:gd name="connsiteY170" fmla="*/ 580124 h 1705557"/>
              <a:gd name="connsiteX171" fmla="*/ 6764036 w 10232859"/>
              <a:gd name="connsiteY171" fmla="*/ 595457 h 1705557"/>
              <a:gd name="connsiteX172" fmla="*/ 6858983 w 10232859"/>
              <a:gd name="connsiteY172" fmla="*/ 630237 h 1705557"/>
              <a:gd name="connsiteX173" fmla="*/ 6910661 w 10232859"/>
              <a:gd name="connsiteY173" fmla="*/ 641134 h 1705557"/>
              <a:gd name="connsiteX174" fmla="*/ 6944111 w 10232859"/>
              <a:gd name="connsiteY174" fmla="*/ 666016 h 1705557"/>
              <a:gd name="connsiteX175" fmla="*/ 6965771 w 10232859"/>
              <a:gd name="connsiteY175" fmla="*/ 666445 h 1705557"/>
              <a:gd name="connsiteX176" fmla="*/ 6969639 w 10232859"/>
              <a:gd name="connsiteY176" fmla="*/ 666351 h 1705557"/>
              <a:gd name="connsiteX177" fmla="*/ 6982242 w 10232859"/>
              <a:gd name="connsiteY177" fmla="*/ 669626 h 1705557"/>
              <a:gd name="connsiteX178" fmla="*/ 6989387 w 10232859"/>
              <a:gd name="connsiteY178" fmla="*/ 665988 h 1705557"/>
              <a:gd name="connsiteX179" fmla="*/ 7010930 w 10232859"/>
              <a:gd name="connsiteY179" fmla="*/ 667648 h 1705557"/>
              <a:gd name="connsiteX180" fmla="*/ 7033125 w 10232859"/>
              <a:gd name="connsiteY180" fmla="*/ 674950 h 1705557"/>
              <a:gd name="connsiteX181" fmla="*/ 7134461 w 10232859"/>
              <a:gd name="connsiteY181" fmla="*/ 714706 h 1705557"/>
              <a:gd name="connsiteX182" fmla="*/ 7197450 w 10232859"/>
              <a:gd name="connsiteY182" fmla="*/ 735608 h 1705557"/>
              <a:gd name="connsiteX183" fmla="*/ 7225084 w 10232859"/>
              <a:gd name="connsiteY183" fmla="*/ 739019 h 1705557"/>
              <a:gd name="connsiteX184" fmla="*/ 7261183 w 10232859"/>
              <a:gd name="connsiteY184" fmla="*/ 746827 h 1705557"/>
              <a:gd name="connsiteX185" fmla="*/ 7327760 w 10232859"/>
              <a:gd name="connsiteY185" fmla="*/ 757100 h 1705557"/>
              <a:gd name="connsiteX186" fmla="*/ 7412222 w 10232859"/>
              <a:gd name="connsiteY186" fmla="*/ 777001 h 1705557"/>
              <a:gd name="connsiteX187" fmla="*/ 7457904 w 10232859"/>
              <a:gd name="connsiteY187" fmla="*/ 810835 h 1705557"/>
              <a:gd name="connsiteX188" fmla="*/ 7465795 w 10232859"/>
              <a:gd name="connsiteY188" fmla="*/ 809112 h 1705557"/>
              <a:gd name="connsiteX189" fmla="*/ 7505046 w 10232859"/>
              <a:gd name="connsiteY189" fmla="*/ 823031 h 1705557"/>
              <a:gd name="connsiteX190" fmla="*/ 7623220 w 10232859"/>
              <a:gd name="connsiteY190" fmla="*/ 895034 h 1705557"/>
              <a:gd name="connsiteX191" fmla="*/ 7700458 w 10232859"/>
              <a:gd name="connsiteY191" fmla="*/ 921593 h 1705557"/>
              <a:gd name="connsiteX192" fmla="*/ 7730988 w 10232859"/>
              <a:gd name="connsiteY192" fmla="*/ 927270 h 1705557"/>
              <a:gd name="connsiteX193" fmla="*/ 7781942 w 10232859"/>
              <a:gd name="connsiteY193" fmla="*/ 937017 h 1705557"/>
              <a:gd name="connsiteX194" fmla="*/ 7827704 w 10232859"/>
              <a:gd name="connsiteY194" fmla="*/ 935072 h 1705557"/>
              <a:gd name="connsiteX195" fmla="*/ 7867270 w 10232859"/>
              <a:gd name="connsiteY195" fmla="*/ 946880 h 1705557"/>
              <a:gd name="connsiteX196" fmla="*/ 7866538 w 10232859"/>
              <a:gd name="connsiteY196" fmla="*/ 961559 h 1705557"/>
              <a:gd name="connsiteX197" fmla="*/ 7912084 w 10232859"/>
              <a:gd name="connsiteY197" fmla="*/ 970314 h 1705557"/>
              <a:gd name="connsiteX198" fmla="*/ 7982264 w 10232859"/>
              <a:gd name="connsiteY198" fmla="*/ 982287 h 1705557"/>
              <a:gd name="connsiteX199" fmla="*/ 7991272 w 10232859"/>
              <a:gd name="connsiteY199" fmla="*/ 987618 h 1705557"/>
              <a:gd name="connsiteX200" fmla="*/ 8006496 w 10232859"/>
              <a:gd name="connsiteY200" fmla="*/ 979353 h 1705557"/>
              <a:gd name="connsiteX201" fmla="*/ 8034497 w 10232859"/>
              <a:gd name="connsiteY201" fmla="*/ 978568 h 1705557"/>
              <a:gd name="connsiteX202" fmla="*/ 8150881 w 10232859"/>
              <a:gd name="connsiteY202" fmla="*/ 996925 h 1705557"/>
              <a:gd name="connsiteX203" fmla="*/ 8172106 w 10232859"/>
              <a:gd name="connsiteY203" fmla="*/ 997026 h 1705557"/>
              <a:gd name="connsiteX204" fmla="*/ 8196076 w 10232859"/>
              <a:gd name="connsiteY204" fmla="*/ 1006592 h 1705557"/>
              <a:gd name="connsiteX205" fmla="*/ 8247463 w 10232859"/>
              <a:gd name="connsiteY205" fmla="*/ 1022846 h 1705557"/>
              <a:gd name="connsiteX206" fmla="*/ 8279272 w 10232859"/>
              <a:gd name="connsiteY206" fmla="*/ 1039435 h 1705557"/>
              <a:gd name="connsiteX207" fmla="*/ 8289611 w 10232859"/>
              <a:gd name="connsiteY207" fmla="*/ 1035144 h 1705557"/>
              <a:gd name="connsiteX208" fmla="*/ 8311483 w 10232859"/>
              <a:gd name="connsiteY208" fmla="*/ 1035913 h 1705557"/>
              <a:gd name="connsiteX209" fmla="*/ 8399489 w 10232859"/>
              <a:gd name="connsiteY209" fmla="*/ 1055076 h 1705557"/>
              <a:gd name="connsiteX210" fmla="*/ 8415973 w 10232859"/>
              <a:gd name="connsiteY210" fmla="*/ 1056174 h 1705557"/>
              <a:gd name="connsiteX211" fmla="*/ 8433326 w 10232859"/>
              <a:gd name="connsiteY211" fmla="*/ 1064395 h 1705557"/>
              <a:gd name="connsiteX212" fmla="*/ 8502328 w 10232859"/>
              <a:gd name="connsiteY212" fmla="*/ 1098012 h 1705557"/>
              <a:gd name="connsiteX213" fmla="*/ 8534346 w 10232859"/>
              <a:gd name="connsiteY213" fmla="*/ 1113494 h 1705557"/>
              <a:gd name="connsiteX214" fmla="*/ 8534980 w 10232859"/>
              <a:gd name="connsiteY214" fmla="*/ 1117375 h 1705557"/>
              <a:gd name="connsiteX215" fmla="*/ 8544104 w 10232859"/>
              <a:gd name="connsiteY215" fmla="*/ 1114920 h 1705557"/>
              <a:gd name="connsiteX216" fmla="*/ 8567742 w 10232859"/>
              <a:gd name="connsiteY216" fmla="*/ 1124104 h 1705557"/>
              <a:gd name="connsiteX217" fmla="*/ 8633779 w 10232859"/>
              <a:gd name="connsiteY217" fmla="*/ 1145740 h 1705557"/>
              <a:gd name="connsiteX218" fmla="*/ 8676965 w 10232859"/>
              <a:gd name="connsiteY218" fmla="*/ 1163463 h 1705557"/>
              <a:gd name="connsiteX219" fmla="*/ 8698944 w 10232859"/>
              <a:gd name="connsiteY219" fmla="*/ 1163453 h 1705557"/>
              <a:gd name="connsiteX220" fmla="*/ 8711456 w 10232859"/>
              <a:gd name="connsiteY220" fmla="*/ 1175731 h 1705557"/>
              <a:gd name="connsiteX221" fmla="*/ 8732793 w 10232859"/>
              <a:gd name="connsiteY221" fmla="*/ 1179486 h 1705557"/>
              <a:gd name="connsiteX222" fmla="*/ 8751897 w 10232859"/>
              <a:gd name="connsiteY222" fmla="*/ 1197400 h 1705557"/>
              <a:gd name="connsiteX223" fmla="*/ 8793564 w 10232859"/>
              <a:gd name="connsiteY223" fmla="*/ 1179086 h 1705557"/>
              <a:gd name="connsiteX224" fmla="*/ 8834270 w 10232859"/>
              <a:gd name="connsiteY224" fmla="*/ 1213138 h 1705557"/>
              <a:gd name="connsiteX225" fmla="*/ 8853872 w 10232859"/>
              <a:gd name="connsiteY225" fmla="*/ 1221228 h 1705557"/>
              <a:gd name="connsiteX226" fmla="*/ 8861901 w 10232859"/>
              <a:gd name="connsiteY226" fmla="*/ 1217889 h 1705557"/>
              <a:gd name="connsiteX227" fmla="*/ 8874168 w 10232859"/>
              <a:gd name="connsiteY227" fmla="*/ 1220481 h 1705557"/>
              <a:gd name="connsiteX228" fmla="*/ 8871123 w 10232859"/>
              <a:gd name="connsiteY228" fmla="*/ 1227674 h 1705557"/>
              <a:gd name="connsiteX229" fmla="*/ 8903537 w 10232859"/>
              <a:gd name="connsiteY229" fmla="*/ 1237102 h 1705557"/>
              <a:gd name="connsiteX230" fmla="*/ 8933767 w 10232859"/>
              <a:gd name="connsiteY230" fmla="*/ 1269882 h 1705557"/>
              <a:gd name="connsiteX231" fmla="*/ 8985765 w 10232859"/>
              <a:gd name="connsiteY231" fmla="*/ 1294178 h 1705557"/>
              <a:gd name="connsiteX232" fmla="*/ 9071444 w 10232859"/>
              <a:gd name="connsiteY232" fmla="*/ 1323819 h 1705557"/>
              <a:gd name="connsiteX233" fmla="*/ 9096711 w 10232859"/>
              <a:gd name="connsiteY233" fmla="*/ 1334291 h 1705557"/>
              <a:gd name="connsiteX234" fmla="*/ 9338853 w 10232859"/>
              <a:gd name="connsiteY234" fmla="*/ 1454560 h 1705557"/>
              <a:gd name="connsiteX235" fmla="*/ 9520814 w 10232859"/>
              <a:gd name="connsiteY235" fmla="*/ 1456341 h 1705557"/>
              <a:gd name="connsiteX236" fmla="*/ 9702271 w 10232859"/>
              <a:gd name="connsiteY236" fmla="*/ 1495067 h 1705557"/>
              <a:gd name="connsiteX237" fmla="*/ 9744273 w 10232859"/>
              <a:gd name="connsiteY237" fmla="*/ 1530026 h 1705557"/>
              <a:gd name="connsiteX238" fmla="*/ 9771903 w 10232859"/>
              <a:gd name="connsiteY238" fmla="*/ 1536548 h 1705557"/>
              <a:gd name="connsiteX239" fmla="*/ 9818565 w 10232859"/>
              <a:gd name="connsiteY239" fmla="*/ 1545059 h 1705557"/>
              <a:gd name="connsiteX240" fmla="*/ 9882202 w 10232859"/>
              <a:gd name="connsiteY240" fmla="*/ 1572402 h 1705557"/>
              <a:gd name="connsiteX241" fmla="*/ 10022025 w 10232859"/>
              <a:gd name="connsiteY241" fmla="*/ 1606210 h 1705557"/>
              <a:gd name="connsiteX242" fmla="*/ 10220406 w 10232859"/>
              <a:gd name="connsiteY242" fmla="*/ 1683519 h 1705557"/>
              <a:gd name="connsiteX243" fmla="*/ 10232859 w 10232859"/>
              <a:gd name="connsiteY243" fmla="*/ 1705557 h 1705557"/>
              <a:gd name="connsiteX244" fmla="*/ 0 w 10232859"/>
              <a:gd name="connsiteY244" fmla="*/ 1705557 h 1705557"/>
              <a:gd name="connsiteX245" fmla="*/ 0 w 10232859"/>
              <a:gd name="connsiteY245" fmla="*/ 28342 h 1705557"/>
              <a:gd name="connsiteX246" fmla="*/ 8097 w 10232859"/>
              <a:gd name="connsiteY246" fmla="*/ 30869 h 1705557"/>
              <a:gd name="connsiteX247" fmla="*/ 77128 w 10232859"/>
              <a:gd name="connsiteY247" fmla="*/ 13381 h 1705557"/>
              <a:gd name="connsiteX248" fmla="*/ 188338 w 10232859"/>
              <a:gd name="connsiteY248" fmla="*/ 11593 h 1705557"/>
              <a:gd name="connsiteX249" fmla="*/ 298809 w 10232859"/>
              <a:gd name="connsiteY249" fmla="*/ 12712 h 1705557"/>
              <a:gd name="connsiteX250" fmla="*/ 338985 w 10232859"/>
              <a:gd name="connsiteY250" fmla="*/ 14520 h 1705557"/>
              <a:gd name="connsiteX251" fmla="*/ 409815 w 10232859"/>
              <a:gd name="connsiteY251" fmla="*/ 11559 h 1705557"/>
              <a:gd name="connsiteX252" fmla="*/ 424169 w 10232859"/>
              <a:gd name="connsiteY252" fmla="*/ 880 h 1705557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11246 w 10232859"/>
              <a:gd name="connsiteY41" fmla="*/ 233408 h 1699043"/>
              <a:gd name="connsiteX42" fmla="*/ 2364066 w 10232859"/>
              <a:gd name="connsiteY42" fmla="*/ 218237 h 1699043"/>
              <a:gd name="connsiteX43" fmla="*/ 2400814 w 10232859"/>
              <a:gd name="connsiteY43" fmla="*/ 227165 h 1699043"/>
              <a:gd name="connsiteX44" fmla="*/ 2408414 w 10232859"/>
              <a:gd name="connsiteY44" fmla="*/ 228429 h 1699043"/>
              <a:gd name="connsiteX45" fmla="*/ 2408650 w 10232859"/>
              <a:gd name="connsiteY45" fmla="*/ 228234 h 1699043"/>
              <a:gd name="connsiteX46" fmla="*/ 2416835 w 10232859"/>
              <a:gd name="connsiteY46" fmla="*/ 229128 h 1699043"/>
              <a:gd name="connsiteX47" fmla="*/ 2422271 w 10232859"/>
              <a:gd name="connsiteY47" fmla="*/ 230733 h 1699043"/>
              <a:gd name="connsiteX48" fmla="*/ 2490341 w 10232859"/>
              <a:gd name="connsiteY48" fmla="*/ 211074 h 1699043"/>
              <a:gd name="connsiteX49" fmla="*/ 2588929 w 10232859"/>
              <a:gd name="connsiteY49" fmla="*/ 200980 h 1699043"/>
              <a:gd name="connsiteX50" fmla="*/ 2687426 w 10232859"/>
              <a:gd name="connsiteY50" fmla="*/ 193848 h 1699043"/>
              <a:gd name="connsiteX51" fmla="*/ 2723517 w 10232859"/>
              <a:gd name="connsiteY51" fmla="*/ 192652 h 1699043"/>
              <a:gd name="connsiteX52" fmla="*/ 2785956 w 10232859"/>
              <a:gd name="connsiteY52" fmla="*/ 184404 h 1699043"/>
              <a:gd name="connsiteX53" fmla="*/ 2813378 w 10232859"/>
              <a:gd name="connsiteY53" fmla="*/ 176833 h 1699043"/>
              <a:gd name="connsiteX54" fmla="*/ 2814782 w 10232859"/>
              <a:gd name="connsiteY54" fmla="*/ 177153 h 1699043"/>
              <a:gd name="connsiteX55" fmla="*/ 2816580 w 10232859"/>
              <a:gd name="connsiteY55" fmla="*/ 174366 h 1699043"/>
              <a:gd name="connsiteX56" fmla="*/ 2821623 w 10232859"/>
              <a:gd name="connsiteY56" fmla="*/ 172875 h 1699043"/>
              <a:gd name="connsiteX57" fmla="*/ 2836688 w 10232859"/>
              <a:gd name="connsiteY57" fmla="*/ 172971 h 1699043"/>
              <a:gd name="connsiteX58" fmla="*/ 2842564 w 10232859"/>
              <a:gd name="connsiteY58" fmla="*/ 173695 h 1699043"/>
              <a:gd name="connsiteX59" fmla="*/ 2850712 w 10232859"/>
              <a:gd name="connsiteY59" fmla="*/ 173290 h 1699043"/>
              <a:gd name="connsiteX60" fmla="*/ 2850846 w 10232859"/>
              <a:gd name="connsiteY60" fmla="*/ 173062 h 1699043"/>
              <a:gd name="connsiteX61" fmla="*/ 2858611 w 10232859"/>
              <a:gd name="connsiteY61" fmla="*/ 173112 h 1699043"/>
              <a:gd name="connsiteX62" fmla="*/ 2897454 w 10232859"/>
              <a:gd name="connsiteY62" fmla="*/ 176114 h 1699043"/>
              <a:gd name="connsiteX63" fmla="*/ 2940369 w 10232859"/>
              <a:gd name="connsiteY63" fmla="*/ 152944 h 1699043"/>
              <a:gd name="connsiteX64" fmla="*/ 2959670 w 10232859"/>
              <a:gd name="connsiteY64" fmla="*/ 148367 h 1699043"/>
              <a:gd name="connsiteX65" fmla="*/ 2969615 w 10232859"/>
              <a:gd name="connsiteY65" fmla="*/ 144755 h 1699043"/>
              <a:gd name="connsiteX66" fmla="*/ 2970000 w 10232859"/>
              <a:gd name="connsiteY66" fmla="*/ 143776 h 1699043"/>
              <a:gd name="connsiteX67" fmla="*/ 3007272 w 10232859"/>
              <a:gd name="connsiteY67" fmla="*/ 146766 h 1699043"/>
              <a:gd name="connsiteX68" fmla="*/ 3011677 w 10232859"/>
              <a:gd name="connsiteY68" fmla="*/ 145404 h 1699043"/>
              <a:gd name="connsiteX69" fmla="*/ 3036668 w 10232859"/>
              <a:gd name="connsiteY69" fmla="*/ 149604 h 1699043"/>
              <a:gd name="connsiteX70" fmla="*/ 3049208 w 10232859"/>
              <a:gd name="connsiteY70" fmla="*/ 150573 h 1699043"/>
              <a:gd name="connsiteX71" fmla="*/ 3053517 w 10232859"/>
              <a:gd name="connsiteY71" fmla="*/ 153322 h 1699043"/>
              <a:gd name="connsiteX72" fmla="*/ 3071637 w 10232859"/>
              <a:gd name="connsiteY72" fmla="*/ 153496 h 1699043"/>
              <a:gd name="connsiteX73" fmla="*/ 3110077 w 10232859"/>
              <a:gd name="connsiteY73" fmla="*/ 149202 h 1699043"/>
              <a:gd name="connsiteX74" fmla="*/ 3173743 w 10232859"/>
              <a:gd name="connsiteY74" fmla="*/ 159581 h 1699043"/>
              <a:gd name="connsiteX75" fmla="*/ 3254203 w 10232859"/>
              <a:gd name="connsiteY75" fmla="*/ 151756 h 1699043"/>
              <a:gd name="connsiteX76" fmla="*/ 3380350 w 10232859"/>
              <a:gd name="connsiteY76" fmla="*/ 151151 h 1699043"/>
              <a:gd name="connsiteX77" fmla="*/ 3476147 w 10232859"/>
              <a:gd name="connsiteY77" fmla="*/ 170925 h 1699043"/>
              <a:gd name="connsiteX78" fmla="*/ 3581876 w 10232859"/>
              <a:gd name="connsiteY78" fmla="*/ 150448 h 1699043"/>
              <a:gd name="connsiteX79" fmla="*/ 3704761 w 10232859"/>
              <a:gd name="connsiteY79" fmla="*/ 150492 h 1699043"/>
              <a:gd name="connsiteX80" fmla="*/ 3755040 w 10232859"/>
              <a:gd name="connsiteY80" fmla="*/ 141978 h 1699043"/>
              <a:gd name="connsiteX81" fmla="*/ 3804689 w 10232859"/>
              <a:gd name="connsiteY81" fmla="*/ 151893 h 1699043"/>
              <a:gd name="connsiteX82" fmla="*/ 3821793 w 10232859"/>
              <a:gd name="connsiteY82" fmla="*/ 144743 h 1699043"/>
              <a:gd name="connsiteX83" fmla="*/ 3824682 w 10232859"/>
              <a:gd name="connsiteY83" fmla="*/ 143319 h 1699043"/>
              <a:gd name="connsiteX84" fmla="*/ 3837536 w 10232859"/>
              <a:gd name="connsiteY84" fmla="*/ 141778 h 1699043"/>
              <a:gd name="connsiteX85" fmla="*/ 3839550 w 10232859"/>
              <a:gd name="connsiteY85" fmla="*/ 136147 h 1699043"/>
              <a:gd name="connsiteX86" fmla="*/ 3857743 w 10232859"/>
              <a:gd name="connsiteY86" fmla="*/ 130104 h 1699043"/>
              <a:gd name="connsiteX87" fmla="*/ 3881852 w 10232859"/>
              <a:gd name="connsiteY87" fmla="*/ 128717 h 1699043"/>
              <a:gd name="connsiteX88" fmla="*/ 3998088 w 10232859"/>
              <a:gd name="connsiteY88" fmla="*/ 127932 h 1699043"/>
              <a:gd name="connsiteX89" fmla="*/ 4066682 w 10232859"/>
              <a:gd name="connsiteY89" fmla="*/ 124147 h 1699043"/>
              <a:gd name="connsiteX90" fmla="*/ 4091246 w 10232859"/>
              <a:gd name="connsiteY90" fmla="*/ 117503 h 1699043"/>
              <a:gd name="connsiteX91" fmla="*/ 4126556 w 10232859"/>
              <a:gd name="connsiteY91" fmla="*/ 111725 h 1699043"/>
              <a:gd name="connsiteX92" fmla="*/ 4187717 w 10232859"/>
              <a:gd name="connsiteY92" fmla="*/ 97496 h 1699043"/>
              <a:gd name="connsiteX93" fmla="*/ 4220826 w 10232859"/>
              <a:gd name="connsiteY93" fmla="*/ 95991 h 1699043"/>
              <a:gd name="connsiteX94" fmla="*/ 4239014 w 10232859"/>
              <a:gd name="connsiteY94" fmla="*/ 90840 h 1699043"/>
              <a:gd name="connsiteX95" fmla="*/ 4246653 w 10232859"/>
              <a:gd name="connsiteY95" fmla="*/ 91360 h 1699043"/>
              <a:gd name="connsiteX96" fmla="*/ 4271841 w 10232859"/>
              <a:gd name="connsiteY96" fmla="*/ 90188 h 1699043"/>
              <a:gd name="connsiteX97" fmla="*/ 4286277 w 10232859"/>
              <a:gd name="connsiteY97" fmla="*/ 90173 h 1699043"/>
              <a:gd name="connsiteX98" fmla="*/ 4292025 w 10232859"/>
              <a:gd name="connsiteY98" fmla="*/ 90407 h 1699043"/>
              <a:gd name="connsiteX99" fmla="*/ 4304713 w 10232859"/>
              <a:gd name="connsiteY99" fmla="*/ 95673 h 1699043"/>
              <a:gd name="connsiteX100" fmla="*/ 4321285 w 10232859"/>
              <a:gd name="connsiteY100" fmla="*/ 93560 h 1699043"/>
              <a:gd name="connsiteX101" fmla="*/ 4339561 w 10232859"/>
              <a:gd name="connsiteY101" fmla="*/ 98806 h 1699043"/>
              <a:gd name="connsiteX102" fmla="*/ 4343990 w 10232859"/>
              <a:gd name="connsiteY102" fmla="*/ 94576 h 1699043"/>
              <a:gd name="connsiteX103" fmla="*/ 4358885 w 10232859"/>
              <a:gd name="connsiteY103" fmla="*/ 90264 h 1699043"/>
              <a:gd name="connsiteX104" fmla="*/ 4371648 w 10232859"/>
              <a:gd name="connsiteY104" fmla="*/ 95312 h 1699043"/>
              <a:gd name="connsiteX105" fmla="*/ 4398380 w 10232859"/>
              <a:gd name="connsiteY105" fmla="*/ 98447 h 1699043"/>
              <a:gd name="connsiteX106" fmla="*/ 4405729 w 10232859"/>
              <a:gd name="connsiteY106" fmla="*/ 97677 h 1699043"/>
              <a:gd name="connsiteX107" fmla="*/ 4431408 w 10232859"/>
              <a:gd name="connsiteY107" fmla="*/ 104311 h 1699043"/>
              <a:gd name="connsiteX108" fmla="*/ 4472183 w 10232859"/>
              <a:gd name="connsiteY108" fmla="*/ 109916 h 1699043"/>
              <a:gd name="connsiteX109" fmla="*/ 4518828 w 10232859"/>
              <a:gd name="connsiteY109" fmla="*/ 112600 h 1699043"/>
              <a:gd name="connsiteX110" fmla="*/ 4532040 w 10232859"/>
              <a:gd name="connsiteY110" fmla="*/ 117793 h 1699043"/>
              <a:gd name="connsiteX111" fmla="*/ 4617778 w 10232859"/>
              <a:gd name="connsiteY111" fmla="*/ 130479 h 1699043"/>
              <a:gd name="connsiteX112" fmla="*/ 4641872 w 10232859"/>
              <a:gd name="connsiteY112" fmla="*/ 134207 h 1699043"/>
              <a:gd name="connsiteX113" fmla="*/ 4662766 w 10232859"/>
              <a:gd name="connsiteY113" fmla="*/ 132438 h 1699043"/>
              <a:gd name="connsiteX114" fmla="*/ 4667770 w 10232859"/>
              <a:gd name="connsiteY114" fmla="*/ 127694 h 1699043"/>
              <a:gd name="connsiteX115" fmla="*/ 4681052 w 10232859"/>
              <a:gd name="connsiteY115" fmla="*/ 128947 h 1699043"/>
              <a:gd name="connsiteX116" fmla="*/ 4684624 w 10232859"/>
              <a:gd name="connsiteY116" fmla="*/ 128241 h 1699043"/>
              <a:gd name="connsiteX117" fmla="*/ 4705061 w 10232859"/>
              <a:gd name="connsiteY117" fmla="*/ 125234 h 1699043"/>
              <a:gd name="connsiteX118" fmla="*/ 4747746 w 10232859"/>
              <a:gd name="connsiteY118" fmla="*/ 144617 h 1699043"/>
              <a:gd name="connsiteX119" fmla="*/ 4801045 w 10232859"/>
              <a:gd name="connsiteY119" fmla="*/ 147239 h 1699043"/>
              <a:gd name="connsiteX120" fmla="*/ 5001600 w 10232859"/>
              <a:gd name="connsiteY120" fmla="*/ 190239 h 1699043"/>
              <a:gd name="connsiteX121" fmla="*/ 5033465 w 10232859"/>
              <a:gd name="connsiteY121" fmla="*/ 175915 h 1699043"/>
              <a:gd name="connsiteX122" fmla="*/ 5115965 w 10232859"/>
              <a:gd name="connsiteY122" fmla="*/ 186069 h 1699043"/>
              <a:gd name="connsiteX123" fmla="*/ 5237936 w 10232859"/>
              <a:gd name="connsiteY123" fmla="*/ 239508 h 1699043"/>
              <a:gd name="connsiteX124" fmla="*/ 5290566 w 10232859"/>
              <a:gd name="connsiteY124" fmla="*/ 263295 h 1699043"/>
              <a:gd name="connsiteX125" fmla="*/ 5344878 w 10232859"/>
              <a:gd name="connsiteY125" fmla="*/ 276360 h 1699043"/>
              <a:gd name="connsiteX126" fmla="*/ 5413398 w 10232859"/>
              <a:gd name="connsiteY126" fmla="*/ 276235 h 1699043"/>
              <a:gd name="connsiteX127" fmla="*/ 5415629 w 10232859"/>
              <a:gd name="connsiteY127" fmla="*/ 275768 h 1699043"/>
              <a:gd name="connsiteX128" fmla="*/ 5433078 w 10232859"/>
              <a:gd name="connsiteY128" fmla="*/ 279684 h 1699043"/>
              <a:gd name="connsiteX129" fmla="*/ 5435759 w 10232859"/>
              <a:gd name="connsiteY129" fmla="*/ 283100 h 1699043"/>
              <a:gd name="connsiteX130" fmla="*/ 5447372 w 10232859"/>
              <a:gd name="connsiteY130" fmla="*/ 286587 h 1699043"/>
              <a:gd name="connsiteX131" fmla="*/ 5469289 w 10232859"/>
              <a:gd name="connsiteY131" fmla="*/ 295620 h 1699043"/>
              <a:gd name="connsiteX132" fmla="*/ 5508752 w 10232859"/>
              <a:gd name="connsiteY132" fmla="*/ 305753 h 1699043"/>
              <a:gd name="connsiteX133" fmla="*/ 5509657 w 10232859"/>
              <a:gd name="connsiteY133" fmla="*/ 304936 h 1699043"/>
              <a:gd name="connsiteX134" fmla="*/ 5521245 w 10232859"/>
              <a:gd name="connsiteY134" fmla="*/ 303688 h 1699043"/>
              <a:gd name="connsiteX135" fmla="*/ 5542415 w 10232859"/>
              <a:gd name="connsiteY135" fmla="*/ 303495 h 1699043"/>
              <a:gd name="connsiteX136" fmla="*/ 5596538 w 10232859"/>
              <a:gd name="connsiteY136" fmla="*/ 291153 h 1699043"/>
              <a:gd name="connsiteX137" fmla="*/ 5632514 w 10232859"/>
              <a:gd name="connsiteY137" fmla="*/ 301962 h 1699043"/>
              <a:gd name="connsiteX138" fmla="*/ 5640005 w 10232859"/>
              <a:gd name="connsiteY138" fmla="*/ 303617 h 1699043"/>
              <a:gd name="connsiteX139" fmla="*/ 5640259 w 10232859"/>
              <a:gd name="connsiteY139" fmla="*/ 303435 h 1699043"/>
              <a:gd name="connsiteX140" fmla="*/ 5648365 w 10232859"/>
              <a:gd name="connsiteY140" fmla="*/ 304754 h 1699043"/>
              <a:gd name="connsiteX141" fmla="*/ 5653662 w 10232859"/>
              <a:gd name="connsiteY141" fmla="*/ 306635 h 1699043"/>
              <a:gd name="connsiteX142" fmla="*/ 5668196 w 10232859"/>
              <a:gd name="connsiteY142" fmla="*/ 309846 h 1699043"/>
              <a:gd name="connsiteX143" fmla="*/ 5673886 w 10232859"/>
              <a:gd name="connsiteY143" fmla="*/ 309526 h 1699043"/>
              <a:gd name="connsiteX144" fmla="*/ 5677139 w 10232859"/>
              <a:gd name="connsiteY144" fmla="*/ 307345 h 1699043"/>
              <a:gd name="connsiteX145" fmla="*/ 5708983 w 10232859"/>
              <a:gd name="connsiteY145" fmla="*/ 306674 h 1699043"/>
              <a:gd name="connsiteX146" fmla="*/ 5773909 w 10232859"/>
              <a:gd name="connsiteY146" fmla="*/ 312061 h 1699043"/>
              <a:gd name="connsiteX147" fmla="*/ 5809500 w 10232859"/>
              <a:gd name="connsiteY147" fmla="*/ 318450 h 1699043"/>
              <a:gd name="connsiteX148" fmla="*/ 5908729 w 10232859"/>
              <a:gd name="connsiteY148" fmla="*/ 332335 h 1699043"/>
              <a:gd name="connsiteX149" fmla="*/ 6009654 w 10232859"/>
              <a:gd name="connsiteY149" fmla="*/ 343526 h 1699043"/>
              <a:gd name="connsiteX150" fmla="*/ 6067487 w 10232859"/>
              <a:gd name="connsiteY150" fmla="*/ 333712 h 1699043"/>
              <a:gd name="connsiteX151" fmla="*/ 6073281 w 10232859"/>
              <a:gd name="connsiteY151" fmla="*/ 334316 h 1699043"/>
              <a:gd name="connsiteX152" fmla="*/ 6086225 w 10232859"/>
              <a:gd name="connsiteY152" fmla="*/ 339621 h 1699043"/>
              <a:gd name="connsiteX153" fmla="*/ 6105063 w 10232859"/>
              <a:gd name="connsiteY153" fmla="*/ 347340 h 1699043"/>
              <a:gd name="connsiteX154" fmla="*/ 6135796 w 10232859"/>
              <a:gd name="connsiteY154" fmla="*/ 363143 h 1699043"/>
              <a:gd name="connsiteX155" fmla="*/ 6195166 w 10232859"/>
              <a:gd name="connsiteY155" fmla="*/ 360190 h 1699043"/>
              <a:gd name="connsiteX156" fmla="*/ 6216259 w 10232859"/>
              <a:gd name="connsiteY156" fmla="*/ 363365 h 1699043"/>
              <a:gd name="connsiteX157" fmla="*/ 6228331 w 10232859"/>
              <a:gd name="connsiteY157" fmla="*/ 364034 h 1699043"/>
              <a:gd name="connsiteX158" fmla="*/ 6229602 w 10232859"/>
              <a:gd name="connsiteY158" fmla="*/ 363414 h 1699043"/>
              <a:gd name="connsiteX159" fmla="*/ 6258988 w 10232859"/>
              <a:gd name="connsiteY159" fmla="*/ 378660 h 1699043"/>
              <a:gd name="connsiteX160" fmla="*/ 6264106 w 10232859"/>
              <a:gd name="connsiteY160" fmla="*/ 379141 h 1699043"/>
              <a:gd name="connsiteX161" fmla="*/ 6281703 w 10232859"/>
              <a:gd name="connsiteY161" fmla="*/ 391054 h 1699043"/>
              <a:gd name="connsiteX162" fmla="*/ 6291622 w 10232859"/>
              <a:gd name="connsiteY162" fmla="*/ 396155 h 1699043"/>
              <a:gd name="connsiteX163" fmla="*/ 6292712 w 10232859"/>
              <a:gd name="connsiteY163" fmla="*/ 399771 h 1699043"/>
              <a:gd name="connsiteX164" fmla="*/ 6308227 w 10232859"/>
              <a:gd name="connsiteY164" fmla="*/ 406196 h 1699043"/>
              <a:gd name="connsiteX165" fmla="*/ 6328981 w 10232859"/>
              <a:gd name="connsiteY165" fmla="*/ 409495 h 1699043"/>
              <a:gd name="connsiteX166" fmla="*/ 6368693 w 10232859"/>
              <a:gd name="connsiteY166" fmla="*/ 417845 h 1699043"/>
              <a:gd name="connsiteX167" fmla="*/ 6414811 w 10232859"/>
              <a:gd name="connsiteY167" fmla="*/ 452200 h 1699043"/>
              <a:gd name="connsiteX168" fmla="*/ 6467879 w 10232859"/>
              <a:gd name="connsiteY168" fmla="*/ 468248 h 1699043"/>
              <a:gd name="connsiteX169" fmla="*/ 6564351 w 10232859"/>
              <a:gd name="connsiteY169" fmla="*/ 537518 h 1699043"/>
              <a:gd name="connsiteX170" fmla="*/ 6711178 w 10232859"/>
              <a:gd name="connsiteY170" fmla="*/ 573610 h 1699043"/>
              <a:gd name="connsiteX171" fmla="*/ 6764036 w 10232859"/>
              <a:gd name="connsiteY171" fmla="*/ 588943 h 1699043"/>
              <a:gd name="connsiteX172" fmla="*/ 6858983 w 10232859"/>
              <a:gd name="connsiteY172" fmla="*/ 623723 h 1699043"/>
              <a:gd name="connsiteX173" fmla="*/ 6910661 w 10232859"/>
              <a:gd name="connsiteY173" fmla="*/ 634620 h 1699043"/>
              <a:gd name="connsiteX174" fmla="*/ 6944111 w 10232859"/>
              <a:gd name="connsiteY174" fmla="*/ 659502 h 1699043"/>
              <a:gd name="connsiteX175" fmla="*/ 6965771 w 10232859"/>
              <a:gd name="connsiteY175" fmla="*/ 659931 h 1699043"/>
              <a:gd name="connsiteX176" fmla="*/ 6969639 w 10232859"/>
              <a:gd name="connsiteY176" fmla="*/ 659837 h 1699043"/>
              <a:gd name="connsiteX177" fmla="*/ 6982242 w 10232859"/>
              <a:gd name="connsiteY177" fmla="*/ 663112 h 1699043"/>
              <a:gd name="connsiteX178" fmla="*/ 6989387 w 10232859"/>
              <a:gd name="connsiteY178" fmla="*/ 659474 h 1699043"/>
              <a:gd name="connsiteX179" fmla="*/ 7010930 w 10232859"/>
              <a:gd name="connsiteY179" fmla="*/ 661134 h 1699043"/>
              <a:gd name="connsiteX180" fmla="*/ 7033125 w 10232859"/>
              <a:gd name="connsiteY180" fmla="*/ 668436 h 1699043"/>
              <a:gd name="connsiteX181" fmla="*/ 7134461 w 10232859"/>
              <a:gd name="connsiteY181" fmla="*/ 708192 h 1699043"/>
              <a:gd name="connsiteX182" fmla="*/ 7197450 w 10232859"/>
              <a:gd name="connsiteY182" fmla="*/ 729094 h 1699043"/>
              <a:gd name="connsiteX183" fmla="*/ 7225084 w 10232859"/>
              <a:gd name="connsiteY183" fmla="*/ 732505 h 1699043"/>
              <a:gd name="connsiteX184" fmla="*/ 7261183 w 10232859"/>
              <a:gd name="connsiteY184" fmla="*/ 740313 h 1699043"/>
              <a:gd name="connsiteX185" fmla="*/ 7327760 w 10232859"/>
              <a:gd name="connsiteY185" fmla="*/ 750586 h 1699043"/>
              <a:gd name="connsiteX186" fmla="*/ 7412222 w 10232859"/>
              <a:gd name="connsiteY186" fmla="*/ 770487 h 1699043"/>
              <a:gd name="connsiteX187" fmla="*/ 7457904 w 10232859"/>
              <a:gd name="connsiteY187" fmla="*/ 804321 h 1699043"/>
              <a:gd name="connsiteX188" fmla="*/ 7465795 w 10232859"/>
              <a:gd name="connsiteY188" fmla="*/ 802598 h 1699043"/>
              <a:gd name="connsiteX189" fmla="*/ 7505046 w 10232859"/>
              <a:gd name="connsiteY189" fmla="*/ 816517 h 1699043"/>
              <a:gd name="connsiteX190" fmla="*/ 7623220 w 10232859"/>
              <a:gd name="connsiteY190" fmla="*/ 888520 h 1699043"/>
              <a:gd name="connsiteX191" fmla="*/ 7700458 w 10232859"/>
              <a:gd name="connsiteY191" fmla="*/ 915079 h 1699043"/>
              <a:gd name="connsiteX192" fmla="*/ 7730988 w 10232859"/>
              <a:gd name="connsiteY192" fmla="*/ 920756 h 1699043"/>
              <a:gd name="connsiteX193" fmla="*/ 7781942 w 10232859"/>
              <a:gd name="connsiteY193" fmla="*/ 930503 h 1699043"/>
              <a:gd name="connsiteX194" fmla="*/ 7827704 w 10232859"/>
              <a:gd name="connsiteY194" fmla="*/ 928558 h 1699043"/>
              <a:gd name="connsiteX195" fmla="*/ 7867270 w 10232859"/>
              <a:gd name="connsiteY195" fmla="*/ 940366 h 1699043"/>
              <a:gd name="connsiteX196" fmla="*/ 7866538 w 10232859"/>
              <a:gd name="connsiteY196" fmla="*/ 955045 h 1699043"/>
              <a:gd name="connsiteX197" fmla="*/ 7912084 w 10232859"/>
              <a:gd name="connsiteY197" fmla="*/ 963800 h 1699043"/>
              <a:gd name="connsiteX198" fmla="*/ 7982264 w 10232859"/>
              <a:gd name="connsiteY198" fmla="*/ 975773 h 1699043"/>
              <a:gd name="connsiteX199" fmla="*/ 7991272 w 10232859"/>
              <a:gd name="connsiteY199" fmla="*/ 981104 h 1699043"/>
              <a:gd name="connsiteX200" fmla="*/ 8006496 w 10232859"/>
              <a:gd name="connsiteY200" fmla="*/ 972839 h 1699043"/>
              <a:gd name="connsiteX201" fmla="*/ 8034497 w 10232859"/>
              <a:gd name="connsiteY201" fmla="*/ 972054 h 1699043"/>
              <a:gd name="connsiteX202" fmla="*/ 8150881 w 10232859"/>
              <a:gd name="connsiteY202" fmla="*/ 990411 h 1699043"/>
              <a:gd name="connsiteX203" fmla="*/ 8172106 w 10232859"/>
              <a:gd name="connsiteY203" fmla="*/ 990512 h 1699043"/>
              <a:gd name="connsiteX204" fmla="*/ 8196076 w 10232859"/>
              <a:gd name="connsiteY204" fmla="*/ 1000078 h 1699043"/>
              <a:gd name="connsiteX205" fmla="*/ 8247463 w 10232859"/>
              <a:gd name="connsiteY205" fmla="*/ 1016332 h 1699043"/>
              <a:gd name="connsiteX206" fmla="*/ 8279272 w 10232859"/>
              <a:gd name="connsiteY206" fmla="*/ 1032921 h 1699043"/>
              <a:gd name="connsiteX207" fmla="*/ 8289611 w 10232859"/>
              <a:gd name="connsiteY207" fmla="*/ 1028630 h 1699043"/>
              <a:gd name="connsiteX208" fmla="*/ 8311483 w 10232859"/>
              <a:gd name="connsiteY208" fmla="*/ 1029399 h 1699043"/>
              <a:gd name="connsiteX209" fmla="*/ 8399489 w 10232859"/>
              <a:gd name="connsiteY209" fmla="*/ 1048562 h 1699043"/>
              <a:gd name="connsiteX210" fmla="*/ 8415973 w 10232859"/>
              <a:gd name="connsiteY210" fmla="*/ 1049660 h 1699043"/>
              <a:gd name="connsiteX211" fmla="*/ 8433326 w 10232859"/>
              <a:gd name="connsiteY211" fmla="*/ 1057881 h 1699043"/>
              <a:gd name="connsiteX212" fmla="*/ 8502328 w 10232859"/>
              <a:gd name="connsiteY212" fmla="*/ 1091498 h 1699043"/>
              <a:gd name="connsiteX213" fmla="*/ 8534346 w 10232859"/>
              <a:gd name="connsiteY213" fmla="*/ 1106980 h 1699043"/>
              <a:gd name="connsiteX214" fmla="*/ 8534980 w 10232859"/>
              <a:gd name="connsiteY214" fmla="*/ 1110861 h 1699043"/>
              <a:gd name="connsiteX215" fmla="*/ 8544104 w 10232859"/>
              <a:gd name="connsiteY215" fmla="*/ 1108406 h 1699043"/>
              <a:gd name="connsiteX216" fmla="*/ 8567742 w 10232859"/>
              <a:gd name="connsiteY216" fmla="*/ 1117590 h 1699043"/>
              <a:gd name="connsiteX217" fmla="*/ 8633779 w 10232859"/>
              <a:gd name="connsiteY217" fmla="*/ 1139226 h 1699043"/>
              <a:gd name="connsiteX218" fmla="*/ 8676965 w 10232859"/>
              <a:gd name="connsiteY218" fmla="*/ 1156949 h 1699043"/>
              <a:gd name="connsiteX219" fmla="*/ 8698944 w 10232859"/>
              <a:gd name="connsiteY219" fmla="*/ 1156939 h 1699043"/>
              <a:gd name="connsiteX220" fmla="*/ 8711456 w 10232859"/>
              <a:gd name="connsiteY220" fmla="*/ 1169217 h 1699043"/>
              <a:gd name="connsiteX221" fmla="*/ 8732793 w 10232859"/>
              <a:gd name="connsiteY221" fmla="*/ 1172972 h 1699043"/>
              <a:gd name="connsiteX222" fmla="*/ 8751897 w 10232859"/>
              <a:gd name="connsiteY222" fmla="*/ 1190886 h 1699043"/>
              <a:gd name="connsiteX223" fmla="*/ 8793564 w 10232859"/>
              <a:gd name="connsiteY223" fmla="*/ 1172572 h 1699043"/>
              <a:gd name="connsiteX224" fmla="*/ 8834270 w 10232859"/>
              <a:gd name="connsiteY224" fmla="*/ 1206624 h 1699043"/>
              <a:gd name="connsiteX225" fmla="*/ 8853872 w 10232859"/>
              <a:gd name="connsiteY225" fmla="*/ 1214714 h 1699043"/>
              <a:gd name="connsiteX226" fmla="*/ 8861901 w 10232859"/>
              <a:gd name="connsiteY226" fmla="*/ 1211375 h 1699043"/>
              <a:gd name="connsiteX227" fmla="*/ 8874168 w 10232859"/>
              <a:gd name="connsiteY227" fmla="*/ 1213967 h 1699043"/>
              <a:gd name="connsiteX228" fmla="*/ 8871123 w 10232859"/>
              <a:gd name="connsiteY228" fmla="*/ 1221160 h 1699043"/>
              <a:gd name="connsiteX229" fmla="*/ 8903537 w 10232859"/>
              <a:gd name="connsiteY229" fmla="*/ 1230588 h 1699043"/>
              <a:gd name="connsiteX230" fmla="*/ 8933767 w 10232859"/>
              <a:gd name="connsiteY230" fmla="*/ 1263368 h 1699043"/>
              <a:gd name="connsiteX231" fmla="*/ 8985765 w 10232859"/>
              <a:gd name="connsiteY231" fmla="*/ 1287664 h 1699043"/>
              <a:gd name="connsiteX232" fmla="*/ 9071444 w 10232859"/>
              <a:gd name="connsiteY232" fmla="*/ 1317305 h 1699043"/>
              <a:gd name="connsiteX233" fmla="*/ 9096711 w 10232859"/>
              <a:gd name="connsiteY233" fmla="*/ 1327777 h 1699043"/>
              <a:gd name="connsiteX234" fmla="*/ 9338853 w 10232859"/>
              <a:gd name="connsiteY234" fmla="*/ 1448046 h 1699043"/>
              <a:gd name="connsiteX235" fmla="*/ 9520814 w 10232859"/>
              <a:gd name="connsiteY235" fmla="*/ 1449827 h 1699043"/>
              <a:gd name="connsiteX236" fmla="*/ 9702271 w 10232859"/>
              <a:gd name="connsiteY236" fmla="*/ 1488553 h 1699043"/>
              <a:gd name="connsiteX237" fmla="*/ 9744273 w 10232859"/>
              <a:gd name="connsiteY237" fmla="*/ 1523512 h 1699043"/>
              <a:gd name="connsiteX238" fmla="*/ 9771903 w 10232859"/>
              <a:gd name="connsiteY238" fmla="*/ 1530034 h 1699043"/>
              <a:gd name="connsiteX239" fmla="*/ 9818565 w 10232859"/>
              <a:gd name="connsiteY239" fmla="*/ 1538545 h 1699043"/>
              <a:gd name="connsiteX240" fmla="*/ 9882202 w 10232859"/>
              <a:gd name="connsiteY240" fmla="*/ 1565888 h 1699043"/>
              <a:gd name="connsiteX241" fmla="*/ 10022025 w 10232859"/>
              <a:gd name="connsiteY241" fmla="*/ 1599696 h 1699043"/>
              <a:gd name="connsiteX242" fmla="*/ 10220406 w 10232859"/>
              <a:gd name="connsiteY242" fmla="*/ 1677005 h 1699043"/>
              <a:gd name="connsiteX243" fmla="*/ 10232859 w 10232859"/>
              <a:gd name="connsiteY243" fmla="*/ 1699043 h 1699043"/>
              <a:gd name="connsiteX244" fmla="*/ 0 w 10232859"/>
              <a:gd name="connsiteY244" fmla="*/ 1699043 h 1699043"/>
              <a:gd name="connsiteX245" fmla="*/ 0 w 10232859"/>
              <a:gd name="connsiteY245" fmla="*/ 21828 h 1699043"/>
              <a:gd name="connsiteX246" fmla="*/ 8097 w 10232859"/>
              <a:gd name="connsiteY246" fmla="*/ 24355 h 1699043"/>
              <a:gd name="connsiteX247" fmla="*/ 77128 w 10232859"/>
              <a:gd name="connsiteY247" fmla="*/ 6867 h 1699043"/>
              <a:gd name="connsiteX248" fmla="*/ 188338 w 10232859"/>
              <a:gd name="connsiteY248" fmla="*/ 5079 h 1699043"/>
              <a:gd name="connsiteX249" fmla="*/ 298809 w 10232859"/>
              <a:gd name="connsiteY249" fmla="*/ 6198 h 1699043"/>
              <a:gd name="connsiteX250" fmla="*/ 338985 w 10232859"/>
              <a:gd name="connsiteY250" fmla="*/ 8006 h 1699043"/>
              <a:gd name="connsiteX251" fmla="*/ 409815 w 10232859"/>
              <a:gd name="connsiteY251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11246 w 10232859"/>
              <a:gd name="connsiteY41" fmla="*/ 233408 h 1699043"/>
              <a:gd name="connsiteX42" fmla="*/ 2364066 w 10232859"/>
              <a:gd name="connsiteY42" fmla="*/ 218237 h 1699043"/>
              <a:gd name="connsiteX43" fmla="*/ 2400814 w 10232859"/>
              <a:gd name="connsiteY43" fmla="*/ 227165 h 1699043"/>
              <a:gd name="connsiteX44" fmla="*/ 2408414 w 10232859"/>
              <a:gd name="connsiteY44" fmla="*/ 228429 h 1699043"/>
              <a:gd name="connsiteX45" fmla="*/ 2408650 w 10232859"/>
              <a:gd name="connsiteY45" fmla="*/ 228234 h 1699043"/>
              <a:gd name="connsiteX46" fmla="*/ 2416835 w 10232859"/>
              <a:gd name="connsiteY46" fmla="*/ 229128 h 1699043"/>
              <a:gd name="connsiteX47" fmla="*/ 2422271 w 10232859"/>
              <a:gd name="connsiteY47" fmla="*/ 230733 h 1699043"/>
              <a:gd name="connsiteX48" fmla="*/ 2490341 w 10232859"/>
              <a:gd name="connsiteY48" fmla="*/ 211074 h 1699043"/>
              <a:gd name="connsiteX49" fmla="*/ 2588929 w 10232859"/>
              <a:gd name="connsiteY49" fmla="*/ 200980 h 1699043"/>
              <a:gd name="connsiteX50" fmla="*/ 2687426 w 10232859"/>
              <a:gd name="connsiteY50" fmla="*/ 193848 h 1699043"/>
              <a:gd name="connsiteX51" fmla="*/ 2723517 w 10232859"/>
              <a:gd name="connsiteY51" fmla="*/ 192652 h 1699043"/>
              <a:gd name="connsiteX52" fmla="*/ 2785956 w 10232859"/>
              <a:gd name="connsiteY52" fmla="*/ 184404 h 1699043"/>
              <a:gd name="connsiteX53" fmla="*/ 2813378 w 10232859"/>
              <a:gd name="connsiteY53" fmla="*/ 176833 h 1699043"/>
              <a:gd name="connsiteX54" fmla="*/ 2814782 w 10232859"/>
              <a:gd name="connsiteY54" fmla="*/ 177153 h 1699043"/>
              <a:gd name="connsiteX55" fmla="*/ 2816580 w 10232859"/>
              <a:gd name="connsiteY55" fmla="*/ 174366 h 1699043"/>
              <a:gd name="connsiteX56" fmla="*/ 2821623 w 10232859"/>
              <a:gd name="connsiteY56" fmla="*/ 172875 h 1699043"/>
              <a:gd name="connsiteX57" fmla="*/ 2836688 w 10232859"/>
              <a:gd name="connsiteY57" fmla="*/ 172971 h 1699043"/>
              <a:gd name="connsiteX58" fmla="*/ 2842564 w 10232859"/>
              <a:gd name="connsiteY58" fmla="*/ 173695 h 1699043"/>
              <a:gd name="connsiteX59" fmla="*/ 2850712 w 10232859"/>
              <a:gd name="connsiteY59" fmla="*/ 173290 h 1699043"/>
              <a:gd name="connsiteX60" fmla="*/ 2850846 w 10232859"/>
              <a:gd name="connsiteY60" fmla="*/ 173062 h 1699043"/>
              <a:gd name="connsiteX61" fmla="*/ 2858611 w 10232859"/>
              <a:gd name="connsiteY61" fmla="*/ 173112 h 1699043"/>
              <a:gd name="connsiteX62" fmla="*/ 2897454 w 10232859"/>
              <a:gd name="connsiteY62" fmla="*/ 176114 h 1699043"/>
              <a:gd name="connsiteX63" fmla="*/ 2940369 w 10232859"/>
              <a:gd name="connsiteY63" fmla="*/ 152944 h 1699043"/>
              <a:gd name="connsiteX64" fmla="*/ 2959670 w 10232859"/>
              <a:gd name="connsiteY64" fmla="*/ 148367 h 1699043"/>
              <a:gd name="connsiteX65" fmla="*/ 2969615 w 10232859"/>
              <a:gd name="connsiteY65" fmla="*/ 144755 h 1699043"/>
              <a:gd name="connsiteX66" fmla="*/ 2970000 w 10232859"/>
              <a:gd name="connsiteY66" fmla="*/ 143776 h 1699043"/>
              <a:gd name="connsiteX67" fmla="*/ 3007272 w 10232859"/>
              <a:gd name="connsiteY67" fmla="*/ 146766 h 1699043"/>
              <a:gd name="connsiteX68" fmla="*/ 3011677 w 10232859"/>
              <a:gd name="connsiteY68" fmla="*/ 145404 h 1699043"/>
              <a:gd name="connsiteX69" fmla="*/ 3036668 w 10232859"/>
              <a:gd name="connsiteY69" fmla="*/ 149604 h 1699043"/>
              <a:gd name="connsiteX70" fmla="*/ 3049208 w 10232859"/>
              <a:gd name="connsiteY70" fmla="*/ 150573 h 1699043"/>
              <a:gd name="connsiteX71" fmla="*/ 3053517 w 10232859"/>
              <a:gd name="connsiteY71" fmla="*/ 153322 h 1699043"/>
              <a:gd name="connsiteX72" fmla="*/ 3071637 w 10232859"/>
              <a:gd name="connsiteY72" fmla="*/ 153496 h 1699043"/>
              <a:gd name="connsiteX73" fmla="*/ 3110077 w 10232859"/>
              <a:gd name="connsiteY73" fmla="*/ 149202 h 1699043"/>
              <a:gd name="connsiteX74" fmla="*/ 3173743 w 10232859"/>
              <a:gd name="connsiteY74" fmla="*/ 159581 h 1699043"/>
              <a:gd name="connsiteX75" fmla="*/ 3254203 w 10232859"/>
              <a:gd name="connsiteY75" fmla="*/ 151756 h 1699043"/>
              <a:gd name="connsiteX76" fmla="*/ 3380350 w 10232859"/>
              <a:gd name="connsiteY76" fmla="*/ 151151 h 1699043"/>
              <a:gd name="connsiteX77" fmla="*/ 3476147 w 10232859"/>
              <a:gd name="connsiteY77" fmla="*/ 170925 h 1699043"/>
              <a:gd name="connsiteX78" fmla="*/ 3581876 w 10232859"/>
              <a:gd name="connsiteY78" fmla="*/ 150448 h 1699043"/>
              <a:gd name="connsiteX79" fmla="*/ 3704761 w 10232859"/>
              <a:gd name="connsiteY79" fmla="*/ 150492 h 1699043"/>
              <a:gd name="connsiteX80" fmla="*/ 3755040 w 10232859"/>
              <a:gd name="connsiteY80" fmla="*/ 141978 h 1699043"/>
              <a:gd name="connsiteX81" fmla="*/ 3804689 w 10232859"/>
              <a:gd name="connsiteY81" fmla="*/ 151893 h 1699043"/>
              <a:gd name="connsiteX82" fmla="*/ 3821793 w 10232859"/>
              <a:gd name="connsiteY82" fmla="*/ 144743 h 1699043"/>
              <a:gd name="connsiteX83" fmla="*/ 3824682 w 10232859"/>
              <a:gd name="connsiteY83" fmla="*/ 143319 h 1699043"/>
              <a:gd name="connsiteX84" fmla="*/ 3837536 w 10232859"/>
              <a:gd name="connsiteY84" fmla="*/ 141778 h 1699043"/>
              <a:gd name="connsiteX85" fmla="*/ 3839550 w 10232859"/>
              <a:gd name="connsiteY85" fmla="*/ 136147 h 1699043"/>
              <a:gd name="connsiteX86" fmla="*/ 3857743 w 10232859"/>
              <a:gd name="connsiteY86" fmla="*/ 130104 h 1699043"/>
              <a:gd name="connsiteX87" fmla="*/ 3881852 w 10232859"/>
              <a:gd name="connsiteY87" fmla="*/ 128717 h 1699043"/>
              <a:gd name="connsiteX88" fmla="*/ 3998088 w 10232859"/>
              <a:gd name="connsiteY88" fmla="*/ 127932 h 1699043"/>
              <a:gd name="connsiteX89" fmla="*/ 4066682 w 10232859"/>
              <a:gd name="connsiteY89" fmla="*/ 124147 h 1699043"/>
              <a:gd name="connsiteX90" fmla="*/ 4091246 w 10232859"/>
              <a:gd name="connsiteY90" fmla="*/ 117503 h 1699043"/>
              <a:gd name="connsiteX91" fmla="*/ 4126556 w 10232859"/>
              <a:gd name="connsiteY91" fmla="*/ 111725 h 1699043"/>
              <a:gd name="connsiteX92" fmla="*/ 4187717 w 10232859"/>
              <a:gd name="connsiteY92" fmla="*/ 97496 h 1699043"/>
              <a:gd name="connsiteX93" fmla="*/ 4220826 w 10232859"/>
              <a:gd name="connsiteY93" fmla="*/ 95991 h 1699043"/>
              <a:gd name="connsiteX94" fmla="*/ 4239014 w 10232859"/>
              <a:gd name="connsiteY94" fmla="*/ 90840 h 1699043"/>
              <a:gd name="connsiteX95" fmla="*/ 4246653 w 10232859"/>
              <a:gd name="connsiteY95" fmla="*/ 91360 h 1699043"/>
              <a:gd name="connsiteX96" fmla="*/ 4271841 w 10232859"/>
              <a:gd name="connsiteY96" fmla="*/ 90188 h 1699043"/>
              <a:gd name="connsiteX97" fmla="*/ 4286277 w 10232859"/>
              <a:gd name="connsiteY97" fmla="*/ 90173 h 1699043"/>
              <a:gd name="connsiteX98" fmla="*/ 4292025 w 10232859"/>
              <a:gd name="connsiteY98" fmla="*/ 90407 h 1699043"/>
              <a:gd name="connsiteX99" fmla="*/ 4304713 w 10232859"/>
              <a:gd name="connsiteY99" fmla="*/ 95673 h 1699043"/>
              <a:gd name="connsiteX100" fmla="*/ 4321285 w 10232859"/>
              <a:gd name="connsiteY100" fmla="*/ 93560 h 1699043"/>
              <a:gd name="connsiteX101" fmla="*/ 4339561 w 10232859"/>
              <a:gd name="connsiteY101" fmla="*/ 98806 h 1699043"/>
              <a:gd name="connsiteX102" fmla="*/ 4343990 w 10232859"/>
              <a:gd name="connsiteY102" fmla="*/ 94576 h 1699043"/>
              <a:gd name="connsiteX103" fmla="*/ 4358885 w 10232859"/>
              <a:gd name="connsiteY103" fmla="*/ 90264 h 1699043"/>
              <a:gd name="connsiteX104" fmla="*/ 4371648 w 10232859"/>
              <a:gd name="connsiteY104" fmla="*/ 95312 h 1699043"/>
              <a:gd name="connsiteX105" fmla="*/ 4398380 w 10232859"/>
              <a:gd name="connsiteY105" fmla="*/ 98447 h 1699043"/>
              <a:gd name="connsiteX106" fmla="*/ 4405729 w 10232859"/>
              <a:gd name="connsiteY106" fmla="*/ 97677 h 1699043"/>
              <a:gd name="connsiteX107" fmla="*/ 4431408 w 10232859"/>
              <a:gd name="connsiteY107" fmla="*/ 104311 h 1699043"/>
              <a:gd name="connsiteX108" fmla="*/ 4472183 w 10232859"/>
              <a:gd name="connsiteY108" fmla="*/ 109916 h 1699043"/>
              <a:gd name="connsiteX109" fmla="*/ 4518828 w 10232859"/>
              <a:gd name="connsiteY109" fmla="*/ 112600 h 1699043"/>
              <a:gd name="connsiteX110" fmla="*/ 4532040 w 10232859"/>
              <a:gd name="connsiteY110" fmla="*/ 117793 h 1699043"/>
              <a:gd name="connsiteX111" fmla="*/ 4617778 w 10232859"/>
              <a:gd name="connsiteY111" fmla="*/ 130479 h 1699043"/>
              <a:gd name="connsiteX112" fmla="*/ 4641872 w 10232859"/>
              <a:gd name="connsiteY112" fmla="*/ 134207 h 1699043"/>
              <a:gd name="connsiteX113" fmla="*/ 4662766 w 10232859"/>
              <a:gd name="connsiteY113" fmla="*/ 132438 h 1699043"/>
              <a:gd name="connsiteX114" fmla="*/ 4667770 w 10232859"/>
              <a:gd name="connsiteY114" fmla="*/ 127694 h 1699043"/>
              <a:gd name="connsiteX115" fmla="*/ 4681052 w 10232859"/>
              <a:gd name="connsiteY115" fmla="*/ 128947 h 1699043"/>
              <a:gd name="connsiteX116" fmla="*/ 4684624 w 10232859"/>
              <a:gd name="connsiteY116" fmla="*/ 128241 h 1699043"/>
              <a:gd name="connsiteX117" fmla="*/ 4705061 w 10232859"/>
              <a:gd name="connsiteY117" fmla="*/ 125234 h 1699043"/>
              <a:gd name="connsiteX118" fmla="*/ 4747746 w 10232859"/>
              <a:gd name="connsiteY118" fmla="*/ 144617 h 1699043"/>
              <a:gd name="connsiteX119" fmla="*/ 4801045 w 10232859"/>
              <a:gd name="connsiteY119" fmla="*/ 147239 h 1699043"/>
              <a:gd name="connsiteX120" fmla="*/ 5001600 w 10232859"/>
              <a:gd name="connsiteY120" fmla="*/ 190239 h 1699043"/>
              <a:gd name="connsiteX121" fmla="*/ 5033465 w 10232859"/>
              <a:gd name="connsiteY121" fmla="*/ 175915 h 1699043"/>
              <a:gd name="connsiteX122" fmla="*/ 5115965 w 10232859"/>
              <a:gd name="connsiteY122" fmla="*/ 186069 h 1699043"/>
              <a:gd name="connsiteX123" fmla="*/ 5237936 w 10232859"/>
              <a:gd name="connsiteY123" fmla="*/ 239508 h 1699043"/>
              <a:gd name="connsiteX124" fmla="*/ 5290566 w 10232859"/>
              <a:gd name="connsiteY124" fmla="*/ 263295 h 1699043"/>
              <a:gd name="connsiteX125" fmla="*/ 5344878 w 10232859"/>
              <a:gd name="connsiteY125" fmla="*/ 276360 h 1699043"/>
              <a:gd name="connsiteX126" fmla="*/ 5413398 w 10232859"/>
              <a:gd name="connsiteY126" fmla="*/ 276235 h 1699043"/>
              <a:gd name="connsiteX127" fmla="*/ 5415629 w 10232859"/>
              <a:gd name="connsiteY127" fmla="*/ 275768 h 1699043"/>
              <a:gd name="connsiteX128" fmla="*/ 5433078 w 10232859"/>
              <a:gd name="connsiteY128" fmla="*/ 279684 h 1699043"/>
              <a:gd name="connsiteX129" fmla="*/ 5435759 w 10232859"/>
              <a:gd name="connsiteY129" fmla="*/ 283100 h 1699043"/>
              <a:gd name="connsiteX130" fmla="*/ 5447372 w 10232859"/>
              <a:gd name="connsiteY130" fmla="*/ 286587 h 1699043"/>
              <a:gd name="connsiteX131" fmla="*/ 5469289 w 10232859"/>
              <a:gd name="connsiteY131" fmla="*/ 295620 h 1699043"/>
              <a:gd name="connsiteX132" fmla="*/ 5508752 w 10232859"/>
              <a:gd name="connsiteY132" fmla="*/ 305753 h 1699043"/>
              <a:gd name="connsiteX133" fmla="*/ 5509657 w 10232859"/>
              <a:gd name="connsiteY133" fmla="*/ 304936 h 1699043"/>
              <a:gd name="connsiteX134" fmla="*/ 5521245 w 10232859"/>
              <a:gd name="connsiteY134" fmla="*/ 303688 h 1699043"/>
              <a:gd name="connsiteX135" fmla="*/ 5542415 w 10232859"/>
              <a:gd name="connsiteY135" fmla="*/ 303495 h 1699043"/>
              <a:gd name="connsiteX136" fmla="*/ 5596538 w 10232859"/>
              <a:gd name="connsiteY136" fmla="*/ 291153 h 1699043"/>
              <a:gd name="connsiteX137" fmla="*/ 5632514 w 10232859"/>
              <a:gd name="connsiteY137" fmla="*/ 301962 h 1699043"/>
              <a:gd name="connsiteX138" fmla="*/ 5640005 w 10232859"/>
              <a:gd name="connsiteY138" fmla="*/ 303617 h 1699043"/>
              <a:gd name="connsiteX139" fmla="*/ 5640259 w 10232859"/>
              <a:gd name="connsiteY139" fmla="*/ 303435 h 1699043"/>
              <a:gd name="connsiteX140" fmla="*/ 5648365 w 10232859"/>
              <a:gd name="connsiteY140" fmla="*/ 304754 h 1699043"/>
              <a:gd name="connsiteX141" fmla="*/ 5653662 w 10232859"/>
              <a:gd name="connsiteY141" fmla="*/ 306635 h 1699043"/>
              <a:gd name="connsiteX142" fmla="*/ 5668196 w 10232859"/>
              <a:gd name="connsiteY142" fmla="*/ 309846 h 1699043"/>
              <a:gd name="connsiteX143" fmla="*/ 5673886 w 10232859"/>
              <a:gd name="connsiteY143" fmla="*/ 309526 h 1699043"/>
              <a:gd name="connsiteX144" fmla="*/ 5677139 w 10232859"/>
              <a:gd name="connsiteY144" fmla="*/ 307345 h 1699043"/>
              <a:gd name="connsiteX145" fmla="*/ 5708983 w 10232859"/>
              <a:gd name="connsiteY145" fmla="*/ 306674 h 1699043"/>
              <a:gd name="connsiteX146" fmla="*/ 5773909 w 10232859"/>
              <a:gd name="connsiteY146" fmla="*/ 312061 h 1699043"/>
              <a:gd name="connsiteX147" fmla="*/ 5809500 w 10232859"/>
              <a:gd name="connsiteY147" fmla="*/ 318450 h 1699043"/>
              <a:gd name="connsiteX148" fmla="*/ 5908729 w 10232859"/>
              <a:gd name="connsiteY148" fmla="*/ 332335 h 1699043"/>
              <a:gd name="connsiteX149" fmla="*/ 6009654 w 10232859"/>
              <a:gd name="connsiteY149" fmla="*/ 343526 h 1699043"/>
              <a:gd name="connsiteX150" fmla="*/ 6067487 w 10232859"/>
              <a:gd name="connsiteY150" fmla="*/ 333712 h 1699043"/>
              <a:gd name="connsiteX151" fmla="*/ 6073281 w 10232859"/>
              <a:gd name="connsiteY151" fmla="*/ 334316 h 1699043"/>
              <a:gd name="connsiteX152" fmla="*/ 6086225 w 10232859"/>
              <a:gd name="connsiteY152" fmla="*/ 339621 h 1699043"/>
              <a:gd name="connsiteX153" fmla="*/ 6105063 w 10232859"/>
              <a:gd name="connsiteY153" fmla="*/ 347340 h 1699043"/>
              <a:gd name="connsiteX154" fmla="*/ 6135796 w 10232859"/>
              <a:gd name="connsiteY154" fmla="*/ 363143 h 1699043"/>
              <a:gd name="connsiteX155" fmla="*/ 6195166 w 10232859"/>
              <a:gd name="connsiteY155" fmla="*/ 360190 h 1699043"/>
              <a:gd name="connsiteX156" fmla="*/ 6216259 w 10232859"/>
              <a:gd name="connsiteY156" fmla="*/ 363365 h 1699043"/>
              <a:gd name="connsiteX157" fmla="*/ 6228331 w 10232859"/>
              <a:gd name="connsiteY157" fmla="*/ 364034 h 1699043"/>
              <a:gd name="connsiteX158" fmla="*/ 6229602 w 10232859"/>
              <a:gd name="connsiteY158" fmla="*/ 363414 h 1699043"/>
              <a:gd name="connsiteX159" fmla="*/ 6258988 w 10232859"/>
              <a:gd name="connsiteY159" fmla="*/ 378660 h 1699043"/>
              <a:gd name="connsiteX160" fmla="*/ 6264106 w 10232859"/>
              <a:gd name="connsiteY160" fmla="*/ 379141 h 1699043"/>
              <a:gd name="connsiteX161" fmla="*/ 6281703 w 10232859"/>
              <a:gd name="connsiteY161" fmla="*/ 391054 h 1699043"/>
              <a:gd name="connsiteX162" fmla="*/ 6291622 w 10232859"/>
              <a:gd name="connsiteY162" fmla="*/ 396155 h 1699043"/>
              <a:gd name="connsiteX163" fmla="*/ 6292712 w 10232859"/>
              <a:gd name="connsiteY163" fmla="*/ 399771 h 1699043"/>
              <a:gd name="connsiteX164" fmla="*/ 6308227 w 10232859"/>
              <a:gd name="connsiteY164" fmla="*/ 406196 h 1699043"/>
              <a:gd name="connsiteX165" fmla="*/ 6328981 w 10232859"/>
              <a:gd name="connsiteY165" fmla="*/ 409495 h 1699043"/>
              <a:gd name="connsiteX166" fmla="*/ 6368693 w 10232859"/>
              <a:gd name="connsiteY166" fmla="*/ 417845 h 1699043"/>
              <a:gd name="connsiteX167" fmla="*/ 6414811 w 10232859"/>
              <a:gd name="connsiteY167" fmla="*/ 452200 h 1699043"/>
              <a:gd name="connsiteX168" fmla="*/ 6467879 w 10232859"/>
              <a:gd name="connsiteY168" fmla="*/ 468248 h 1699043"/>
              <a:gd name="connsiteX169" fmla="*/ 6564351 w 10232859"/>
              <a:gd name="connsiteY169" fmla="*/ 537518 h 1699043"/>
              <a:gd name="connsiteX170" fmla="*/ 6711178 w 10232859"/>
              <a:gd name="connsiteY170" fmla="*/ 573610 h 1699043"/>
              <a:gd name="connsiteX171" fmla="*/ 6764036 w 10232859"/>
              <a:gd name="connsiteY171" fmla="*/ 588943 h 1699043"/>
              <a:gd name="connsiteX172" fmla="*/ 6858983 w 10232859"/>
              <a:gd name="connsiteY172" fmla="*/ 623723 h 1699043"/>
              <a:gd name="connsiteX173" fmla="*/ 6910661 w 10232859"/>
              <a:gd name="connsiteY173" fmla="*/ 634620 h 1699043"/>
              <a:gd name="connsiteX174" fmla="*/ 6944111 w 10232859"/>
              <a:gd name="connsiteY174" fmla="*/ 659502 h 1699043"/>
              <a:gd name="connsiteX175" fmla="*/ 6965771 w 10232859"/>
              <a:gd name="connsiteY175" fmla="*/ 659931 h 1699043"/>
              <a:gd name="connsiteX176" fmla="*/ 6969639 w 10232859"/>
              <a:gd name="connsiteY176" fmla="*/ 659837 h 1699043"/>
              <a:gd name="connsiteX177" fmla="*/ 6982242 w 10232859"/>
              <a:gd name="connsiteY177" fmla="*/ 663112 h 1699043"/>
              <a:gd name="connsiteX178" fmla="*/ 6989387 w 10232859"/>
              <a:gd name="connsiteY178" fmla="*/ 659474 h 1699043"/>
              <a:gd name="connsiteX179" fmla="*/ 7010930 w 10232859"/>
              <a:gd name="connsiteY179" fmla="*/ 661134 h 1699043"/>
              <a:gd name="connsiteX180" fmla="*/ 7033125 w 10232859"/>
              <a:gd name="connsiteY180" fmla="*/ 668436 h 1699043"/>
              <a:gd name="connsiteX181" fmla="*/ 7134461 w 10232859"/>
              <a:gd name="connsiteY181" fmla="*/ 708192 h 1699043"/>
              <a:gd name="connsiteX182" fmla="*/ 7197450 w 10232859"/>
              <a:gd name="connsiteY182" fmla="*/ 729094 h 1699043"/>
              <a:gd name="connsiteX183" fmla="*/ 7225084 w 10232859"/>
              <a:gd name="connsiteY183" fmla="*/ 732505 h 1699043"/>
              <a:gd name="connsiteX184" fmla="*/ 7261183 w 10232859"/>
              <a:gd name="connsiteY184" fmla="*/ 740313 h 1699043"/>
              <a:gd name="connsiteX185" fmla="*/ 7327760 w 10232859"/>
              <a:gd name="connsiteY185" fmla="*/ 750586 h 1699043"/>
              <a:gd name="connsiteX186" fmla="*/ 7412222 w 10232859"/>
              <a:gd name="connsiteY186" fmla="*/ 770487 h 1699043"/>
              <a:gd name="connsiteX187" fmla="*/ 7457904 w 10232859"/>
              <a:gd name="connsiteY187" fmla="*/ 804321 h 1699043"/>
              <a:gd name="connsiteX188" fmla="*/ 7465795 w 10232859"/>
              <a:gd name="connsiteY188" fmla="*/ 802598 h 1699043"/>
              <a:gd name="connsiteX189" fmla="*/ 7505046 w 10232859"/>
              <a:gd name="connsiteY189" fmla="*/ 816517 h 1699043"/>
              <a:gd name="connsiteX190" fmla="*/ 7623220 w 10232859"/>
              <a:gd name="connsiteY190" fmla="*/ 888520 h 1699043"/>
              <a:gd name="connsiteX191" fmla="*/ 7700458 w 10232859"/>
              <a:gd name="connsiteY191" fmla="*/ 915079 h 1699043"/>
              <a:gd name="connsiteX192" fmla="*/ 7730988 w 10232859"/>
              <a:gd name="connsiteY192" fmla="*/ 920756 h 1699043"/>
              <a:gd name="connsiteX193" fmla="*/ 7781942 w 10232859"/>
              <a:gd name="connsiteY193" fmla="*/ 930503 h 1699043"/>
              <a:gd name="connsiteX194" fmla="*/ 7827704 w 10232859"/>
              <a:gd name="connsiteY194" fmla="*/ 928558 h 1699043"/>
              <a:gd name="connsiteX195" fmla="*/ 7867270 w 10232859"/>
              <a:gd name="connsiteY195" fmla="*/ 940366 h 1699043"/>
              <a:gd name="connsiteX196" fmla="*/ 7866538 w 10232859"/>
              <a:gd name="connsiteY196" fmla="*/ 955045 h 1699043"/>
              <a:gd name="connsiteX197" fmla="*/ 7912084 w 10232859"/>
              <a:gd name="connsiteY197" fmla="*/ 963800 h 1699043"/>
              <a:gd name="connsiteX198" fmla="*/ 7982264 w 10232859"/>
              <a:gd name="connsiteY198" fmla="*/ 975773 h 1699043"/>
              <a:gd name="connsiteX199" fmla="*/ 7991272 w 10232859"/>
              <a:gd name="connsiteY199" fmla="*/ 981104 h 1699043"/>
              <a:gd name="connsiteX200" fmla="*/ 8006496 w 10232859"/>
              <a:gd name="connsiteY200" fmla="*/ 972839 h 1699043"/>
              <a:gd name="connsiteX201" fmla="*/ 8034497 w 10232859"/>
              <a:gd name="connsiteY201" fmla="*/ 972054 h 1699043"/>
              <a:gd name="connsiteX202" fmla="*/ 8150881 w 10232859"/>
              <a:gd name="connsiteY202" fmla="*/ 990411 h 1699043"/>
              <a:gd name="connsiteX203" fmla="*/ 8172106 w 10232859"/>
              <a:gd name="connsiteY203" fmla="*/ 990512 h 1699043"/>
              <a:gd name="connsiteX204" fmla="*/ 8196076 w 10232859"/>
              <a:gd name="connsiteY204" fmla="*/ 1000078 h 1699043"/>
              <a:gd name="connsiteX205" fmla="*/ 8247463 w 10232859"/>
              <a:gd name="connsiteY205" fmla="*/ 1016332 h 1699043"/>
              <a:gd name="connsiteX206" fmla="*/ 8279272 w 10232859"/>
              <a:gd name="connsiteY206" fmla="*/ 1032921 h 1699043"/>
              <a:gd name="connsiteX207" fmla="*/ 8289611 w 10232859"/>
              <a:gd name="connsiteY207" fmla="*/ 1028630 h 1699043"/>
              <a:gd name="connsiteX208" fmla="*/ 8311483 w 10232859"/>
              <a:gd name="connsiteY208" fmla="*/ 1029399 h 1699043"/>
              <a:gd name="connsiteX209" fmla="*/ 8399489 w 10232859"/>
              <a:gd name="connsiteY209" fmla="*/ 1048562 h 1699043"/>
              <a:gd name="connsiteX210" fmla="*/ 8415973 w 10232859"/>
              <a:gd name="connsiteY210" fmla="*/ 1049660 h 1699043"/>
              <a:gd name="connsiteX211" fmla="*/ 8433326 w 10232859"/>
              <a:gd name="connsiteY211" fmla="*/ 1057881 h 1699043"/>
              <a:gd name="connsiteX212" fmla="*/ 8502328 w 10232859"/>
              <a:gd name="connsiteY212" fmla="*/ 1091498 h 1699043"/>
              <a:gd name="connsiteX213" fmla="*/ 8534346 w 10232859"/>
              <a:gd name="connsiteY213" fmla="*/ 1106980 h 1699043"/>
              <a:gd name="connsiteX214" fmla="*/ 8534980 w 10232859"/>
              <a:gd name="connsiteY214" fmla="*/ 1110861 h 1699043"/>
              <a:gd name="connsiteX215" fmla="*/ 8544104 w 10232859"/>
              <a:gd name="connsiteY215" fmla="*/ 1108406 h 1699043"/>
              <a:gd name="connsiteX216" fmla="*/ 8567742 w 10232859"/>
              <a:gd name="connsiteY216" fmla="*/ 1117590 h 1699043"/>
              <a:gd name="connsiteX217" fmla="*/ 8633779 w 10232859"/>
              <a:gd name="connsiteY217" fmla="*/ 1139226 h 1699043"/>
              <a:gd name="connsiteX218" fmla="*/ 8676965 w 10232859"/>
              <a:gd name="connsiteY218" fmla="*/ 1156949 h 1699043"/>
              <a:gd name="connsiteX219" fmla="*/ 8698944 w 10232859"/>
              <a:gd name="connsiteY219" fmla="*/ 1156939 h 1699043"/>
              <a:gd name="connsiteX220" fmla="*/ 8711456 w 10232859"/>
              <a:gd name="connsiteY220" fmla="*/ 1169217 h 1699043"/>
              <a:gd name="connsiteX221" fmla="*/ 8732793 w 10232859"/>
              <a:gd name="connsiteY221" fmla="*/ 1172972 h 1699043"/>
              <a:gd name="connsiteX222" fmla="*/ 8751897 w 10232859"/>
              <a:gd name="connsiteY222" fmla="*/ 1190886 h 1699043"/>
              <a:gd name="connsiteX223" fmla="*/ 8793564 w 10232859"/>
              <a:gd name="connsiteY223" fmla="*/ 1172572 h 1699043"/>
              <a:gd name="connsiteX224" fmla="*/ 8834270 w 10232859"/>
              <a:gd name="connsiteY224" fmla="*/ 1206624 h 1699043"/>
              <a:gd name="connsiteX225" fmla="*/ 8853872 w 10232859"/>
              <a:gd name="connsiteY225" fmla="*/ 1214714 h 1699043"/>
              <a:gd name="connsiteX226" fmla="*/ 8861901 w 10232859"/>
              <a:gd name="connsiteY226" fmla="*/ 1211375 h 1699043"/>
              <a:gd name="connsiteX227" fmla="*/ 8874168 w 10232859"/>
              <a:gd name="connsiteY227" fmla="*/ 1213967 h 1699043"/>
              <a:gd name="connsiteX228" fmla="*/ 8871123 w 10232859"/>
              <a:gd name="connsiteY228" fmla="*/ 1221160 h 1699043"/>
              <a:gd name="connsiteX229" fmla="*/ 8903537 w 10232859"/>
              <a:gd name="connsiteY229" fmla="*/ 1230588 h 1699043"/>
              <a:gd name="connsiteX230" fmla="*/ 8933767 w 10232859"/>
              <a:gd name="connsiteY230" fmla="*/ 1263368 h 1699043"/>
              <a:gd name="connsiteX231" fmla="*/ 8985765 w 10232859"/>
              <a:gd name="connsiteY231" fmla="*/ 1287664 h 1699043"/>
              <a:gd name="connsiteX232" fmla="*/ 9071444 w 10232859"/>
              <a:gd name="connsiteY232" fmla="*/ 1317305 h 1699043"/>
              <a:gd name="connsiteX233" fmla="*/ 9096711 w 10232859"/>
              <a:gd name="connsiteY233" fmla="*/ 1327777 h 1699043"/>
              <a:gd name="connsiteX234" fmla="*/ 9338853 w 10232859"/>
              <a:gd name="connsiteY234" fmla="*/ 1448046 h 1699043"/>
              <a:gd name="connsiteX235" fmla="*/ 9520814 w 10232859"/>
              <a:gd name="connsiteY235" fmla="*/ 1449827 h 1699043"/>
              <a:gd name="connsiteX236" fmla="*/ 9702271 w 10232859"/>
              <a:gd name="connsiteY236" fmla="*/ 1488553 h 1699043"/>
              <a:gd name="connsiteX237" fmla="*/ 9744273 w 10232859"/>
              <a:gd name="connsiteY237" fmla="*/ 1523512 h 1699043"/>
              <a:gd name="connsiteX238" fmla="*/ 9771903 w 10232859"/>
              <a:gd name="connsiteY238" fmla="*/ 1530034 h 1699043"/>
              <a:gd name="connsiteX239" fmla="*/ 9818565 w 10232859"/>
              <a:gd name="connsiteY239" fmla="*/ 1538545 h 1699043"/>
              <a:gd name="connsiteX240" fmla="*/ 9882202 w 10232859"/>
              <a:gd name="connsiteY240" fmla="*/ 1565888 h 1699043"/>
              <a:gd name="connsiteX241" fmla="*/ 10022025 w 10232859"/>
              <a:gd name="connsiteY241" fmla="*/ 1599696 h 1699043"/>
              <a:gd name="connsiteX242" fmla="*/ 10220406 w 10232859"/>
              <a:gd name="connsiteY242" fmla="*/ 1677005 h 1699043"/>
              <a:gd name="connsiteX243" fmla="*/ 10232859 w 10232859"/>
              <a:gd name="connsiteY243" fmla="*/ 1699043 h 1699043"/>
              <a:gd name="connsiteX244" fmla="*/ 0 w 10232859"/>
              <a:gd name="connsiteY244" fmla="*/ 1699043 h 1699043"/>
              <a:gd name="connsiteX245" fmla="*/ 0 w 10232859"/>
              <a:gd name="connsiteY245" fmla="*/ 21828 h 1699043"/>
              <a:gd name="connsiteX246" fmla="*/ 8097 w 10232859"/>
              <a:gd name="connsiteY246" fmla="*/ 24355 h 1699043"/>
              <a:gd name="connsiteX247" fmla="*/ 77128 w 10232859"/>
              <a:gd name="connsiteY247" fmla="*/ 6867 h 1699043"/>
              <a:gd name="connsiteX248" fmla="*/ 188338 w 10232859"/>
              <a:gd name="connsiteY248" fmla="*/ 5079 h 1699043"/>
              <a:gd name="connsiteX249" fmla="*/ 298809 w 10232859"/>
              <a:gd name="connsiteY249" fmla="*/ 6198 h 1699043"/>
              <a:gd name="connsiteX250" fmla="*/ 338985 w 10232859"/>
              <a:gd name="connsiteY250" fmla="*/ 8006 h 1699043"/>
              <a:gd name="connsiteX251" fmla="*/ 409815 w 10232859"/>
              <a:gd name="connsiteY251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01045 w 10232859"/>
              <a:gd name="connsiteY118" fmla="*/ 147239 h 1699043"/>
              <a:gd name="connsiteX119" fmla="*/ 5001600 w 10232859"/>
              <a:gd name="connsiteY119" fmla="*/ 190239 h 1699043"/>
              <a:gd name="connsiteX120" fmla="*/ 5033465 w 10232859"/>
              <a:gd name="connsiteY120" fmla="*/ 175915 h 1699043"/>
              <a:gd name="connsiteX121" fmla="*/ 5115965 w 10232859"/>
              <a:gd name="connsiteY121" fmla="*/ 186069 h 1699043"/>
              <a:gd name="connsiteX122" fmla="*/ 5237936 w 10232859"/>
              <a:gd name="connsiteY122" fmla="*/ 239508 h 1699043"/>
              <a:gd name="connsiteX123" fmla="*/ 5290566 w 10232859"/>
              <a:gd name="connsiteY123" fmla="*/ 263295 h 1699043"/>
              <a:gd name="connsiteX124" fmla="*/ 5344878 w 10232859"/>
              <a:gd name="connsiteY124" fmla="*/ 276360 h 1699043"/>
              <a:gd name="connsiteX125" fmla="*/ 5413398 w 10232859"/>
              <a:gd name="connsiteY125" fmla="*/ 276235 h 1699043"/>
              <a:gd name="connsiteX126" fmla="*/ 5415629 w 10232859"/>
              <a:gd name="connsiteY126" fmla="*/ 275768 h 1699043"/>
              <a:gd name="connsiteX127" fmla="*/ 5433078 w 10232859"/>
              <a:gd name="connsiteY127" fmla="*/ 279684 h 1699043"/>
              <a:gd name="connsiteX128" fmla="*/ 5435759 w 10232859"/>
              <a:gd name="connsiteY128" fmla="*/ 283100 h 1699043"/>
              <a:gd name="connsiteX129" fmla="*/ 5447372 w 10232859"/>
              <a:gd name="connsiteY129" fmla="*/ 286587 h 1699043"/>
              <a:gd name="connsiteX130" fmla="*/ 5469289 w 10232859"/>
              <a:gd name="connsiteY130" fmla="*/ 295620 h 1699043"/>
              <a:gd name="connsiteX131" fmla="*/ 5508752 w 10232859"/>
              <a:gd name="connsiteY131" fmla="*/ 305753 h 1699043"/>
              <a:gd name="connsiteX132" fmla="*/ 5509657 w 10232859"/>
              <a:gd name="connsiteY132" fmla="*/ 304936 h 1699043"/>
              <a:gd name="connsiteX133" fmla="*/ 5521245 w 10232859"/>
              <a:gd name="connsiteY133" fmla="*/ 303688 h 1699043"/>
              <a:gd name="connsiteX134" fmla="*/ 5542415 w 10232859"/>
              <a:gd name="connsiteY134" fmla="*/ 303495 h 1699043"/>
              <a:gd name="connsiteX135" fmla="*/ 5596538 w 10232859"/>
              <a:gd name="connsiteY135" fmla="*/ 291153 h 1699043"/>
              <a:gd name="connsiteX136" fmla="*/ 5632514 w 10232859"/>
              <a:gd name="connsiteY136" fmla="*/ 301962 h 1699043"/>
              <a:gd name="connsiteX137" fmla="*/ 5640005 w 10232859"/>
              <a:gd name="connsiteY137" fmla="*/ 303617 h 1699043"/>
              <a:gd name="connsiteX138" fmla="*/ 5640259 w 10232859"/>
              <a:gd name="connsiteY138" fmla="*/ 303435 h 1699043"/>
              <a:gd name="connsiteX139" fmla="*/ 5648365 w 10232859"/>
              <a:gd name="connsiteY139" fmla="*/ 304754 h 1699043"/>
              <a:gd name="connsiteX140" fmla="*/ 5653662 w 10232859"/>
              <a:gd name="connsiteY140" fmla="*/ 306635 h 1699043"/>
              <a:gd name="connsiteX141" fmla="*/ 5668196 w 10232859"/>
              <a:gd name="connsiteY141" fmla="*/ 309846 h 1699043"/>
              <a:gd name="connsiteX142" fmla="*/ 5673886 w 10232859"/>
              <a:gd name="connsiteY142" fmla="*/ 309526 h 1699043"/>
              <a:gd name="connsiteX143" fmla="*/ 5677139 w 10232859"/>
              <a:gd name="connsiteY143" fmla="*/ 307345 h 1699043"/>
              <a:gd name="connsiteX144" fmla="*/ 5708983 w 10232859"/>
              <a:gd name="connsiteY144" fmla="*/ 306674 h 1699043"/>
              <a:gd name="connsiteX145" fmla="*/ 5773909 w 10232859"/>
              <a:gd name="connsiteY145" fmla="*/ 312061 h 1699043"/>
              <a:gd name="connsiteX146" fmla="*/ 5809500 w 10232859"/>
              <a:gd name="connsiteY146" fmla="*/ 318450 h 1699043"/>
              <a:gd name="connsiteX147" fmla="*/ 5908729 w 10232859"/>
              <a:gd name="connsiteY147" fmla="*/ 332335 h 1699043"/>
              <a:gd name="connsiteX148" fmla="*/ 6009654 w 10232859"/>
              <a:gd name="connsiteY148" fmla="*/ 343526 h 1699043"/>
              <a:gd name="connsiteX149" fmla="*/ 6067487 w 10232859"/>
              <a:gd name="connsiteY149" fmla="*/ 333712 h 1699043"/>
              <a:gd name="connsiteX150" fmla="*/ 6073281 w 10232859"/>
              <a:gd name="connsiteY150" fmla="*/ 334316 h 1699043"/>
              <a:gd name="connsiteX151" fmla="*/ 6086225 w 10232859"/>
              <a:gd name="connsiteY151" fmla="*/ 339621 h 1699043"/>
              <a:gd name="connsiteX152" fmla="*/ 6105063 w 10232859"/>
              <a:gd name="connsiteY152" fmla="*/ 347340 h 1699043"/>
              <a:gd name="connsiteX153" fmla="*/ 6135796 w 10232859"/>
              <a:gd name="connsiteY153" fmla="*/ 363143 h 1699043"/>
              <a:gd name="connsiteX154" fmla="*/ 6195166 w 10232859"/>
              <a:gd name="connsiteY154" fmla="*/ 360190 h 1699043"/>
              <a:gd name="connsiteX155" fmla="*/ 6216259 w 10232859"/>
              <a:gd name="connsiteY155" fmla="*/ 363365 h 1699043"/>
              <a:gd name="connsiteX156" fmla="*/ 6228331 w 10232859"/>
              <a:gd name="connsiteY156" fmla="*/ 364034 h 1699043"/>
              <a:gd name="connsiteX157" fmla="*/ 6229602 w 10232859"/>
              <a:gd name="connsiteY157" fmla="*/ 363414 h 1699043"/>
              <a:gd name="connsiteX158" fmla="*/ 6258988 w 10232859"/>
              <a:gd name="connsiteY158" fmla="*/ 378660 h 1699043"/>
              <a:gd name="connsiteX159" fmla="*/ 6264106 w 10232859"/>
              <a:gd name="connsiteY159" fmla="*/ 379141 h 1699043"/>
              <a:gd name="connsiteX160" fmla="*/ 6281703 w 10232859"/>
              <a:gd name="connsiteY160" fmla="*/ 391054 h 1699043"/>
              <a:gd name="connsiteX161" fmla="*/ 6291622 w 10232859"/>
              <a:gd name="connsiteY161" fmla="*/ 396155 h 1699043"/>
              <a:gd name="connsiteX162" fmla="*/ 6292712 w 10232859"/>
              <a:gd name="connsiteY162" fmla="*/ 399771 h 1699043"/>
              <a:gd name="connsiteX163" fmla="*/ 6308227 w 10232859"/>
              <a:gd name="connsiteY163" fmla="*/ 406196 h 1699043"/>
              <a:gd name="connsiteX164" fmla="*/ 6328981 w 10232859"/>
              <a:gd name="connsiteY164" fmla="*/ 409495 h 1699043"/>
              <a:gd name="connsiteX165" fmla="*/ 6368693 w 10232859"/>
              <a:gd name="connsiteY165" fmla="*/ 417845 h 1699043"/>
              <a:gd name="connsiteX166" fmla="*/ 6414811 w 10232859"/>
              <a:gd name="connsiteY166" fmla="*/ 452200 h 1699043"/>
              <a:gd name="connsiteX167" fmla="*/ 6467879 w 10232859"/>
              <a:gd name="connsiteY167" fmla="*/ 468248 h 1699043"/>
              <a:gd name="connsiteX168" fmla="*/ 6564351 w 10232859"/>
              <a:gd name="connsiteY168" fmla="*/ 537518 h 1699043"/>
              <a:gd name="connsiteX169" fmla="*/ 6711178 w 10232859"/>
              <a:gd name="connsiteY169" fmla="*/ 573610 h 1699043"/>
              <a:gd name="connsiteX170" fmla="*/ 6764036 w 10232859"/>
              <a:gd name="connsiteY170" fmla="*/ 588943 h 1699043"/>
              <a:gd name="connsiteX171" fmla="*/ 6858983 w 10232859"/>
              <a:gd name="connsiteY171" fmla="*/ 623723 h 1699043"/>
              <a:gd name="connsiteX172" fmla="*/ 6910661 w 10232859"/>
              <a:gd name="connsiteY172" fmla="*/ 634620 h 1699043"/>
              <a:gd name="connsiteX173" fmla="*/ 6944111 w 10232859"/>
              <a:gd name="connsiteY173" fmla="*/ 659502 h 1699043"/>
              <a:gd name="connsiteX174" fmla="*/ 6965771 w 10232859"/>
              <a:gd name="connsiteY174" fmla="*/ 659931 h 1699043"/>
              <a:gd name="connsiteX175" fmla="*/ 6969639 w 10232859"/>
              <a:gd name="connsiteY175" fmla="*/ 659837 h 1699043"/>
              <a:gd name="connsiteX176" fmla="*/ 6982242 w 10232859"/>
              <a:gd name="connsiteY176" fmla="*/ 663112 h 1699043"/>
              <a:gd name="connsiteX177" fmla="*/ 6989387 w 10232859"/>
              <a:gd name="connsiteY177" fmla="*/ 659474 h 1699043"/>
              <a:gd name="connsiteX178" fmla="*/ 7010930 w 10232859"/>
              <a:gd name="connsiteY178" fmla="*/ 661134 h 1699043"/>
              <a:gd name="connsiteX179" fmla="*/ 7033125 w 10232859"/>
              <a:gd name="connsiteY179" fmla="*/ 668436 h 1699043"/>
              <a:gd name="connsiteX180" fmla="*/ 7134461 w 10232859"/>
              <a:gd name="connsiteY180" fmla="*/ 708192 h 1699043"/>
              <a:gd name="connsiteX181" fmla="*/ 7197450 w 10232859"/>
              <a:gd name="connsiteY181" fmla="*/ 729094 h 1699043"/>
              <a:gd name="connsiteX182" fmla="*/ 7225084 w 10232859"/>
              <a:gd name="connsiteY182" fmla="*/ 732505 h 1699043"/>
              <a:gd name="connsiteX183" fmla="*/ 7261183 w 10232859"/>
              <a:gd name="connsiteY183" fmla="*/ 740313 h 1699043"/>
              <a:gd name="connsiteX184" fmla="*/ 7327760 w 10232859"/>
              <a:gd name="connsiteY184" fmla="*/ 750586 h 1699043"/>
              <a:gd name="connsiteX185" fmla="*/ 7412222 w 10232859"/>
              <a:gd name="connsiteY185" fmla="*/ 770487 h 1699043"/>
              <a:gd name="connsiteX186" fmla="*/ 7457904 w 10232859"/>
              <a:gd name="connsiteY186" fmla="*/ 804321 h 1699043"/>
              <a:gd name="connsiteX187" fmla="*/ 7465795 w 10232859"/>
              <a:gd name="connsiteY187" fmla="*/ 802598 h 1699043"/>
              <a:gd name="connsiteX188" fmla="*/ 7505046 w 10232859"/>
              <a:gd name="connsiteY188" fmla="*/ 816517 h 1699043"/>
              <a:gd name="connsiteX189" fmla="*/ 7623220 w 10232859"/>
              <a:gd name="connsiteY189" fmla="*/ 888520 h 1699043"/>
              <a:gd name="connsiteX190" fmla="*/ 7700458 w 10232859"/>
              <a:gd name="connsiteY190" fmla="*/ 915079 h 1699043"/>
              <a:gd name="connsiteX191" fmla="*/ 7730988 w 10232859"/>
              <a:gd name="connsiteY191" fmla="*/ 920756 h 1699043"/>
              <a:gd name="connsiteX192" fmla="*/ 7781942 w 10232859"/>
              <a:gd name="connsiteY192" fmla="*/ 930503 h 1699043"/>
              <a:gd name="connsiteX193" fmla="*/ 7827704 w 10232859"/>
              <a:gd name="connsiteY193" fmla="*/ 928558 h 1699043"/>
              <a:gd name="connsiteX194" fmla="*/ 7867270 w 10232859"/>
              <a:gd name="connsiteY194" fmla="*/ 940366 h 1699043"/>
              <a:gd name="connsiteX195" fmla="*/ 7866538 w 10232859"/>
              <a:gd name="connsiteY195" fmla="*/ 955045 h 1699043"/>
              <a:gd name="connsiteX196" fmla="*/ 7912084 w 10232859"/>
              <a:gd name="connsiteY196" fmla="*/ 963800 h 1699043"/>
              <a:gd name="connsiteX197" fmla="*/ 7982264 w 10232859"/>
              <a:gd name="connsiteY197" fmla="*/ 975773 h 1699043"/>
              <a:gd name="connsiteX198" fmla="*/ 7991272 w 10232859"/>
              <a:gd name="connsiteY198" fmla="*/ 981104 h 1699043"/>
              <a:gd name="connsiteX199" fmla="*/ 8006496 w 10232859"/>
              <a:gd name="connsiteY199" fmla="*/ 972839 h 1699043"/>
              <a:gd name="connsiteX200" fmla="*/ 8034497 w 10232859"/>
              <a:gd name="connsiteY200" fmla="*/ 972054 h 1699043"/>
              <a:gd name="connsiteX201" fmla="*/ 8150881 w 10232859"/>
              <a:gd name="connsiteY201" fmla="*/ 990411 h 1699043"/>
              <a:gd name="connsiteX202" fmla="*/ 8172106 w 10232859"/>
              <a:gd name="connsiteY202" fmla="*/ 990512 h 1699043"/>
              <a:gd name="connsiteX203" fmla="*/ 8196076 w 10232859"/>
              <a:gd name="connsiteY203" fmla="*/ 1000078 h 1699043"/>
              <a:gd name="connsiteX204" fmla="*/ 8247463 w 10232859"/>
              <a:gd name="connsiteY204" fmla="*/ 1016332 h 1699043"/>
              <a:gd name="connsiteX205" fmla="*/ 8279272 w 10232859"/>
              <a:gd name="connsiteY205" fmla="*/ 1032921 h 1699043"/>
              <a:gd name="connsiteX206" fmla="*/ 8289611 w 10232859"/>
              <a:gd name="connsiteY206" fmla="*/ 1028630 h 1699043"/>
              <a:gd name="connsiteX207" fmla="*/ 8311483 w 10232859"/>
              <a:gd name="connsiteY207" fmla="*/ 1029399 h 1699043"/>
              <a:gd name="connsiteX208" fmla="*/ 8399489 w 10232859"/>
              <a:gd name="connsiteY208" fmla="*/ 1048562 h 1699043"/>
              <a:gd name="connsiteX209" fmla="*/ 8415973 w 10232859"/>
              <a:gd name="connsiteY209" fmla="*/ 1049660 h 1699043"/>
              <a:gd name="connsiteX210" fmla="*/ 8433326 w 10232859"/>
              <a:gd name="connsiteY210" fmla="*/ 1057881 h 1699043"/>
              <a:gd name="connsiteX211" fmla="*/ 8502328 w 10232859"/>
              <a:gd name="connsiteY211" fmla="*/ 1091498 h 1699043"/>
              <a:gd name="connsiteX212" fmla="*/ 8534346 w 10232859"/>
              <a:gd name="connsiteY212" fmla="*/ 1106980 h 1699043"/>
              <a:gd name="connsiteX213" fmla="*/ 8534980 w 10232859"/>
              <a:gd name="connsiteY213" fmla="*/ 1110861 h 1699043"/>
              <a:gd name="connsiteX214" fmla="*/ 8544104 w 10232859"/>
              <a:gd name="connsiteY214" fmla="*/ 1108406 h 1699043"/>
              <a:gd name="connsiteX215" fmla="*/ 8567742 w 10232859"/>
              <a:gd name="connsiteY215" fmla="*/ 1117590 h 1699043"/>
              <a:gd name="connsiteX216" fmla="*/ 8633779 w 10232859"/>
              <a:gd name="connsiteY216" fmla="*/ 1139226 h 1699043"/>
              <a:gd name="connsiteX217" fmla="*/ 8676965 w 10232859"/>
              <a:gd name="connsiteY217" fmla="*/ 1156949 h 1699043"/>
              <a:gd name="connsiteX218" fmla="*/ 8698944 w 10232859"/>
              <a:gd name="connsiteY218" fmla="*/ 1156939 h 1699043"/>
              <a:gd name="connsiteX219" fmla="*/ 8711456 w 10232859"/>
              <a:gd name="connsiteY219" fmla="*/ 1169217 h 1699043"/>
              <a:gd name="connsiteX220" fmla="*/ 8732793 w 10232859"/>
              <a:gd name="connsiteY220" fmla="*/ 1172972 h 1699043"/>
              <a:gd name="connsiteX221" fmla="*/ 8751897 w 10232859"/>
              <a:gd name="connsiteY221" fmla="*/ 1190886 h 1699043"/>
              <a:gd name="connsiteX222" fmla="*/ 8793564 w 10232859"/>
              <a:gd name="connsiteY222" fmla="*/ 1172572 h 1699043"/>
              <a:gd name="connsiteX223" fmla="*/ 8834270 w 10232859"/>
              <a:gd name="connsiteY223" fmla="*/ 1206624 h 1699043"/>
              <a:gd name="connsiteX224" fmla="*/ 8853872 w 10232859"/>
              <a:gd name="connsiteY224" fmla="*/ 1214714 h 1699043"/>
              <a:gd name="connsiteX225" fmla="*/ 8861901 w 10232859"/>
              <a:gd name="connsiteY225" fmla="*/ 1211375 h 1699043"/>
              <a:gd name="connsiteX226" fmla="*/ 8874168 w 10232859"/>
              <a:gd name="connsiteY226" fmla="*/ 1213967 h 1699043"/>
              <a:gd name="connsiteX227" fmla="*/ 8871123 w 10232859"/>
              <a:gd name="connsiteY227" fmla="*/ 1221160 h 1699043"/>
              <a:gd name="connsiteX228" fmla="*/ 8903537 w 10232859"/>
              <a:gd name="connsiteY228" fmla="*/ 1230588 h 1699043"/>
              <a:gd name="connsiteX229" fmla="*/ 8933767 w 10232859"/>
              <a:gd name="connsiteY229" fmla="*/ 1263368 h 1699043"/>
              <a:gd name="connsiteX230" fmla="*/ 8985765 w 10232859"/>
              <a:gd name="connsiteY230" fmla="*/ 1287664 h 1699043"/>
              <a:gd name="connsiteX231" fmla="*/ 9071444 w 10232859"/>
              <a:gd name="connsiteY231" fmla="*/ 1317305 h 1699043"/>
              <a:gd name="connsiteX232" fmla="*/ 9096711 w 10232859"/>
              <a:gd name="connsiteY232" fmla="*/ 1327777 h 1699043"/>
              <a:gd name="connsiteX233" fmla="*/ 9338853 w 10232859"/>
              <a:gd name="connsiteY233" fmla="*/ 1448046 h 1699043"/>
              <a:gd name="connsiteX234" fmla="*/ 9520814 w 10232859"/>
              <a:gd name="connsiteY234" fmla="*/ 1449827 h 1699043"/>
              <a:gd name="connsiteX235" fmla="*/ 9702271 w 10232859"/>
              <a:gd name="connsiteY235" fmla="*/ 1488553 h 1699043"/>
              <a:gd name="connsiteX236" fmla="*/ 9744273 w 10232859"/>
              <a:gd name="connsiteY236" fmla="*/ 1523512 h 1699043"/>
              <a:gd name="connsiteX237" fmla="*/ 9771903 w 10232859"/>
              <a:gd name="connsiteY237" fmla="*/ 1530034 h 1699043"/>
              <a:gd name="connsiteX238" fmla="*/ 9818565 w 10232859"/>
              <a:gd name="connsiteY238" fmla="*/ 1538545 h 1699043"/>
              <a:gd name="connsiteX239" fmla="*/ 9882202 w 10232859"/>
              <a:gd name="connsiteY239" fmla="*/ 1565888 h 1699043"/>
              <a:gd name="connsiteX240" fmla="*/ 10022025 w 10232859"/>
              <a:gd name="connsiteY240" fmla="*/ 1599696 h 1699043"/>
              <a:gd name="connsiteX241" fmla="*/ 10220406 w 10232859"/>
              <a:gd name="connsiteY241" fmla="*/ 1677005 h 1699043"/>
              <a:gd name="connsiteX242" fmla="*/ 10232859 w 10232859"/>
              <a:gd name="connsiteY242" fmla="*/ 1699043 h 1699043"/>
              <a:gd name="connsiteX243" fmla="*/ 0 w 10232859"/>
              <a:gd name="connsiteY243" fmla="*/ 1699043 h 1699043"/>
              <a:gd name="connsiteX244" fmla="*/ 0 w 10232859"/>
              <a:gd name="connsiteY244" fmla="*/ 21828 h 1699043"/>
              <a:gd name="connsiteX245" fmla="*/ 8097 w 10232859"/>
              <a:gd name="connsiteY245" fmla="*/ 24355 h 1699043"/>
              <a:gd name="connsiteX246" fmla="*/ 77128 w 10232859"/>
              <a:gd name="connsiteY246" fmla="*/ 6867 h 1699043"/>
              <a:gd name="connsiteX247" fmla="*/ 188338 w 10232859"/>
              <a:gd name="connsiteY247" fmla="*/ 5079 h 1699043"/>
              <a:gd name="connsiteX248" fmla="*/ 298809 w 10232859"/>
              <a:gd name="connsiteY248" fmla="*/ 6198 h 1699043"/>
              <a:gd name="connsiteX249" fmla="*/ 338985 w 10232859"/>
              <a:gd name="connsiteY249" fmla="*/ 8006 h 1699043"/>
              <a:gd name="connsiteX250" fmla="*/ 409815 w 10232859"/>
              <a:gd name="connsiteY250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01045 w 10232859"/>
              <a:gd name="connsiteY118" fmla="*/ 147239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237936 w 10232859"/>
              <a:gd name="connsiteY121" fmla="*/ 239508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237936 w 10232859"/>
              <a:gd name="connsiteY121" fmla="*/ 239508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237936 w 10232859"/>
              <a:gd name="connsiteY121" fmla="*/ 239508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90566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42415 w 10232859"/>
              <a:gd name="connsiteY133" fmla="*/ 303495 h 1699043"/>
              <a:gd name="connsiteX134" fmla="*/ 5596538 w 10232859"/>
              <a:gd name="connsiteY134" fmla="*/ 291153 h 1699043"/>
              <a:gd name="connsiteX135" fmla="*/ 5632514 w 10232859"/>
              <a:gd name="connsiteY135" fmla="*/ 301962 h 1699043"/>
              <a:gd name="connsiteX136" fmla="*/ 5640005 w 10232859"/>
              <a:gd name="connsiteY136" fmla="*/ 303617 h 1699043"/>
              <a:gd name="connsiteX137" fmla="*/ 5640259 w 10232859"/>
              <a:gd name="connsiteY137" fmla="*/ 303435 h 1699043"/>
              <a:gd name="connsiteX138" fmla="*/ 5648365 w 10232859"/>
              <a:gd name="connsiteY138" fmla="*/ 304754 h 1699043"/>
              <a:gd name="connsiteX139" fmla="*/ 5653662 w 10232859"/>
              <a:gd name="connsiteY139" fmla="*/ 306635 h 1699043"/>
              <a:gd name="connsiteX140" fmla="*/ 5668196 w 10232859"/>
              <a:gd name="connsiteY140" fmla="*/ 309846 h 1699043"/>
              <a:gd name="connsiteX141" fmla="*/ 5673886 w 10232859"/>
              <a:gd name="connsiteY141" fmla="*/ 309526 h 1699043"/>
              <a:gd name="connsiteX142" fmla="*/ 5677139 w 10232859"/>
              <a:gd name="connsiteY142" fmla="*/ 307345 h 1699043"/>
              <a:gd name="connsiteX143" fmla="*/ 5708983 w 10232859"/>
              <a:gd name="connsiteY143" fmla="*/ 306674 h 1699043"/>
              <a:gd name="connsiteX144" fmla="*/ 5773909 w 10232859"/>
              <a:gd name="connsiteY144" fmla="*/ 312061 h 1699043"/>
              <a:gd name="connsiteX145" fmla="*/ 5809500 w 10232859"/>
              <a:gd name="connsiteY145" fmla="*/ 318450 h 1699043"/>
              <a:gd name="connsiteX146" fmla="*/ 5908729 w 10232859"/>
              <a:gd name="connsiteY146" fmla="*/ 332335 h 1699043"/>
              <a:gd name="connsiteX147" fmla="*/ 6009654 w 10232859"/>
              <a:gd name="connsiteY147" fmla="*/ 343526 h 1699043"/>
              <a:gd name="connsiteX148" fmla="*/ 6067487 w 10232859"/>
              <a:gd name="connsiteY148" fmla="*/ 333712 h 1699043"/>
              <a:gd name="connsiteX149" fmla="*/ 6073281 w 10232859"/>
              <a:gd name="connsiteY149" fmla="*/ 334316 h 1699043"/>
              <a:gd name="connsiteX150" fmla="*/ 6086225 w 10232859"/>
              <a:gd name="connsiteY150" fmla="*/ 339621 h 1699043"/>
              <a:gd name="connsiteX151" fmla="*/ 6105063 w 10232859"/>
              <a:gd name="connsiteY151" fmla="*/ 347340 h 1699043"/>
              <a:gd name="connsiteX152" fmla="*/ 6135796 w 10232859"/>
              <a:gd name="connsiteY152" fmla="*/ 363143 h 1699043"/>
              <a:gd name="connsiteX153" fmla="*/ 6195166 w 10232859"/>
              <a:gd name="connsiteY153" fmla="*/ 360190 h 1699043"/>
              <a:gd name="connsiteX154" fmla="*/ 6216259 w 10232859"/>
              <a:gd name="connsiteY154" fmla="*/ 363365 h 1699043"/>
              <a:gd name="connsiteX155" fmla="*/ 6228331 w 10232859"/>
              <a:gd name="connsiteY155" fmla="*/ 364034 h 1699043"/>
              <a:gd name="connsiteX156" fmla="*/ 6229602 w 10232859"/>
              <a:gd name="connsiteY156" fmla="*/ 363414 h 1699043"/>
              <a:gd name="connsiteX157" fmla="*/ 6258988 w 10232859"/>
              <a:gd name="connsiteY157" fmla="*/ 378660 h 1699043"/>
              <a:gd name="connsiteX158" fmla="*/ 6264106 w 10232859"/>
              <a:gd name="connsiteY158" fmla="*/ 379141 h 1699043"/>
              <a:gd name="connsiteX159" fmla="*/ 6281703 w 10232859"/>
              <a:gd name="connsiteY159" fmla="*/ 391054 h 1699043"/>
              <a:gd name="connsiteX160" fmla="*/ 6291622 w 10232859"/>
              <a:gd name="connsiteY160" fmla="*/ 396155 h 1699043"/>
              <a:gd name="connsiteX161" fmla="*/ 6292712 w 10232859"/>
              <a:gd name="connsiteY161" fmla="*/ 399771 h 1699043"/>
              <a:gd name="connsiteX162" fmla="*/ 6308227 w 10232859"/>
              <a:gd name="connsiteY162" fmla="*/ 406196 h 1699043"/>
              <a:gd name="connsiteX163" fmla="*/ 6328981 w 10232859"/>
              <a:gd name="connsiteY163" fmla="*/ 409495 h 1699043"/>
              <a:gd name="connsiteX164" fmla="*/ 6368693 w 10232859"/>
              <a:gd name="connsiteY164" fmla="*/ 417845 h 1699043"/>
              <a:gd name="connsiteX165" fmla="*/ 6414811 w 10232859"/>
              <a:gd name="connsiteY165" fmla="*/ 452200 h 1699043"/>
              <a:gd name="connsiteX166" fmla="*/ 6467879 w 10232859"/>
              <a:gd name="connsiteY166" fmla="*/ 468248 h 1699043"/>
              <a:gd name="connsiteX167" fmla="*/ 6564351 w 10232859"/>
              <a:gd name="connsiteY167" fmla="*/ 537518 h 1699043"/>
              <a:gd name="connsiteX168" fmla="*/ 6711178 w 10232859"/>
              <a:gd name="connsiteY168" fmla="*/ 573610 h 1699043"/>
              <a:gd name="connsiteX169" fmla="*/ 6764036 w 10232859"/>
              <a:gd name="connsiteY169" fmla="*/ 588943 h 1699043"/>
              <a:gd name="connsiteX170" fmla="*/ 6858983 w 10232859"/>
              <a:gd name="connsiteY170" fmla="*/ 623723 h 1699043"/>
              <a:gd name="connsiteX171" fmla="*/ 6910661 w 10232859"/>
              <a:gd name="connsiteY171" fmla="*/ 634620 h 1699043"/>
              <a:gd name="connsiteX172" fmla="*/ 6944111 w 10232859"/>
              <a:gd name="connsiteY172" fmla="*/ 659502 h 1699043"/>
              <a:gd name="connsiteX173" fmla="*/ 6965771 w 10232859"/>
              <a:gd name="connsiteY173" fmla="*/ 659931 h 1699043"/>
              <a:gd name="connsiteX174" fmla="*/ 6969639 w 10232859"/>
              <a:gd name="connsiteY174" fmla="*/ 659837 h 1699043"/>
              <a:gd name="connsiteX175" fmla="*/ 6982242 w 10232859"/>
              <a:gd name="connsiteY175" fmla="*/ 663112 h 1699043"/>
              <a:gd name="connsiteX176" fmla="*/ 6989387 w 10232859"/>
              <a:gd name="connsiteY176" fmla="*/ 659474 h 1699043"/>
              <a:gd name="connsiteX177" fmla="*/ 7010930 w 10232859"/>
              <a:gd name="connsiteY177" fmla="*/ 661134 h 1699043"/>
              <a:gd name="connsiteX178" fmla="*/ 7033125 w 10232859"/>
              <a:gd name="connsiteY178" fmla="*/ 668436 h 1699043"/>
              <a:gd name="connsiteX179" fmla="*/ 7134461 w 10232859"/>
              <a:gd name="connsiteY179" fmla="*/ 708192 h 1699043"/>
              <a:gd name="connsiteX180" fmla="*/ 7197450 w 10232859"/>
              <a:gd name="connsiteY180" fmla="*/ 729094 h 1699043"/>
              <a:gd name="connsiteX181" fmla="*/ 7225084 w 10232859"/>
              <a:gd name="connsiteY181" fmla="*/ 732505 h 1699043"/>
              <a:gd name="connsiteX182" fmla="*/ 7261183 w 10232859"/>
              <a:gd name="connsiteY182" fmla="*/ 740313 h 1699043"/>
              <a:gd name="connsiteX183" fmla="*/ 7327760 w 10232859"/>
              <a:gd name="connsiteY183" fmla="*/ 750586 h 1699043"/>
              <a:gd name="connsiteX184" fmla="*/ 7412222 w 10232859"/>
              <a:gd name="connsiteY184" fmla="*/ 770487 h 1699043"/>
              <a:gd name="connsiteX185" fmla="*/ 7457904 w 10232859"/>
              <a:gd name="connsiteY185" fmla="*/ 804321 h 1699043"/>
              <a:gd name="connsiteX186" fmla="*/ 7465795 w 10232859"/>
              <a:gd name="connsiteY186" fmla="*/ 802598 h 1699043"/>
              <a:gd name="connsiteX187" fmla="*/ 7505046 w 10232859"/>
              <a:gd name="connsiteY187" fmla="*/ 816517 h 1699043"/>
              <a:gd name="connsiteX188" fmla="*/ 7623220 w 10232859"/>
              <a:gd name="connsiteY188" fmla="*/ 888520 h 1699043"/>
              <a:gd name="connsiteX189" fmla="*/ 7700458 w 10232859"/>
              <a:gd name="connsiteY189" fmla="*/ 915079 h 1699043"/>
              <a:gd name="connsiteX190" fmla="*/ 7730988 w 10232859"/>
              <a:gd name="connsiteY190" fmla="*/ 920756 h 1699043"/>
              <a:gd name="connsiteX191" fmla="*/ 7781942 w 10232859"/>
              <a:gd name="connsiteY191" fmla="*/ 930503 h 1699043"/>
              <a:gd name="connsiteX192" fmla="*/ 7827704 w 10232859"/>
              <a:gd name="connsiteY192" fmla="*/ 928558 h 1699043"/>
              <a:gd name="connsiteX193" fmla="*/ 7867270 w 10232859"/>
              <a:gd name="connsiteY193" fmla="*/ 940366 h 1699043"/>
              <a:gd name="connsiteX194" fmla="*/ 7866538 w 10232859"/>
              <a:gd name="connsiteY194" fmla="*/ 955045 h 1699043"/>
              <a:gd name="connsiteX195" fmla="*/ 7912084 w 10232859"/>
              <a:gd name="connsiteY195" fmla="*/ 963800 h 1699043"/>
              <a:gd name="connsiteX196" fmla="*/ 7982264 w 10232859"/>
              <a:gd name="connsiteY196" fmla="*/ 975773 h 1699043"/>
              <a:gd name="connsiteX197" fmla="*/ 7991272 w 10232859"/>
              <a:gd name="connsiteY197" fmla="*/ 981104 h 1699043"/>
              <a:gd name="connsiteX198" fmla="*/ 8006496 w 10232859"/>
              <a:gd name="connsiteY198" fmla="*/ 972839 h 1699043"/>
              <a:gd name="connsiteX199" fmla="*/ 8034497 w 10232859"/>
              <a:gd name="connsiteY199" fmla="*/ 972054 h 1699043"/>
              <a:gd name="connsiteX200" fmla="*/ 8150881 w 10232859"/>
              <a:gd name="connsiteY200" fmla="*/ 990411 h 1699043"/>
              <a:gd name="connsiteX201" fmla="*/ 8172106 w 10232859"/>
              <a:gd name="connsiteY201" fmla="*/ 990512 h 1699043"/>
              <a:gd name="connsiteX202" fmla="*/ 8196076 w 10232859"/>
              <a:gd name="connsiteY202" fmla="*/ 1000078 h 1699043"/>
              <a:gd name="connsiteX203" fmla="*/ 8247463 w 10232859"/>
              <a:gd name="connsiteY203" fmla="*/ 1016332 h 1699043"/>
              <a:gd name="connsiteX204" fmla="*/ 8279272 w 10232859"/>
              <a:gd name="connsiteY204" fmla="*/ 1032921 h 1699043"/>
              <a:gd name="connsiteX205" fmla="*/ 8289611 w 10232859"/>
              <a:gd name="connsiteY205" fmla="*/ 1028630 h 1699043"/>
              <a:gd name="connsiteX206" fmla="*/ 8311483 w 10232859"/>
              <a:gd name="connsiteY206" fmla="*/ 1029399 h 1699043"/>
              <a:gd name="connsiteX207" fmla="*/ 8399489 w 10232859"/>
              <a:gd name="connsiteY207" fmla="*/ 1048562 h 1699043"/>
              <a:gd name="connsiteX208" fmla="*/ 8415973 w 10232859"/>
              <a:gd name="connsiteY208" fmla="*/ 1049660 h 1699043"/>
              <a:gd name="connsiteX209" fmla="*/ 8433326 w 10232859"/>
              <a:gd name="connsiteY209" fmla="*/ 1057881 h 1699043"/>
              <a:gd name="connsiteX210" fmla="*/ 8502328 w 10232859"/>
              <a:gd name="connsiteY210" fmla="*/ 1091498 h 1699043"/>
              <a:gd name="connsiteX211" fmla="*/ 8534346 w 10232859"/>
              <a:gd name="connsiteY211" fmla="*/ 1106980 h 1699043"/>
              <a:gd name="connsiteX212" fmla="*/ 8534980 w 10232859"/>
              <a:gd name="connsiteY212" fmla="*/ 1110861 h 1699043"/>
              <a:gd name="connsiteX213" fmla="*/ 8544104 w 10232859"/>
              <a:gd name="connsiteY213" fmla="*/ 1108406 h 1699043"/>
              <a:gd name="connsiteX214" fmla="*/ 8567742 w 10232859"/>
              <a:gd name="connsiteY214" fmla="*/ 1117590 h 1699043"/>
              <a:gd name="connsiteX215" fmla="*/ 8633779 w 10232859"/>
              <a:gd name="connsiteY215" fmla="*/ 1139226 h 1699043"/>
              <a:gd name="connsiteX216" fmla="*/ 8676965 w 10232859"/>
              <a:gd name="connsiteY216" fmla="*/ 1156949 h 1699043"/>
              <a:gd name="connsiteX217" fmla="*/ 8698944 w 10232859"/>
              <a:gd name="connsiteY217" fmla="*/ 1156939 h 1699043"/>
              <a:gd name="connsiteX218" fmla="*/ 8711456 w 10232859"/>
              <a:gd name="connsiteY218" fmla="*/ 1169217 h 1699043"/>
              <a:gd name="connsiteX219" fmla="*/ 8732793 w 10232859"/>
              <a:gd name="connsiteY219" fmla="*/ 1172972 h 1699043"/>
              <a:gd name="connsiteX220" fmla="*/ 8751897 w 10232859"/>
              <a:gd name="connsiteY220" fmla="*/ 1190886 h 1699043"/>
              <a:gd name="connsiteX221" fmla="*/ 8793564 w 10232859"/>
              <a:gd name="connsiteY221" fmla="*/ 1172572 h 1699043"/>
              <a:gd name="connsiteX222" fmla="*/ 8834270 w 10232859"/>
              <a:gd name="connsiteY222" fmla="*/ 1206624 h 1699043"/>
              <a:gd name="connsiteX223" fmla="*/ 8853872 w 10232859"/>
              <a:gd name="connsiteY223" fmla="*/ 1214714 h 1699043"/>
              <a:gd name="connsiteX224" fmla="*/ 8861901 w 10232859"/>
              <a:gd name="connsiteY224" fmla="*/ 1211375 h 1699043"/>
              <a:gd name="connsiteX225" fmla="*/ 8874168 w 10232859"/>
              <a:gd name="connsiteY225" fmla="*/ 1213967 h 1699043"/>
              <a:gd name="connsiteX226" fmla="*/ 8871123 w 10232859"/>
              <a:gd name="connsiteY226" fmla="*/ 1221160 h 1699043"/>
              <a:gd name="connsiteX227" fmla="*/ 8903537 w 10232859"/>
              <a:gd name="connsiteY227" fmla="*/ 1230588 h 1699043"/>
              <a:gd name="connsiteX228" fmla="*/ 8933767 w 10232859"/>
              <a:gd name="connsiteY228" fmla="*/ 1263368 h 1699043"/>
              <a:gd name="connsiteX229" fmla="*/ 8985765 w 10232859"/>
              <a:gd name="connsiteY229" fmla="*/ 1287664 h 1699043"/>
              <a:gd name="connsiteX230" fmla="*/ 9071444 w 10232859"/>
              <a:gd name="connsiteY230" fmla="*/ 1317305 h 1699043"/>
              <a:gd name="connsiteX231" fmla="*/ 9096711 w 10232859"/>
              <a:gd name="connsiteY231" fmla="*/ 1327777 h 1699043"/>
              <a:gd name="connsiteX232" fmla="*/ 9338853 w 10232859"/>
              <a:gd name="connsiteY232" fmla="*/ 1448046 h 1699043"/>
              <a:gd name="connsiteX233" fmla="*/ 9520814 w 10232859"/>
              <a:gd name="connsiteY233" fmla="*/ 1449827 h 1699043"/>
              <a:gd name="connsiteX234" fmla="*/ 9702271 w 10232859"/>
              <a:gd name="connsiteY234" fmla="*/ 1488553 h 1699043"/>
              <a:gd name="connsiteX235" fmla="*/ 9744273 w 10232859"/>
              <a:gd name="connsiteY235" fmla="*/ 1523512 h 1699043"/>
              <a:gd name="connsiteX236" fmla="*/ 9771903 w 10232859"/>
              <a:gd name="connsiteY236" fmla="*/ 1530034 h 1699043"/>
              <a:gd name="connsiteX237" fmla="*/ 9818565 w 10232859"/>
              <a:gd name="connsiteY237" fmla="*/ 1538545 h 1699043"/>
              <a:gd name="connsiteX238" fmla="*/ 9882202 w 10232859"/>
              <a:gd name="connsiteY238" fmla="*/ 1565888 h 1699043"/>
              <a:gd name="connsiteX239" fmla="*/ 10022025 w 10232859"/>
              <a:gd name="connsiteY239" fmla="*/ 1599696 h 1699043"/>
              <a:gd name="connsiteX240" fmla="*/ 10220406 w 10232859"/>
              <a:gd name="connsiteY240" fmla="*/ 1677005 h 1699043"/>
              <a:gd name="connsiteX241" fmla="*/ 10232859 w 10232859"/>
              <a:gd name="connsiteY241" fmla="*/ 1699043 h 1699043"/>
              <a:gd name="connsiteX242" fmla="*/ 0 w 10232859"/>
              <a:gd name="connsiteY242" fmla="*/ 1699043 h 1699043"/>
              <a:gd name="connsiteX243" fmla="*/ 0 w 10232859"/>
              <a:gd name="connsiteY243" fmla="*/ 21828 h 1699043"/>
              <a:gd name="connsiteX244" fmla="*/ 8097 w 10232859"/>
              <a:gd name="connsiteY244" fmla="*/ 24355 h 1699043"/>
              <a:gd name="connsiteX245" fmla="*/ 77128 w 10232859"/>
              <a:gd name="connsiteY245" fmla="*/ 6867 h 1699043"/>
              <a:gd name="connsiteX246" fmla="*/ 188338 w 10232859"/>
              <a:gd name="connsiteY246" fmla="*/ 5079 h 1699043"/>
              <a:gd name="connsiteX247" fmla="*/ 298809 w 10232859"/>
              <a:gd name="connsiteY247" fmla="*/ 6198 h 1699043"/>
              <a:gd name="connsiteX248" fmla="*/ 338985 w 10232859"/>
              <a:gd name="connsiteY248" fmla="*/ 8006 h 1699043"/>
              <a:gd name="connsiteX249" fmla="*/ 409815 w 10232859"/>
              <a:gd name="connsiteY249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09654 w 10232859"/>
              <a:gd name="connsiteY146" fmla="*/ 343526 h 1699043"/>
              <a:gd name="connsiteX147" fmla="*/ 6067487 w 10232859"/>
              <a:gd name="connsiteY147" fmla="*/ 333712 h 1699043"/>
              <a:gd name="connsiteX148" fmla="*/ 6073281 w 10232859"/>
              <a:gd name="connsiteY148" fmla="*/ 334316 h 1699043"/>
              <a:gd name="connsiteX149" fmla="*/ 6086225 w 10232859"/>
              <a:gd name="connsiteY149" fmla="*/ 339621 h 1699043"/>
              <a:gd name="connsiteX150" fmla="*/ 6105063 w 10232859"/>
              <a:gd name="connsiteY150" fmla="*/ 347340 h 1699043"/>
              <a:gd name="connsiteX151" fmla="*/ 6135796 w 10232859"/>
              <a:gd name="connsiteY151" fmla="*/ 363143 h 1699043"/>
              <a:gd name="connsiteX152" fmla="*/ 6195166 w 10232859"/>
              <a:gd name="connsiteY152" fmla="*/ 360190 h 1699043"/>
              <a:gd name="connsiteX153" fmla="*/ 6216259 w 10232859"/>
              <a:gd name="connsiteY153" fmla="*/ 363365 h 1699043"/>
              <a:gd name="connsiteX154" fmla="*/ 6228331 w 10232859"/>
              <a:gd name="connsiteY154" fmla="*/ 364034 h 1699043"/>
              <a:gd name="connsiteX155" fmla="*/ 6229602 w 10232859"/>
              <a:gd name="connsiteY155" fmla="*/ 363414 h 1699043"/>
              <a:gd name="connsiteX156" fmla="*/ 6258988 w 10232859"/>
              <a:gd name="connsiteY156" fmla="*/ 378660 h 1699043"/>
              <a:gd name="connsiteX157" fmla="*/ 6264106 w 10232859"/>
              <a:gd name="connsiteY157" fmla="*/ 379141 h 1699043"/>
              <a:gd name="connsiteX158" fmla="*/ 6281703 w 10232859"/>
              <a:gd name="connsiteY158" fmla="*/ 391054 h 1699043"/>
              <a:gd name="connsiteX159" fmla="*/ 6291622 w 10232859"/>
              <a:gd name="connsiteY159" fmla="*/ 396155 h 1699043"/>
              <a:gd name="connsiteX160" fmla="*/ 6292712 w 10232859"/>
              <a:gd name="connsiteY160" fmla="*/ 399771 h 1699043"/>
              <a:gd name="connsiteX161" fmla="*/ 6308227 w 10232859"/>
              <a:gd name="connsiteY161" fmla="*/ 406196 h 1699043"/>
              <a:gd name="connsiteX162" fmla="*/ 6328981 w 10232859"/>
              <a:gd name="connsiteY162" fmla="*/ 409495 h 1699043"/>
              <a:gd name="connsiteX163" fmla="*/ 6368693 w 10232859"/>
              <a:gd name="connsiteY163" fmla="*/ 417845 h 1699043"/>
              <a:gd name="connsiteX164" fmla="*/ 6414811 w 10232859"/>
              <a:gd name="connsiteY164" fmla="*/ 452200 h 1699043"/>
              <a:gd name="connsiteX165" fmla="*/ 6467879 w 10232859"/>
              <a:gd name="connsiteY165" fmla="*/ 468248 h 1699043"/>
              <a:gd name="connsiteX166" fmla="*/ 6564351 w 10232859"/>
              <a:gd name="connsiteY166" fmla="*/ 537518 h 1699043"/>
              <a:gd name="connsiteX167" fmla="*/ 6711178 w 10232859"/>
              <a:gd name="connsiteY167" fmla="*/ 573610 h 1699043"/>
              <a:gd name="connsiteX168" fmla="*/ 6764036 w 10232859"/>
              <a:gd name="connsiteY168" fmla="*/ 588943 h 1699043"/>
              <a:gd name="connsiteX169" fmla="*/ 6858983 w 10232859"/>
              <a:gd name="connsiteY169" fmla="*/ 623723 h 1699043"/>
              <a:gd name="connsiteX170" fmla="*/ 6910661 w 10232859"/>
              <a:gd name="connsiteY170" fmla="*/ 634620 h 1699043"/>
              <a:gd name="connsiteX171" fmla="*/ 6944111 w 10232859"/>
              <a:gd name="connsiteY171" fmla="*/ 659502 h 1699043"/>
              <a:gd name="connsiteX172" fmla="*/ 6965771 w 10232859"/>
              <a:gd name="connsiteY172" fmla="*/ 659931 h 1699043"/>
              <a:gd name="connsiteX173" fmla="*/ 6969639 w 10232859"/>
              <a:gd name="connsiteY173" fmla="*/ 659837 h 1699043"/>
              <a:gd name="connsiteX174" fmla="*/ 6982242 w 10232859"/>
              <a:gd name="connsiteY174" fmla="*/ 663112 h 1699043"/>
              <a:gd name="connsiteX175" fmla="*/ 6989387 w 10232859"/>
              <a:gd name="connsiteY175" fmla="*/ 659474 h 1699043"/>
              <a:gd name="connsiteX176" fmla="*/ 7010930 w 10232859"/>
              <a:gd name="connsiteY176" fmla="*/ 661134 h 1699043"/>
              <a:gd name="connsiteX177" fmla="*/ 7033125 w 10232859"/>
              <a:gd name="connsiteY177" fmla="*/ 668436 h 1699043"/>
              <a:gd name="connsiteX178" fmla="*/ 7134461 w 10232859"/>
              <a:gd name="connsiteY178" fmla="*/ 708192 h 1699043"/>
              <a:gd name="connsiteX179" fmla="*/ 7197450 w 10232859"/>
              <a:gd name="connsiteY179" fmla="*/ 729094 h 1699043"/>
              <a:gd name="connsiteX180" fmla="*/ 7225084 w 10232859"/>
              <a:gd name="connsiteY180" fmla="*/ 732505 h 1699043"/>
              <a:gd name="connsiteX181" fmla="*/ 7261183 w 10232859"/>
              <a:gd name="connsiteY181" fmla="*/ 740313 h 1699043"/>
              <a:gd name="connsiteX182" fmla="*/ 7327760 w 10232859"/>
              <a:gd name="connsiteY182" fmla="*/ 750586 h 1699043"/>
              <a:gd name="connsiteX183" fmla="*/ 7412222 w 10232859"/>
              <a:gd name="connsiteY183" fmla="*/ 770487 h 1699043"/>
              <a:gd name="connsiteX184" fmla="*/ 7457904 w 10232859"/>
              <a:gd name="connsiteY184" fmla="*/ 804321 h 1699043"/>
              <a:gd name="connsiteX185" fmla="*/ 7465795 w 10232859"/>
              <a:gd name="connsiteY185" fmla="*/ 802598 h 1699043"/>
              <a:gd name="connsiteX186" fmla="*/ 7505046 w 10232859"/>
              <a:gd name="connsiteY186" fmla="*/ 816517 h 1699043"/>
              <a:gd name="connsiteX187" fmla="*/ 7623220 w 10232859"/>
              <a:gd name="connsiteY187" fmla="*/ 888520 h 1699043"/>
              <a:gd name="connsiteX188" fmla="*/ 7700458 w 10232859"/>
              <a:gd name="connsiteY188" fmla="*/ 915079 h 1699043"/>
              <a:gd name="connsiteX189" fmla="*/ 7730988 w 10232859"/>
              <a:gd name="connsiteY189" fmla="*/ 920756 h 1699043"/>
              <a:gd name="connsiteX190" fmla="*/ 7781942 w 10232859"/>
              <a:gd name="connsiteY190" fmla="*/ 930503 h 1699043"/>
              <a:gd name="connsiteX191" fmla="*/ 7827704 w 10232859"/>
              <a:gd name="connsiteY191" fmla="*/ 928558 h 1699043"/>
              <a:gd name="connsiteX192" fmla="*/ 7867270 w 10232859"/>
              <a:gd name="connsiteY192" fmla="*/ 940366 h 1699043"/>
              <a:gd name="connsiteX193" fmla="*/ 7866538 w 10232859"/>
              <a:gd name="connsiteY193" fmla="*/ 955045 h 1699043"/>
              <a:gd name="connsiteX194" fmla="*/ 7912084 w 10232859"/>
              <a:gd name="connsiteY194" fmla="*/ 963800 h 1699043"/>
              <a:gd name="connsiteX195" fmla="*/ 7982264 w 10232859"/>
              <a:gd name="connsiteY195" fmla="*/ 975773 h 1699043"/>
              <a:gd name="connsiteX196" fmla="*/ 7991272 w 10232859"/>
              <a:gd name="connsiteY196" fmla="*/ 981104 h 1699043"/>
              <a:gd name="connsiteX197" fmla="*/ 8006496 w 10232859"/>
              <a:gd name="connsiteY197" fmla="*/ 972839 h 1699043"/>
              <a:gd name="connsiteX198" fmla="*/ 8034497 w 10232859"/>
              <a:gd name="connsiteY198" fmla="*/ 972054 h 1699043"/>
              <a:gd name="connsiteX199" fmla="*/ 8150881 w 10232859"/>
              <a:gd name="connsiteY199" fmla="*/ 990411 h 1699043"/>
              <a:gd name="connsiteX200" fmla="*/ 8172106 w 10232859"/>
              <a:gd name="connsiteY200" fmla="*/ 990512 h 1699043"/>
              <a:gd name="connsiteX201" fmla="*/ 8196076 w 10232859"/>
              <a:gd name="connsiteY201" fmla="*/ 1000078 h 1699043"/>
              <a:gd name="connsiteX202" fmla="*/ 8247463 w 10232859"/>
              <a:gd name="connsiteY202" fmla="*/ 1016332 h 1699043"/>
              <a:gd name="connsiteX203" fmla="*/ 8279272 w 10232859"/>
              <a:gd name="connsiteY203" fmla="*/ 1032921 h 1699043"/>
              <a:gd name="connsiteX204" fmla="*/ 8289611 w 10232859"/>
              <a:gd name="connsiteY204" fmla="*/ 1028630 h 1699043"/>
              <a:gd name="connsiteX205" fmla="*/ 8311483 w 10232859"/>
              <a:gd name="connsiteY205" fmla="*/ 1029399 h 1699043"/>
              <a:gd name="connsiteX206" fmla="*/ 8399489 w 10232859"/>
              <a:gd name="connsiteY206" fmla="*/ 1048562 h 1699043"/>
              <a:gd name="connsiteX207" fmla="*/ 8415973 w 10232859"/>
              <a:gd name="connsiteY207" fmla="*/ 1049660 h 1699043"/>
              <a:gd name="connsiteX208" fmla="*/ 8433326 w 10232859"/>
              <a:gd name="connsiteY208" fmla="*/ 1057881 h 1699043"/>
              <a:gd name="connsiteX209" fmla="*/ 8502328 w 10232859"/>
              <a:gd name="connsiteY209" fmla="*/ 1091498 h 1699043"/>
              <a:gd name="connsiteX210" fmla="*/ 8534346 w 10232859"/>
              <a:gd name="connsiteY210" fmla="*/ 1106980 h 1699043"/>
              <a:gd name="connsiteX211" fmla="*/ 8534980 w 10232859"/>
              <a:gd name="connsiteY211" fmla="*/ 1110861 h 1699043"/>
              <a:gd name="connsiteX212" fmla="*/ 8544104 w 10232859"/>
              <a:gd name="connsiteY212" fmla="*/ 1108406 h 1699043"/>
              <a:gd name="connsiteX213" fmla="*/ 8567742 w 10232859"/>
              <a:gd name="connsiteY213" fmla="*/ 1117590 h 1699043"/>
              <a:gd name="connsiteX214" fmla="*/ 8633779 w 10232859"/>
              <a:gd name="connsiteY214" fmla="*/ 1139226 h 1699043"/>
              <a:gd name="connsiteX215" fmla="*/ 8676965 w 10232859"/>
              <a:gd name="connsiteY215" fmla="*/ 1156949 h 1699043"/>
              <a:gd name="connsiteX216" fmla="*/ 8698944 w 10232859"/>
              <a:gd name="connsiteY216" fmla="*/ 1156939 h 1699043"/>
              <a:gd name="connsiteX217" fmla="*/ 8711456 w 10232859"/>
              <a:gd name="connsiteY217" fmla="*/ 1169217 h 1699043"/>
              <a:gd name="connsiteX218" fmla="*/ 8732793 w 10232859"/>
              <a:gd name="connsiteY218" fmla="*/ 1172972 h 1699043"/>
              <a:gd name="connsiteX219" fmla="*/ 8751897 w 10232859"/>
              <a:gd name="connsiteY219" fmla="*/ 1190886 h 1699043"/>
              <a:gd name="connsiteX220" fmla="*/ 8793564 w 10232859"/>
              <a:gd name="connsiteY220" fmla="*/ 1172572 h 1699043"/>
              <a:gd name="connsiteX221" fmla="*/ 8834270 w 10232859"/>
              <a:gd name="connsiteY221" fmla="*/ 1206624 h 1699043"/>
              <a:gd name="connsiteX222" fmla="*/ 8853872 w 10232859"/>
              <a:gd name="connsiteY222" fmla="*/ 1214714 h 1699043"/>
              <a:gd name="connsiteX223" fmla="*/ 8861901 w 10232859"/>
              <a:gd name="connsiteY223" fmla="*/ 1211375 h 1699043"/>
              <a:gd name="connsiteX224" fmla="*/ 8874168 w 10232859"/>
              <a:gd name="connsiteY224" fmla="*/ 1213967 h 1699043"/>
              <a:gd name="connsiteX225" fmla="*/ 8871123 w 10232859"/>
              <a:gd name="connsiteY225" fmla="*/ 1221160 h 1699043"/>
              <a:gd name="connsiteX226" fmla="*/ 8903537 w 10232859"/>
              <a:gd name="connsiteY226" fmla="*/ 1230588 h 1699043"/>
              <a:gd name="connsiteX227" fmla="*/ 8933767 w 10232859"/>
              <a:gd name="connsiteY227" fmla="*/ 1263368 h 1699043"/>
              <a:gd name="connsiteX228" fmla="*/ 8985765 w 10232859"/>
              <a:gd name="connsiteY228" fmla="*/ 1287664 h 1699043"/>
              <a:gd name="connsiteX229" fmla="*/ 9071444 w 10232859"/>
              <a:gd name="connsiteY229" fmla="*/ 1317305 h 1699043"/>
              <a:gd name="connsiteX230" fmla="*/ 9096711 w 10232859"/>
              <a:gd name="connsiteY230" fmla="*/ 1327777 h 1699043"/>
              <a:gd name="connsiteX231" fmla="*/ 9338853 w 10232859"/>
              <a:gd name="connsiteY231" fmla="*/ 1448046 h 1699043"/>
              <a:gd name="connsiteX232" fmla="*/ 9520814 w 10232859"/>
              <a:gd name="connsiteY232" fmla="*/ 1449827 h 1699043"/>
              <a:gd name="connsiteX233" fmla="*/ 9702271 w 10232859"/>
              <a:gd name="connsiteY233" fmla="*/ 1488553 h 1699043"/>
              <a:gd name="connsiteX234" fmla="*/ 9744273 w 10232859"/>
              <a:gd name="connsiteY234" fmla="*/ 1523512 h 1699043"/>
              <a:gd name="connsiteX235" fmla="*/ 9771903 w 10232859"/>
              <a:gd name="connsiteY235" fmla="*/ 1530034 h 1699043"/>
              <a:gd name="connsiteX236" fmla="*/ 9818565 w 10232859"/>
              <a:gd name="connsiteY236" fmla="*/ 1538545 h 1699043"/>
              <a:gd name="connsiteX237" fmla="*/ 9882202 w 10232859"/>
              <a:gd name="connsiteY237" fmla="*/ 1565888 h 1699043"/>
              <a:gd name="connsiteX238" fmla="*/ 10022025 w 10232859"/>
              <a:gd name="connsiteY238" fmla="*/ 1599696 h 1699043"/>
              <a:gd name="connsiteX239" fmla="*/ 10220406 w 10232859"/>
              <a:gd name="connsiteY239" fmla="*/ 1677005 h 1699043"/>
              <a:gd name="connsiteX240" fmla="*/ 10232859 w 10232859"/>
              <a:gd name="connsiteY240" fmla="*/ 1699043 h 1699043"/>
              <a:gd name="connsiteX241" fmla="*/ 0 w 10232859"/>
              <a:gd name="connsiteY241" fmla="*/ 1699043 h 1699043"/>
              <a:gd name="connsiteX242" fmla="*/ 0 w 10232859"/>
              <a:gd name="connsiteY242" fmla="*/ 21828 h 1699043"/>
              <a:gd name="connsiteX243" fmla="*/ 8097 w 10232859"/>
              <a:gd name="connsiteY243" fmla="*/ 24355 h 1699043"/>
              <a:gd name="connsiteX244" fmla="*/ 77128 w 10232859"/>
              <a:gd name="connsiteY244" fmla="*/ 6867 h 1699043"/>
              <a:gd name="connsiteX245" fmla="*/ 188338 w 10232859"/>
              <a:gd name="connsiteY245" fmla="*/ 5079 h 1699043"/>
              <a:gd name="connsiteX246" fmla="*/ 298809 w 10232859"/>
              <a:gd name="connsiteY246" fmla="*/ 6198 h 1699043"/>
              <a:gd name="connsiteX247" fmla="*/ 338985 w 10232859"/>
              <a:gd name="connsiteY247" fmla="*/ 8006 h 1699043"/>
              <a:gd name="connsiteX248" fmla="*/ 409815 w 10232859"/>
              <a:gd name="connsiteY248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09654 w 10232859"/>
              <a:gd name="connsiteY146" fmla="*/ 343526 h 1699043"/>
              <a:gd name="connsiteX147" fmla="*/ 6067487 w 10232859"/>
              <a:gd name="connsiteY147" fmla="*/ 333712 h 1699043"/>
              <a:gd name="connsiteX148" fmla="*/ 6073281 w 10232859"/>
              <a:gd name="connsiteY148" fmla="*/ 334316 h 1699043"/>
              <a:gd name="connsiteX149" fmla="*/ 6086225 w 10232859"/>
              <a:gd name="connsiteY149" fmla="*/ 339621 h 1699043"/>
              <a:gd name="connsiteX150" fmla="*/ 6105063 w 10232859"/>
              <a:gd name="connsiteY150" fmla="*/ 347340 h 1699043"/>
              <a:gd name="connsiteX151" fmla="*/ 6195166 w 10232859"/>
              <a:gd name="connsiteY151" fmla="*/ 360190 h 1699043"/>
              <a:gd name="connsiteX152" fmla="*/ 6216259 w 10232859"/>
              <a:gd name="connsiteY152" fmla="*/ 363365 h 1699043"/>
              <a:gd name="connsiteX153" fmla="*/ 6228331 w 10232859"/>
              <a:gd name="connsiteY153" fmla="*/ 364034 h 1699043"/>
              <a:gd name="connsiteX154" fmla="*/ 6229602 w 10232859"/>
              <a:gd name="connsiteY154" fmla="*/ 363414 h 1699043"/>
              <a:gd name="connsiteX155" fmla="*/ 6258988 w 10232859"/>
              <a:gd name="connsiteY155" fmla="*/ 378660 h 1699043"/>
              <a:gd name="connsiteX156" fmla="*/ 6264106 w 10232859"/>
              <a:gd name="connsiteY156" fmla="*/ 379141 h 1699043"/>
              <a:gd name="connsiteX157" fmla="*/ 6281703 w 10232859"/>
              <a:gd name="connsiteY157" fmla="*/ 391054 h 1699043"/>
              <a:gd name="connsiteX158" fmla="*/ 6291622 w 10232859"/>
              <a:gd name="connsiteY158" fmla="*/ 396155 h 1699043"/>
              <a:gd name="connsiteX159" fmla="*/ 6292712 w 10232859"/>
              <a:gd name="connsiteY159" fmla="*/ 399771 h 1699043"/>
              <a:gd name="connsiteX160" fmla="*/ 6308227 w 10232859"/>
              <a:gd name="connsiteY160" fmla="*/ 406196 h 1699043"/>
              <a:gd name="connsiteX161" fmla="*/ 6328981 w 10232859"/>
              <a:gd name="connsiteY161" fmla="*/ 409495 h 1699043"/>
              <a:gd name="connsiteX162" fmla="*/ 6368693 w 10232859"/>
              <a:gd name="connsiteY162" fmla="*/ 417845 h 1699043"/>
              <a:gd name="connsiteX163" fmla="*/ 6414811 w 10232859"/>
              <a:gd name="connsiteY163" fmla="*/ 452200 h 1699043"/>
              <a:gd name="connsiteX164" fmla="*/ 6467879 w 10232859"/>
              <a:gd name="connsiteY164" fmla="*/ 468248 h 1699043"/>
              <a:gd name="connsiteX165" fmla="*/ 6564351 w 10232859"/>
              <a:gd name="connsiteY165" fmla="*/ 537518 h 1699043"/>
              <a:gd name="connsiteX166" fmla="*/ 6711178 w 10232859"/>
              <a:gd name="connsiteY166" fmla="*/ 573610 h 1699043"/>
              <a:gd name="connsiteX167" fmla="*/ 6764036 w 10232859"/>
              <a:gd name="connsiteY167" fmla="*/ 588943 h 1699043"/>
              <a:gd name="connsiteX168" fmla="*/ 6858983 w 10232859"/>
              <a:gd name="connsiteY168" fmla="*/ 623723 h 1699043"/>
              <a:gd name="connsiteX169" fmla="*/ 6910661 w 10232859"/>
              <a:gd name="connsiteY169" fmla="*/ 634620 h 1699043"/>
              <a:gd name="connsiteX170" fmla="*/ 6944111 w 10232859"/>
              <a:gd name="connsiteY170" fmla="*/ 659502 h 1699043"/>
              <a:gd name="connsiteX171" fmla="*/ 6965771 w 10232859"/>
              <a:gd name="connsiteY171" fmla="*/ 659931 h 1699043"/>
              <a:gd name="connsiteX172" fmla="*/ 6969639 w 10232859"/>
              <a:gd name="connsiteY172" fmla="*/ 659837 h 1699043"/>
              <a:gd name="connsiteX173" fmla="*/ 6982242 w 10232859"/>
              <a:gd name="connsiteY173" fmla="*/ 663112 h 1699043"/>
              <a:gd name="connsiteX174" fmla="*/ 6989387 w 10232859"/>
              <a:gd name="connsiteY174" fmla="*/ 659474 h 1699043"/>
              <a:gd name="connsiteX175" fmla="*/ 7010930 w 10232859"/>
              <a:gd name="connsiteY175" fmla="*/ 661134 h 1699043"/>
              <a:gd name="connsiteX176" fmla="*/ 7033125 w 10232859"/>
              <a:gd name="connsiteY176" fmla="*/ 668436 h 1699043"/>
              <a:gd name="connsiteX177" fmla="*/ 7134461 w 10232859"/>
              <a:gd name="connsiteY177" fmla="*/ 708192 h 1699043"/>
              <a:gd name="connsiteX178" fmla="*/ 7197450 w 10232859"/>
              <a:gd name="connsiteY178" fmla="*/ 729094 h 1699043"/>
              <a:gd name="connsiteX179" fmla="*/ 7225084 w 10232859"/>
              <a:gd name="connsiteY179" fmla="*/ 732505 h 1699043"/>
              <a:gd name="connsiteX180" fmla="*/ 7261183 w 10232859"/>
              <a:gd name="connsiteY180" fmla="*/ 740313 h 1699043"/>
              <a:gd name="connsiteX181" fmla="*/ 7327760 w 10232859"/>
              <a:gd name="connsiteY181" fmla="*/ 750586 h 1699043"/>
              <a:gd name="connsiteX182" fmla="*/ 7412222 w 10232859"/>
              <a:gd name="connsiteY182" fmla="*/ 770487 h 1699043"/>
              <a:gd name="connsiteX183" fmla="*/ 7457904 w 10232859"/>
              <a:gd name="connsiteY183" fmla="*/ 804321 h 1699043"/>
              <a:gd name="connsiteX184" fmla="*/ 7465795 w 10232859"/>
              <a:gd name="connsiteY184" fmla="*/ 802598 h 1699043"/>
              <a:gd name="connsiteX185" fmla="*/ 7505046 w 10232859"/>
              <a:gd name="connsiteY185" fmla="*/ 816517 h 1699043"/>
              <a:gd name="connsiteX186" fmla="*/ 7623220 w 10232859"/>
              <a:gd name="connsiteY186" fmla="*/ 888520 h 1699043"/>
              <a:gd name="connsiteX187" fmla="*/ 7700458 w 10232859"/>
              <a:gd name="connsiteY187" fmla="*/ 915079 h 1699043"/>
              <a:gd name="connsiteX188" fmla="*/ 7730988 w 10232859"/>
              <a:gd name="connsiteY188" fmla="*/ 920756 h 1699043"/>
              <a:gd name="connsiteX189" fmla="*/ 7781942 w 10232859"/>
              <a:gd name="connsiteY189" fmla="*/ 930503 h 1699043"/>
              <a:gd name="connsiteX190" fmla="*/ 7827704 w 10232859"/>
              <a:gd name="connsiteY190" fmla="*/ 928558 h 1699043"/>
              <a:gd name="connsiteX191" fmla="*/ 7867270 w 10232859"/>
              <a:gd name="connsiteY191" fmla="*/ 940366 h 1699043"/>
              <a:gd name="connsiteX192" fmla="*/ 7866538 w 10232859"/>
              <a:gd name="connsiteY192" fmla="*/ 955045 h 1699043"/>
              <a:gd name="connsiteX193" fmla="*/ 7912084 w 10232859"/>
              <a:gd name="connsiteY193" fmla="*/ 963800 h 1699043"/>
              <a:gd name="connsiteX194" fmla="*/ 7982264 w 10232859"/>
              <a:gd name="connsiteY194" fmla="*/ 975773 h 1699043"/>
              <a:gd name="connsiteX195" fmla="*/ 7991272 w 10232859"/>
              <a:gd name="connsiteY195" fmla="*/ 981104 h 1699043"/>
              <a:gd name="connsiteX196" fmla="*/ 8006496 w 10232859"/>
              <a:gd name="connsiteY196" fmla="*/ 972839 h 1699043"/>
              <a:gd name="connsiteX197" fmla="*/ 8034497 w 10232859"/>
              <a:gd name="connsiteY197" fmla="*/ 972054 h 1699043"/>
              <a:gd name="connsiteX198" fmla="*/ 8150881 w 10232859"/>
              <a:gd name="connsiteY198" fmla="*/ 990411 h 1699043"/>
              <a:gd name="connsiteX199" fmla="*/ 8172106 w 10232859"/>
              <a:gd name="connsiteY199" fmla="*/ 990512 h 1699043"/>
              <a:gd name="connsiteX200" fmla="*/ 8196076 w 10232859"/>
              <a:gd name="connsiteY200" fmla="*/ 1000078 h 1699043"/>
              <a:gd name="connsiteX201" fmla="*/ 8247463 w 10232859"/>
              <a:gd name="connsiteY201" fmla="*/ 1016332 h 1699043"/>
              <a:gd name="connsiteX202" fmla="*/ 8279272 w 10232859"/>
              <a:gd name="connsiteY202" fmla="*/ 1032921 h 1699043"/>
              <a:gd name="connsiteX203" fmla="*/ 8289611 w 10232859"/>
              <a:gd name="connsiteY203" fmla="*/ 1028630 h 1699043"/>
              <a:gd name="connsiteX204" fmla="*/ 8311483 w 10232859"/>
              <a:gd name="connsiteY204" fmla="*/ 1029399 h 1699043"/>
              <a:gd name="connsiteX205" fmla="*/ 8399489 w 10232859"/>
              <a:gd name="connsiteY205" fmla="*/ 1048562 h 1699043"/>
              <a:gd name="connsiteX206" fmla="*/ 8415973 w 10232859"/>
              <a:gd name="connsiteY206" fmla="*/ 1049660 h 1699043"/>
              <a:gd name="connsiteX207" fmla="*/ 8433326 w 10232859"/>
              <a:gd name="connsiteY207" fmla="*/ 1057881 h 1699043"/>
              <a:gd name="connsiteX208" fmla="*/ 8502328 w 10232859"/>
              <a:gd name="connsiteY208" fmla="*/ 1091498 h 1699043"/>
              <a:gd name="connsiteX209" fmla="*/ 8534346 w 10232859"/>
              <a:gd name="connsiteY209" fmla="*/ 1106980 h 1699043"/>
              <a:gd name="connsiteX210" fmla="*/ 8534980 w 10232859"/>
              <a:gd name="connsiteY210" fmla="*/ 1110861 h 1699043"/>
              <a:gd name="connsiteX211" fmla="*/ 8544104 w 10232859"/>
              <a:gd name="connsiteY211" fmla="*/ 1108406 h 1699043"/>
              <a:gd name="connsiteX212" fmla="*/ 8567742 w 10232859"/>
              <a:gd name="connsiteY212" fmla="*/ 1117590 h 1699043"/>
              <a:gd name="connsiteX213" fmla="*/ 8633779 w 10232859"/>
              <a:gd name="connsiteY213" fmla="*/ 1139226 h 1699043"/>
              <a:gd name="connsiteX214" fmla="*/ 8676965 w 10232859"/>
              <a:gd name="connsiteY214" fmla="*/ 1156949 h 1699043"/>
              <a:gd name="connsiteX215" fmla="*/ 8698944 w 10232859"/>
              <a:gd name="connsiteY215" fmla="*/ 1156939 h 1699043"/>
              <a:gd name="connsiteX216" fmla="*/ 8711456 w 10232859"/>
              <a:gd name="connsiteY216" fmla="*/ 1169217 h 1699043"/>
              <a:gd name="connsiteX217" fmla="*/ 8732793 w 10232859"/>
              <a:gd name="connsiteY217" fmla="*/ 1172972 h 1699043"/>
              <a:gd name="connsiteX218" fmla="*/ 8751897 w 10232859"/>
              <a:gd name="connsiteY218" fmla="*/ 1190886 h 1699043"/>
              <a:gd name="connsiteX219" fmla="*/ 8793564 w 10232859"/>
              <a:gd name="connsiteY219" fmla="*/ 1172572 h 1699043"/>
              <a:gd name="connsiteX220" fmla="*/ 8834270 w 10232859"/>
              <a:gd name="connsiteY220" fmla="*/ 1206624 h 1699043"/>
              <a:gd name="connsiteX221" fmla="*/ 8853872 w 10232859"/>
              <a:gd name="connsiteY221" fmla="*/ 1214714 h 1699043"/>
              <a:gd name="connsiteX222" fmla="*/ 8861901 w 10232859"/>
              <a:gd name="connsiteY222" fmla="*/ 1211375 h 1699043"/>
              <a:gd name="connsiteX223" fmla="*/ 8874168 w 10232859"/>
              <a:gd name="connsiteY223" fmla="*/ 1213967 h 1699043"/>
              <a:gd name="connsiteX224" fmla="*/ 8871123 w 10232859"/>
              <a:gd name="connsiteY224" fmla="*/ 1221160 h 1699043"/>
              <a:gd name="connsiteX225" fmla="*/ 8903537 w 10232859"/>
              <a:gd name="connsiteY225" fmla="*/ 1230588 h 1699043"/>
              <a:gd name="connsiteX226" fmla="*/ 8933767 w 10232859"/>
              <a:gd name="connsiteY226" fmla="*/ 1263368 h 1699043"/>
              <a:gd name="connsiteX227" fmla="*/ 8985765 w 10232859"/>
              <a:gd name="connsiteY227" fmla="*/ 1287664 h 1699043"/>
              <a:gd name="connsiteX228" fmla="*/ 9071444 w 10232859"/>
              <a:gd name="connsiteY228" fmla="*/ 1317305 h 1699043"/>
              <a:gd name="connsiteX229" fmla="*/ 9096711 w 10232859"/>
              <a:gd name="connsiteY229" fmla="*/ 1327777 h 1699043"/>
              <a:gd name="connsiteX230" fmla="*/ 9338853 w 10232859"/>
              <a:gd name="connsiteY230" fmla="*/ 1448046 h 1699043"/>
              <a:gd name="connsiteX231" fmla="*/ 9520814 w 10232859"/>
              <a:gd name="connsiteY231" fmla="*/ 1449827 h 1699043"/>
              <a:gd name="connsiteX232" fmla="*/ 9702271 w 10232859"/>
              <a:gd name="connsiteY232" fmla="*/ 1488553 h 1699043"/>
              <a:gd name="connsiteX233" fmla="*/ 9744273 w 10232859"/>
              <a:gd name="connsiteY233" fmla="*/ 1523512 h 1699043"/>
              <a:gd name="connsiteX234" fmla="*/ 9771903 w 10232859"/>
              <a:gd name="connsiteY234" fmla="*/ 1530034 h 1699043"/>
              <a:gd name="connsiteX235" fmla="*/ 9818565 w 10232859"/>
              <a:gd name="connsiteY235" fmla="*/ 1538545 h 1699043"/>
              <a:gd name="connsiteX236" fmla="*/ 9882202 w 10232859"/>
              <a:gd name="connsiteY236" fmla="*/ 1565888 h 1699043"/>
              <a:gd name="connsiteX237" fmla="*/ 10022025 w 10232859"/>
              <a:gd name="connsiteY237" fmla="*/ 1599696 h 1699043"/>
              <a:gd name="connsiteX238" fmla="*/ 10220406 w 10232859"/>
              <a:gd name="connsiteY238" fmla="*/ 1677005 h 1699043"/>
              <a:gd name="connsiteX239" fmla="*/ 10232859 w 10232859"/>
              <a:gd name="connsiteY239" fmla="*/ 1699043 h 1699043"/>
              <a:gd name="connsiteX240" fmla="*/ 0 w 10232859"/>
              <a:gd name="connsiteY240" fmla="*/ 1699043 h 1699043"/>
              <a:gd name="connsiteX241" fmla="*/ 0 w 10232859"/>
              <a:gd name="connsiteY241" fmla="*/ 21828 h 1699043"/>
              <a:gd name="connsiteX242" fmla="*/ 8097 w 10232859"/>
              <a:gd name="connsiteY242" fmla="*/ 24355 h 1699043"/>
              <a:gd name="connsiteX243" fmla="*/ 77128 w 10232859"/>
              <a:gd name="connsiteY243" fmla="*/ 6867 h 1699043"/>
              <a:gd name="connsiteX244" fmla="*/ 188338 w 10232859"/>
              <a:gd name="connsiteY244" fmla="*/ 5079 h 1699043"/>
              <a:gd name="connsiteX245" fmla="*/ 298809 w 10232859"/>
              <a:gd name="connsiteY245" fmla="*/ 6198 h 1699043"/>
              <a:gd name="connsiteX246" fmla="*/ 338985 w 10232859"/>
              <a:gd name="connsiteY246" fmla="*/ 8006 h 1699043"/>
              <a:gd name="connsiteX247" fmla="*/ 409815 w 10232859"/>
              <a:gd name="connsiteY247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67487 w 10232859"/>
              <a:gd name="connsiteY146" fmla="*/ 333712 h 1699043"/>
              <a:gd name="connsiteX147" fmla="*/ 6073281 w 10232859"/>
              <a:gd name="connsiteY147" fmla="*/ 334316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6067487 w 10232859"/>
              <a:gd name="connsiteY146" fmla="*/ 333712 h 1699043"/>
              <a:gd name="connsiteX147" fmla="*/ 5992653 w 10232859"/>
              <a:gd name="connsiteY147" fmla="*/ 428990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5992653 w 10232859"/>
              <a:gd name="connsiteY147" fmla="*/ 428990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7270 w 10232859"/>
              <a:gd name="connsiteY190" fmla="*/ 940366 h 1699043"/>
              <a:gd name="connsiteX191" fmla="*/ 7866538 w 10232859"/>
              <a:gd name="connsiteY191" fmla="*/ 955045 h 1699043"/>
              <a:gd name="connsiteX192" fmla="*/ 7912084 w 10232859"/>
              <a:gd name="connsiteY192" fmla="*/ 963800 h 1699043"/>
              <a:gd name="connsiteX193" fmla="*/ 7982264 w 10232859"/>
              <a:gd name="connsiteY193" fmla="*/ 975773 h 1699043"/>
              <a:gd name="connsiteX194" fmla="*/ 7991272 w 10232859"/>
              <a:gd name="connsiteY194" fmla="*/ 981104 h 1699043"/>
              <a:gd name="connsiteX195" fmla="*/ 8006496 w 10232859"/>
              <a:gd name="connsiteY195" fmla="*/ 972839 h 1699043"/>
              <a:gd name="connsiteX196" fmla="*/ 8034497 w 10232859"/>
              <a:gd name="connsiteY196" fmla="*/ 972054 h 1699043"/>
              <a:gd name="connsiteX197" fmla="*/ 8150881 w 10232859"/>
              <a:gd name="connsiteY197" fmla="*/ 990411 h 1699043"/>
              <a:gd name="connsiteX198" fmla="*/ 8172106 w 10232859"/>
              <a:gd name="connsiteY198" fmla="*/ 990512 h 1699043"/>
              <a:gd name="connsiteX199" fmla="*/ 8196076 w 10232859"/>
              <a:gd name="connsiteY199" fmla="*/ 1000078 h 1699043"/>
              <a:gd name="connsiteX200" fmla="*/ 8247463 w 10232859"/>
              <a:gd name="connsiteY200" fmla="*/ 1016332 h 1699043"/>
              <a:gd name="connsiteX201" fmla="*/ 8279272 w 10232859"/>
              <a:gd name="connsiteY201" fmla="*/ 1032921 h 1699043"/>
              <a:gd name="connsiteX202" fmla="*/ 8289611 w 10232859"/>
              <a:gd name="connsiteY202" fmla="*/ 1028630 h 1699043"/>
              <a:gd name="connsiteX203" fmla="*/ 8311483 w 10232859"/>
              <a:gd name="connsiteY203" fmla="*/ 1029399 h 1699043"/>
              <a:gd name="connsiteX204" fmla="*/ 8399489 w 10232859"/>
              <a:gd name="connsiteY204" fmla="*/ 1048562 h 1699043"/>
              <a:gd name="connsiteX205" fmla="*/ 8415973 w 10232859"/>
              <a:gd name="connsiteY205" fmla="*/ 1049660 h 1699043"/>
              <a:gd name="connsiteX206" fmla="*/ 8433326 w 10232859"/>
              <a:gd name="connsiteY206" fmla="*/ 1057881 h 1699043"/>
              <a:gd name="connsiteX207" fmla="*/ 8502328 w 10232859"/>
              <a:gd name="connsiteY207" fmla="*/ 1091498 h 1699043"/>
              <a:gd name="connsiteX208" fmla="*/ 8534346 w 10232859"/>
              <a:gd name="connsiteY208" fmla="*/ 1106980 h 1699043"/>
              <a:gd name="connsiteX209" fmla="*/ 8534980 w 10232859"/>
              <a:gd name="connsiteY209" fmla="*/ 1110861 h 1699043"/>
              <a:gd name="connsiteX210" fmla="*/ 8544104 w 10232859"/>
              <a:gd name="connsiteY210" fmla="*/ 1108406 h 1699043"/>
              <a:gd name="connsiteX211" fmla="*/ 8567742 w 10232859"/>
              <a:gd name="connsiteY211" fmla="*/ 1117590 h 1699043"/>
              <a:gd name="connsiteX212" fmla="*/ 8633779 w 10232859"/>
              <a:gd name="connsiteY212" fmla="*/ 1139226 h 1699043"/>
              <a:gd name="connsiteX213" fmla="*/ 8676965 w 10232859"/>
              <a:gd name="connsiteY213" fmla="*/ 1156949 h 1699043"/>
              <a:gd name="connsiteX214" fmla="*/ 8698944 w 10232859"/>
              <a:gd name="connsiteY214" fmla="*/ 1156939 h 1699043"/>
              <a:gd name="connsiteX215" fmla="*/ 8711456 w 10232859"/>
              <a:gd name="connsiteY215" fmla="*/ 1169217 h 1699043"/>
              <a:gd name="connsiteX216" fmla="*/ 8732793 w 10232859"/>
              <a:gd name="connsiteY216" fmla="*/ 1172972 h 1699043"/>
              <a:gd name="connsiteX217" fmla="*/ 8751897 w 10232859"/>
              <a:gd name="connsiteY217" fmla="*/ 1190886 h 1699043"/>
              <a:gd name="connsiteX218" fmla="*/ 8793564 w 10232859"/>
              <a:gd name="connsiteY218" fmla="*/ 1172572 h 1699043"/>
              <a:gd name="connsiteX219" fmla="*/ 8834270 w 10232859"/>
              <a:gd name="connsiteY219" fmla="*/ 1206624 h 1699043"/>
              <a:gd name="connsiteX220" fmla="*/ 8853872 w 10232859"/>
              <a:gd name="connsiteY220" fmla="*/ 1214714 h 1699043"/>
              <a:gd name="connsiteX221" fmla="*/ 8861901 w 10232859"/>
              <a:gd name="connsiteY221" fmla="*/ 1211375 h 1699043"/>
              <a:gd name="connsiteX222" fmla="*/ 8874168 w 10232859"/>
              <a:gd name="connsiteY222" fmla="*/ 1213967 h 1699043"/>
              <a:gd name="connsiteX223" fmla="*/ 8871123 w 10232859"/>
              <a:gd name="connsiteY223" fmla="*/ 1221160 h 1699043"/>
              <a:gd name="connsiteX224" fmla="*/ 8903537 w 10232859"/>
              <a:gd name="connsiteY224" fmla="*/ 1230588 h 1699043"/>
              <a:gd name="connsiteX225" fmla="*/ 8933767 w 10232859"/>
              <a:gd name="connsiteY225" fmla="*/ 1263368 h 1699043"/>
              <a:gd name="connsiteX226" fmla="*/ 8985765 w 10232859"/>
              <a:gd name="connsiteY226" fmla="*/ 1287664 h 1699043"/>
              <a:gd name="connsiteX227" fmla="*/ 9071444 w 10232859"/>
              <a:gd name="connsiteY227" fmla="*/ 1317305 h 1699043"/>
              <a:gd name="connsiteX228" fmla="*/ 9096711 w 10232859"/>
              <a:gd name="connsiteY228" fmla="*/ 1327777 h 1699043"/>
              <a:gd name="connsiteX229" fmla="*/ 9338853 w 10232859"/>
              <a:gd name="connsiteY229" fmla="*/ 1448046 h 1699043"/>
              <a:gd name="connsiteX230" fmla="*/ 9520814 w 10232859"/>
              <a:gd name="connsiteY230" fmla="*/ 1449827 h 1699043"/>
              <a:gd name="connsiteX231" fmla="*/ 9702271 w 10232859"/>
              <a:gd name="connsiteY231" fmla="*/ 1488553 h 1699043"/>
              <a:gd name="connsiteX232" fmla="*/ 9744273 w 10232859"/>
              <a:gd name="connsiteY232" fmla="*/ 1523512 h 1699043"/>
              <a:gd name="connsiteX233" fmla="*/ 9771903 w 10232859"/>
              <a:gd name="connsiteY233" fmla="*/ 1530034 h 1699043"/>
              <a:gd name="connsiteX234" fmla="*/ 9818565 w 10232859"/>
              <a:gd name="connsiteY234" fmla="*/ 1538545 h 1699043"/>
              <a:gd name="connsiteX235" fmla="*/ 9882202 w 10232859"/>
              <a:gd name="connsiteY235" fmla="*/ 1565888 h 1699043"/>
              <a:gd name="connsiteX236" fmla="*/ 10022025 w 10232859"/>
              <a:gd name="connsiteY236" fmla="*/ 1599696 h 1699043"/>
              <a:gd name="connsiteX237" fmla="*/ 10220406 w 10232859"/>
              <a:gd name="connsiteY237" fmla="*/ 1677005 h 1699043"/>
              <a:gd name="connsiteX238" fmla="*/ 10232859 w 10232859"/>
              <a:gd name="connsiteY238" fmla="*/ 1699043 h 1699043"/>
              <a:gd name="connsiteX239" fmla="*/ 0 w 10232859"/>
              <a:gd name="connsiteY239" fmla="*/ 1699043 h 1699043"/>
              <a:gd name="connsiteX240" fmla="*/ 0 w 10232859"/>
              <a:gd name="connsiteY240" fmla="*/ 21828 h 1699043"/>
              <a:gd name="connsiteX241" fmla="*/ 8097 w 10232859"/>
              <a:gd name="connsiteY241" fmla="*/ 24355 h 1699043"/>
              <a:gd name="connsiteX242" fmla="*/ 77128 w 10232859"/>
              <a:gd name="connsiteY242" fmla="*/ 6867 h 1699043"/>
              <a:gd name="connsiteX243" fmla="*/ 188338 w 10232859"/>
              <a:gd name="connsiteY243" fmla="*/ 5079 h 1699043"/>
              <a:gd name="connsiteX244" fmla="*/ 298809 w 10232859"/>
              <a:gd name="connsiteY244" fmla="*/ 6198 h 1699043"/>
              <a:gd name="connsiteX245" fmla="*/ 338985 w 10232859"/>
              <a:gd name="connsiteY245" fmla="*/ 8006 h 1699043"/>
              <a:gd name="connsiteX246" fmla="*/ 409815 w 10232859"/>
              <a:gd name="connsiteY246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866538 w 10232859"/>
              <a:gd name="connsiteY190" fmla="*/ 955045 h 1699043"/>
              <a:gd name="connsiteX191" fmla="*/ 7912084 w 10232859"/>
              <a:gd name="connsiteY191" fmla="*/ 963800 h 1699043"/>
              <a:gd name="connsiteX192" fmla="*/ 7982264 w 10232859"/>
              <a:gd name="connsiteY192" fmla="*/ 975773 h 1699043"/>
              <a:gd name="connsiteX193" fmla="*/ 7991272 w 10232859"/>
              <a:gd name="connsiteY193" fmla="*/ 981104 h 1699043"/>
              <a:gd name="connsiteX194" fmla="*/ 8006496 w 10232859"/>
              <a:gd name="connsiteY194" fmla="*/ 972839 h 1699043"/>
              <a:gd name="connsiteX195" fmla="*/ 8034497 w 10232859"/>
              <a:gd name="connsiteY195" fmla="*/ 972054 h 1699043"/>
              <a:gd name="connsiteX196" fmla="*/ 8150881 w 10232859"/>
              <a:gd name="connsiteY196" fmla="*/ 990411 h 1699043"/>
              <a:gd name="connsiteX197" fmla="*/ 8172106 w 10232859"/>
              <a:gd name="connsiteY197" fmla="*/ 990512 h 1699043"/>
              <a:gd name="connsiteX198" fmla="*/ 8196076 w 10232859"/>
              <a:gd name="connsiteY198" fmla="*/ 1000078 h 1699043"/>
              <a:gd name="connsiteX199" fmla="*/ 8247463 w 10232859"/>
              <a:gd name="connsiteY199" fmla="*/ 1016332 h 1699043"/>
              <a:gd name="connsiteX200" fmla="*/ 8279272 w 10232859"/>
              <a:gd name="connsiteY200" fmla="*/ 1032921 h 1699043"/>
              <a:gd name="connsiteX201" fmla="*/ 8289611 w 10232859"/>
              <a:gd name="connsiteY201" fmla="*/ 1028630 h 1699043"/>
              <a:gd name="connsiteX202" fmla="*/ 8311483 w 10232859"/>
              <a:gd name="connsiteY202" fmla="*/ 1029399 h 1699043"/>
              <a:gd name="connsiteX203" fmla="*/ 8399489 w 10232859"/>
              <a:gd name="connsiteY203" fmla="*/ 1048562 h 1699043"/>
              <a:gd name="connsiteX204" fmla="*/ 8415973 w 10232859"/>
              <a:gd name="connsiteY204" fmla="*/ 1049660 h 1699043"/>
              <a:gd name="connsiteX205" fmla="*/ 8433326 w 10232859"/>
              <a:gd name="connsiteY205" fmla="*/ 1057881 h 1699043"/>
              <a:gd name="connsiteX206" fmla="*/ 8502328 w 10232859"/>
              <a:gd name="connsiteY206" fmla="*/ 1091498 h 1699043"/>
              <a:gd name="connsiteX207" fmla="*/ 8534346 w 10232859"/>
              <a:gd name="connsiteY207" fmla="*/ 1106980 h 1699043"/>
              <a:gd name="connsiteX208" fmla="*/ 8534980 w 10232859"/>
              <a:gd name="connsiteY208" fmla="*/ 1110861 h 1699043"/>
              <a:gd name="connsiteX209" fmla="*/ 8544104 w 10232859"/>
              <a:gd name="connsiteY209" fmla="*/ 1108406 h 1699043"/>
              <a:gd name="connsiteX210" fmla="*/ 8567742 w 10232859"/>
              <a:gd name="connsiteY210" fmla="*/ 1117590 h 1699043"/>
              <a:gd name="connsiteX211" fmla="*/ 8633779 w 10232859"/>
              <a:gd name="connsiteY211" fmla="*/ 1139226 h 1699043"/>
              <a:gd name="connsiteX212" fmla="*/ 8676965 w 10232859"/>
              <a:gd name="connsiteY212" fmla="*/ 1156949 h 1699043"/>
              <a:gd name="connsiteX213" fmla="*/ 8698944 w 10232859"/>
              <a:gd name="connsiteY213" fmla="*/ 1156939 h 1699043"/>
              <a:gd name="connsiteX214" fmla="*/ 8711456 w 10232859"/>
              <a:gd name="connsiteY214" fmla="*/ 1169217 h 1699043"/>
              <a:gd name="connsiteX215" fmla="*/ 8732793 w 10232859"/>
              <a:gd name="connsiteY215" fmla="*/ 1172972 h 1699043"/>
              <a:gd name="connsiteX216" fmla="*/ 8751897 w 10232859"/>
              <a:gd name="connsiteY216" fmla="*/ 1190886 h 1699043"/>
              <a:gd name="connsiteX217" fmla="*/ 8793564 w 10232859"/>
              <a:gd name="connsiteY217" fmla="*/ 1172572 h 1699043"/>
              <a:gd name="connsiteX218" fmla="*/ 8834270 w 10232859"/>
              <a:gd name="connsiteY218" fmla="*/ 1206624 h 1699043"/>
              <a:gd name="connsiteX219" fmla="*/ 8853872 w 10232859"/>
              <a:gd name="connsiteY219" fmla="*/ 1214714 h 1699043"/>
              <a:gd name="connsiteX220" fmla="*/ 8861901 w 10232859"/>
              <a:gd name="connsiteY220" fmla="*/ 1211375 h 1699043"/>
              <a:gd name="connsiteX221" fmla="*/ 8874168 w 10232859"/>
              <a:gd name="connsiteY221" fmla="*/ 1213967 h 1699043"/>
              <a:gd name="connsiteX222" fmla="*/ 8871123 w 10232859"/>
              <a:gd name="connsiteY222" fmla="*/ 1221160 h 1699043"/>
              <a:gd name="connsiteX223" fmla="*/ 8903537 w 10232859"/>
              <a:gd name="connsiteY223" fmla="*/ 1230588 h 1699043"/>
              <a:gd name="connsiteX224" fmla="*/ 8933767 w 10232859"/>
              <a:gd name="connsiteY224" fmla="*/ 1263368 h 1699043"/>
              <a:gd name="connsiteX225" fmla="*/ 8985765 w 10232859"/>
              <a:gd name="connsiteY225" fmla="*/ 1287664 h 1699043"/>
              <a:gd name="connsiteX226" fmla="*/ 9071444 w 10232859"/>
              <a:gd name="connsiteY226" fmla="*/ 1317305 h 1699043"/>
              <a:gd name="connsiteX227" fmla="*/ 9096711 w 10232859"/>
              <a:gd name="connsiteY227" fmla="*/ 1327777 h 1699043"/>
              <a:gd name="connsiteX228" fmla="*/ 9338853 w 10232859"/>
              <a:gd name="connsiteY228" fmla="*/ 1448046 h 1699043"/>
              <a:gd name="connsiteX229" fmla="*/ 9520814 w 10232859"/>
              <a:gd name="connsiteY229" fmla="*/ 1449827 h 1699043"/>
              <a:gd name="connsiteX230" fmla="*/ 9702271 w 10232859"/>
              <a:gd name="connsiteY230" fmla="*/ 1488553 h 1699043"/>
              <a:gd name="connsiteX231" fmla="*/ 9744273 w 10232859"/>
              <a:gd name="connsiteY231" fmla="*/ 1523512 h 1699043"/>
              <a:gd name="connsiteX232" fmla="*/ 9771903 w 10232859"/>
              <a:gd name="connsiteY232" fmla="*/ 1530034 h 1699043"/>
              <a:gd name="connsiteX233" fmla="*/ 9818565 w 10232859"/>
              <a:gd name="connsiteY233" fmla="*/ 1538545 h 1699043"/>
              <a:gd name="connsiteX234" fmla="*/ 9882202 w 10232859"/>
              <a:gd name="connsiteY234" fmla="*/ 1565888 h 1699043"/>
              <a:gd name="connsiteX235" fmla="*/ 10022025 w 10232859"/>
              <a:gd name="connsiteY235" fmla="*/ 1599696 h 1699043"/>
              <a:gd name="connsiteX236" fmla="*/ 10220406 w 10232859"/>
              <a:gd name="connsiteY236" fmla="*/ 1677005 h 1699043"/>
              <a:gd name="connsiteX237" fmla="*/ 10232859 w 10232859"/>
              <a:gd name="connsiteY237" fmla="*/ 1699043 h 1699043"/>
              <a:gd name="connsiteX238" fmla="*/ 0 w 10232859"/>
              <a:gd name="connsiteY238" fmla="*/ 1699043 h 1699043"/>
              <a:gd name="connsiteX239" fmla="*/ 0 w 10232859"/>
              <a:gd name="connsiteY239" fmla="*/ 21828 h 1699043"/>
              <a:gd name="connsiteX240" fmla="*/ 8097 w 10232859"/>
              <a:gd name="connsiteY240" fmla="*/ 24355 h 1699043"/>
              <a:gd name="connsiteX241" fmla="*/ 77128 w 10232859"/>
              <a:gd name="connsiteY241" fmla="*/ 6867 h 1699043"/>
              <a:gd name="connsiteX242" fmla="*/ 188338 w 10232859"/>
              <a:gd name="connsiteY242" fmla="*/ 5079 h 1699043"/>
              <a:gd name="connsiteX243" fmla="*/ 298809 w 10232859"/>
              <a:gd name="connsiteY243" fmla="*/ 6198 h 1699043"/>
              <a:gd name="connsiteX244" fmla="*/ 338985 w 10232859"/>
              <a:gd name="connsiteY244" fmla="*/ 8006 h 1699043"/>
              <a:gd name="connsiteX245" fmla="*/ 409815 w 10232859"/>
              <a:gd name="connsiteY245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06496 w 10232859"/>
              <a:gd name="connsiteY193" fmla="*/ 972839 h 1699043"/>
              <a:gd name="connsiteX194" fmla="*/ 8034497 w 10232859"/>
              <a:gd name="connsiteY194" fmla="*/ 972054 h 1699043"/>
              <a:gd name="connsiteX195" fmla="*/ 8150881 w 10232859"/>
              <a:gd name="connsiteY195" fmla="*/ 990411 h 1699043"/>
              <a:gd name="connsiteX196" fmla="*/ 8172106 w 10232859"/>
              <a:gd name="connsiteY196" fmla="*/ 990512 h 1699043"/>
              <a:gd name="connsiteX197" fmla="*/ 8196076 w 10232859"/>
              <a:gd name="connsiteY197" fmla="*/ 1000078 h 1699043"/>
              <a:gd name="connsiteX198" fmla="*/ 8247463 w 10232859"/>
              <a:gd name="connsiteY198" fmla="*/ 1016332 h 1699043"/>
              <a:gd name="connsiteX199" fmla="*/ 8279272 w 10232859"/>
              <a:gd name="connsiteY199" fmla="*/ 1032921 h 1699043"/>
              <a:gd name="connsiteX200" fmla="*/ 8289611 w 10232859"/>
              <a:gd name="connsiteY200" fmla="*/ 1028630 h 1699043"/>
              <a:gd name="connsiteX201" fmla="*/ 8311483 w 10232859"/>
              <a:gd name="connsiteY201" fmla="*/ 1029399 h 1699043"/>
              <a:gd name="connsiteX202" fmla="*/ 8399489 w 10232859"/>
              <a:gd name="connsiteY202" fmla="*/ 1048562 h 1699043"/>
              <a:gd name="connsiteX203" fmla="*/ 8415973 w 10232859"/>
              <a:gd name="connsiteY203" fmla="*/ 1049660 h 1699043"/>
              <a:gd name="connsiteX204" fmla="*/ 8433326 w 10232859"/>
              <a:gd name="connsiteY204" fmla="*/ 1057881 h 1699043"/>
              <a:gd name="connsiteX205" fmla="*/ 8502328 w 10232859"/>
              <a:gd name="connsiteY205" fmla="*/ 1091498 h 1699043"/>
              <a:gd name="connsiteX206" fmla="*/ 8534346 w 10232859"/>
              <a:gd name="connsiteY206" fmla="*/ 1106980 h 1699043"/>
              <a:gd name="connsiteX207" fmla="*/ 8534980 w 10232859"/>
              <a:gd name="connsiteY207" fmla="*/ 1110861 h 1699043"/>
              <a:gd name="connsiteX208" fmla="*/ 8544104 w 10232859"/>
              <a:gd name="connsiteY208" fmla="*/ 1108406 h 1699043"/>
              <a:gd name="connsiteX209" fmla="*/ 8567742 w 10232859"/>
              <a:gd name="connsiteY209" fmla="*/ 1117590 h 1699043"/>
              <a:gd name="connsiteX210" fmla="*/ 8633779 w 10232859"/>
              <a:gd name="connsiteY210" fmla="*/ 1139226 h 1699043"/>
              <a:gd name="connsiteX211" fmla="*/ 8676965 w 10232859"/>
              <a:gd name="connsiteY211" fmla="*/ 1156949 h 1699043"/>
              <a:gd name="connsiteX212" fmla="*/ 8698944 w 10232859"/>
              <a:gd name="connsiteY212" fmla="*/ 1156939 h 1699043"/>
              <a:gd name="connsiteX213" fmla="*/ 8711456 w 10232859"/>
              <a:gd name="connsiteY213" fmla="*/ 1169217 h 1699043"/>
              <a:gd name="connsiteX214" fmla="*/ 8732793 w 10232859"/>
              <a:gd name="connsiteY214" fmla="*/ 1172972 h 1699043"/>
              <a:gd name="connsiteX215" fmla="*/ 8751897 w 10232859"/>
              <a:gd name="connsiteY215" fmla="*/ 1190886 h 1699043"/>
              <a:gd name="connsiteX216" fmla="*/ 8793564 w 10232859"/>
              <a:gd name="connsiteY216" fmla="*/ 1172572 h 1699043"/>
              <a:gd name="connsiteX217" fmla="*/ 8834270 w 10232859"/>
              <a:gd name="connsiteY217" fmla="*/ 1206624 h 1699043"/>
              <a:gd name="connsiteX218" fmla="*/ 8853872 w 10232859"/>
              <a:gd name="connsiteY218" fmla="*/ 1214714 h 1699043"/>
              <a:gd name="connsiteX219" fmla="*/ 8861901 w 10232859"/>
              <a:gd name="connsiteY219" fmla="*/ 1211375 h 1699043"/>
              <a:gd name="connsiteX220" fmla="*/ 8874168 w 10232859"/>
              <a:gd name="connsiteY220" fmla="*/ 1213967 h 1699043"/>
              <a:gd name="connsiteX221" fmla="*/ 8871123 w 10232859"/>
              <a:gd name="connsiteY221" fmla="*/ 1221160 h 1699043"/>
              <a:gd name="connsiteX222" fmla="*/ 8903537 w 10232859"/>
              <a:gd name="connsiteY222" fmla="*/ 1230588 h 1699043"/>
              <a:gd name="connsiteX223" fmla="*/ 8933767 w 10232859"/>
              <a:gd name="connsiteY223" fmla="*/ 1263368 h 1699043"/>
              <a:gd name="connsiteX224" fmla="*/ 8985765 w 10232859"/>
              <a:gd name="connsiteY224" fmla="*/ 1287664 h 1699043"/>
              <a:gd name="connsiteX225" fmla="*/ 9071444 w 10232859"/>
              <a:gd name="connsiteY225" fmla="*/ 1317305 h 1699043"/>
              <a:gd name="connsiteX226" fmla="*/ 9096711 w 10232859"/>
              <a:gd name="connsiteY226" fmla="*/ 1327777 h 1699043"/>
              <a:gd name="connsiteX227" fmla="*/ 9338853 w 10232859"/>
              <a:gd name="connsiteY227" fmla="*/ 1448046 h 1699043"/>
              <a:gd name="connsiteX228" fmla="*/ 9520814 w 10232859"/>
              <a:gd name="connsiteY228" fmla="*/ 1449827 h 1699043"/>
              <a:gd name="connsiteX229" fmla="*/ 9702271 w 10232859"/>
              <a:gd name="connsiteY229" fmla="*/ 1488553 h 1699043"/>
              <a:gd name="connsiteX230" fmla="*/ 9744273 w 10232859"/>
              <a:gd name="connsiteY230" fmla="*/ 1523512 h 1699043"/>
              <a:gd name="connsiteX231" fmla="*/ 9771903 w 10232859"/>
              <a:gd name="connsiteY231" fmla="*/ 1530034 h 1699043"/>
              <a:gd name="connsiteX232" fmla="*/ 9818565 w 10232859"/>
              <a:gd name="connsiteY232" fmla="*/ 1538545 h 1699043"/>
              <a:gd name="connsiteX233" fmla="*/ 9882202 w 10232859"/>
              <a:gd name="connsiteY233" fmla="*/ 1565888 h 1699043"/>
              <a:gd name="connsiteX234" fmla="*/ 10022025 w 10232859"/>
              <a:gd name="connsiteY234" fmla="*/ 1599696 h 1699043"/>
              <a:gd name="connsiteX235" fmla="*/ 10220406 w 10232859"/>
              <a:gd name="connsiteY235" fmla="*/ 1677005 h 1699043"/>
              <a:gd name="connsiteX236" fmla="*/ 10232859 w 10232859"/>
              <a:gd name="connsiteY236" fmla="*/ 1699043 h 1699043"/>
              <a:gd name="connsiteX237" fmla="*/ 0 w 10232859"/>
              <a:gd name="connsiteY237" fmla="*/ 1699043 h 1699043"/>
              <a:gd name="connsiteX238" fmla="*/ 0 w 10232859"/>
              <a:gd name="connsiteY238" fmla="*/ 21828 h 1699043"/>
              <a:gd name="connsiteX239" fmla="*/ 8097 w 10232859"/>
              <a:gd name="connsiteY239" fmla="*/ 24355 h 1699043"/>
              <a:gd name="connsiteX240" fmla="*/ 77128 w 10232859"/>
              <a:gd name="connsiteY240" fmla="*/ 6867 h 1699043"/>
              <a:gd name="connsiteX241" fmla="*/ 188338 w 10232859"/>
              <a:gd name="connsiteY241" fmla="*/ 5079 h 1699043"/>
              <a:gd name="connsiteX242" fmla="*/ 298809 w 10232859"/>
              <a:gd name="connsiteY242" fmla="*/ 6198 h 1699043"/>
              <a:gd name="connsiteX243" fmla="*/ 338985 w 10232859"/>
              <a:gd name="connsiteY243" fmla="*/ 8006 h 1699043"/>
              <a:gd name="connsiteX244" fmla="*/ 409815 w 10232859"/>
              <a:gd name="connsiteY244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06496 w 10232859"/>
              <a:gd name="connsiteY193" fmla="*/ 972839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11456 w 10232859"/>
              <a:gd name="connsiteY212" fmla="*/ 1169217 h 1699043"/>
              <a:gd name="connsiteX213" fmla="*/ 8732793 w 10232859"/>
              <a:gd name="connsiteY213" fmla="*/ 1172972 h 1699043"/>
              <a:gd name="connsiteX214" fmla="*/ 8751897 w 10232859"/>
              <a:gd name="connsiteY214" fmla="*/ 1190886 h 1699043"/>
              <a:gd name="connsiteX215" fmla="*/ 8793564 w 10232859"/>
              <a:gd name="connsiteY215" fmla="*/ 1172572 h 1699043"/>
              <a:gd name="connsiteX216" fmla="*/ 8834270 w 10232859"/>
              <a:gd name="connsiteY216" fmla="*/ 1206624 h 1699043"/>
              <a:gd name="connsiteX217" fmla="*/ 8853872 w 10232859"/>
              <a:gd name="connsiteY217" fmla="*/ 1214714 h 1699043"/>
              <a:gd name="connsiteX218" fmla="*/ 8861901 w 10232859"/>
              <a:gd name="connsiteY218" fmla="*/ 1211375 h 1699043"/>
              <a:gd name="connsiteX219" fmla="*/ 8874168 w 10232859"/>
              <a:gd name="connsiteY219" fmla="*/ 1213967 h 1699043"/>
              <a:gd name="connsiteX220" fmla="*/ 8871123 w 10232859"/>
              <a:gd name="connsiteY220" fmla="*/ 1221160 h 1699043"/>
              <a:gd name="connsiteX221" fmla="*/ 8903537 w 10232859"/>
              <a:gd name="connsiteY221" fmla="*/ 1230588 h 1699043"/>
              <a:gd name="connsiteX222" fmla="*/ 8933767 w 10232859"/>
              <a:gd name="connsiteY222" fmla="*/ 1263368 h 1699043"/>
              <a:gd name="connsiteX223" fmla="*/ 8985765 w 10232859"/>
              <a:gd name="connsiteY223" fmla="*/ 1287664 h 1699043"/>
              <a:gd name="connsiteX224" fmla="*/ 9071444 w 10232859"/>
              <a:gd name="connsiteY224" fmla="*/ 1317305 h 1699043"/>
              <a:gd name="connsiteX225" fmla="*/ 9096711 w 10232859"/>
              <a:gd name="connsiteY225" fmla="*/ 1327777 h 1699043"/>
              <a:gd name="connsiteX226" fmla="*/ 9338853 w 10232859"/>
              <a:gd name="connsiteY226" fmla="*/ 1448046 h 1699043"/>
              <a:gd name="connsiteX227" fmla="*/ 9520814 w 10232859"/>
              <a:gd name="connsiteY227" fmla="*/ 1449827 h 1699043"/>
              <a:gd name="connsiteX228" fmla="*/ 9702271 w 10232859"/>
              <a:gd name="connsiteY228" fmla="*/ 1488553 h 1699043"/>
              <a:gd name="connsiteX229" fmla="*/ 9744273 w 10232859"/>
              <a:gd name="connsiteY229" fmla="*/ 1523512 h 1699043"/>
              <a:gd name="connsiteX230" fmla="*/ 9771903 w 10232859"/>
              <a:gd name="connsiteY230" fmla="*/ 1530034 h 1699043"/>
              <a:gd name="connsiteX231" fmla="*/ 9818565 w 10232859"/>
              <a:gd name="connsiteY231" fmla="*/ 1538545 h 1699043"/>
              <a:gd name="connsiteX232" fmla="*/ 9882202 w 10232859"/>
              <a:gd name="connsiteY232" fmla="*/ 1565888 h 1699043"/>
              <a:gd name="connsiteX233" fmla="*/ 10022025 w 10232859"/>
              <a:gd name="connsiteY233" fmla="*/ 1599696 h 1699043"/>
              <a:gd name="connsiteX234" fmla="*/ 10220406 w 10232859"/>
              <a:gd name="connsiteY234" fmla="*/ 1677005 h 1699043"/>
              <a:gd name="connsiteX235" fmla="*/ 10232859 w 10232859"/>
              <a:gd name="connsiteY235" fmla="*/ 1699043 h 1699043"/>
              <a:gd name="connsiteX236" fmla="*/ 0 w 10232859"/>
              <a:gd name="connsiteY236" fmla="*/ 1699043 h 1699043"/>
              <a:gd name="connsiteX237" fmla="*/ 0 w 10232859"/>
              <a:gd name="connsiteY237" fmla="*/ 21828 h 1699043"/>
              <a:gd name="connsiteX238" fmla="*/ 8097 w 10232859"/>
              <a:gd name="connsiteY238" fmla="*/ 24355 h 1699043"/>
              <a:gd name="connsiteX239" fmla="*/ 77128 w 10232859"/>
              <a:gd name="connsiteY239" fmla="*/ 6867 h 1699043"/>
              <a:gd name="connsiteX240" fmla="*/ 188338 w 10232859"/>
              <a:gd name="connsiteY240" fmla="*/ 5079 h 1699043"/>
              <a:gd name="connsiteX241" fmla="*/ 298809 w 10232859"/>
              <a:gd name="connsiteY241" fmla="*/ 6198 h 1699043"/>
              <a:gd name="connsiteX242" fmla="*/ 338985 w 10232859"/>
              <a:gd name="connsiteY242" fmla="*/ 8006 h 1699043"/>
              <a:gd name="connsiteX243" fmla="*/ 409815 w 10232859"/>
              <a:gd name="connsiteY243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11456 w 10232859"/>
              <a:gd name="connsiteY212" fmla="*/ 1169217 h 1699043"/>
              <a:gd name="connsiteX213" fmla="*/ 8732793 w 10232859"/>
              <a:gd name="connsiteY213" fmla="*/ 1172972 h 1699043"/>
              <a:gd name="connsiteX214" fmla="*/ 8751897 w 10232859"/>
              <a:gd name="connsiteY214" fmla="*/ 1190886 h 1699043"/>
              <a:gd name="connsiteX215" fmla="*/ 8793564 w 10232859"/>
              <a:gd name="connsiteY215" fmla="*/ 1172572 h 1699043"/>
              <a:gd name="connsiteX216" fmla="*/ 8834270 w 10232859"/>
              <a:gd name="connsiteY216" fmla="*/ 1206624 h 1699043"/>
              <a:gd name="connsiteX217" fmla="*/ 8853872 w 10232859"/>
              <a:gd name="connsiteY217" fmla="*/ 1214714 h 1699043"/>
              <a:gd name="connsiteX218" fmla="*/ 8861901 w 10232859"/>
              <a:gd name="connsiteY218" fmla="*/ 1211375 h 1699043"/>
              <a:gd name="connsiteX219" fmla="*/ 8874168 w 10232859"/>
              <a:gd name="connsiteY219" fmla="*/ 1213967 h 1699043"/>
              <a:gd name="connsiteX220" fmla="*/ 8871123 w 10232859"/>
              <a:gd name="connsiteY220" fmla="*/ 1221160 h 1699043"/>
              <a:gd name="connsiteX221" fmla="*/ 8903537 w 10232859"/>
              <a:gd name="connsiteY221" fmla="*/ 1230588 h 1699043"/>
              <a:gd name="connsiteX222" fmla="*/ 8933767 w 10232859"/>
              <a:gd name="connsiteY222" fmla="*/ 1263368 h 1699043"/>
              <a:gd name="connsiteX223" fmla="*/ 8985765 w 10232859"/>
              <a:gd name="connsiteY223" fmla="*/ 1287664 h 1699043"/>
              <a:gd name="connsiteX224" fmla="*/ 9071444 w 10232859"/>
              <a:gd name="connsiteY224" fmla="*/ 1317305 h 1699043"/>
              <a:gd name="connsiteX225" fmla="*/ 9096711 w 10232859"/>
              <a:gd name="connsiteY225" fmla="*/ 1327777 h 1699043"/>
              <a:gd name="connsiteX226" fmla="*/ 9338853 w 10232859"/>
              <a:gd name="connsiteY226" fmla="*/ 1448046 h 1699043"/>
              <a:gd name="connsiteX227" fmla="*/ 9520814 w 10232859"/>
              <a:gd name="connsiteY227" fmla="*/ 1449827 h 1699043"/>
              <a:gd name="connsiteX228" fmla="*/ 9702271 w 10232859"/>
              <a:gd name="connsiteY228" fmla="*/ 1488553 h 1699043"/>
              <a:gd name="connsiteX229" fmla="*/ 9744273 w 10232859"/>
              <a:gd name="connsiteY229" fmla="*/ 1523512 h 1699043"/>
              <a:gd name="connsiteX230" fmla="*/ 9771903 w 10232859"/>
              <a:gd name="connsiteY230" fmla="*/ 1530034 h 1699043"/>
              <a:gd name="connsiteX231" fmla="*/ 9818565 w 10232859"/>
              <a:gd name="connsiteY231" fmla="*/ 1538545 h 1699043"/>
              <a:gd name="connsiteX232" fmla="*/ 9882202 w 10232859"/>
              <a:gd name="connsiteY232" fmla="*/ 1565888 h 1699043"/>
              <a:gd name="connsiteX233" fmla="*/ 10022025 w 10232859"/>
              <a:gd name="connsiteY233" fmla="*/ 1599696 h 1699043"/>
              <a:gd name="connsiteX234" fmla="*/ 10220406 w 10232859"/>
              <a:gd name="connsiteY234" fmla="*/ 1677005 h 1699043"/>
              <a:gd name="connsiteX235" fmla="*/ 10232859 w 10232859"/>
              <a:gd name="connsiteY235" fmla="*/ 1699043 h 1699043"/>
              <a:gd name="connsiteX236" fmla="*/ 0 w 10232859"/>
              <a:gd name="connsiteY236" fmla="*/ 1699043 h 1699043"/>
              <a:gd name="connsiteX237" fmla="*/ 0 w 10232859"/>
              <a:gd name="connsiteY237" fmla="*/ 21828 h 1699043"/>
              <a:gd name="connsiteX238" fmla="*/ 8097 w 10232859"/>
              <a:gd name="connsiteY238" fmla="*/ 24355 h 1699043"/>
              <a:gd name="connsiteX239" fmla="*/ 77128 w 10232859"/>
              <a:gd name="connsiteY239" fmla="*/ 6867 h 1699043"/>
              <a:gd name="connsiteX240" fmla="*/ 188338 w 10232859"/>
              <a:gd name="connsiteY240" fmla="*/ 5079 h 1699043"/>
              <a:gd name="connsiteX241" fmla="*/ 298809 w 10232859"/>
              <a:gd name="connsiteY241" fmla="*/ 6198 h 1699043"/>
              <a:gd name="connsiteX242" fmla="*/ 338985 w 10232859"/>
              <a:gd name="connsiteY242" fmla="*/ 8006 h 1699043"/>
              <a:gd name="connsiteX243" fmla="*/ 409815 w 10232859"/>
              <a:gd name="connsiteY243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32793 w 10232859"/>
              <a:gd name="connsiteY212" fmla="*/ 1172972 h 1699043"/>
              <a:gd name="connsiteX213" fmla="*/ 8751897 w 10232859"/>
              <a:gd name="connsiteY213" fmla="*/ 1190886 h 1699043"/>
              <a:gd name="connsiteX214" fmla="*/ 8793564 w 10232859"/>
              <a:gd name="connsiteY214" fmla="*/ 1172572 h 1699043"/>
              <a:gd name="connsiteX215" fmla="*/ 8834270 w 10232859"/>
              <a:gd name="connsiteY215" fmla="*/ 1206624 h 1699043"/>
              <a:gd name="connsiteX216" fmla="*/ 8853872 w 10232859"/>
              <a:gd name="connsiteY216" fmla="*/ 1214714 h 1699043"/>
              <a:gd name="connsiteX217" fmla="*/ 8861901 w 10232859"/>
              <a:gd name="connsiteY217" fmla="*/ 1211375 h 1699043"/>
              <a:gd name="connsiteX218" fmla="*/ 8874168 w 10232859"/>
              <a:gd name="connsiteY218" fmla="*/ 1213967 h 1699043"/>
              <a:gd name="connsiteX219" fmla="*/ 8871123 w 10232859"/>
              <a:gd name="connsiteY219" fmla="*/ 1221160 h 1699043"/>
              <a:gd name="connsiteX220" fmla="*/ 8903537 w 10232859"/>
              <a:gd name="connsiteY220" fmla="*/ 1230588 h 1699043"/>
              <a:gd name="connsiteX221" fmla="*/ 8933767 w 10232859"/>
              <a:gd name="connsiteY221" fmla="*/ 1263368 h 1699043"/>
              <a:gd name="connsiteX222" fmla="*/ 8985765 w 10232859"/>
              <a:gd name="connsiteY222" fmla="*/ 1287664 h 1699043"/>
              <a:gd name="connsiteX223" fmla="*/ 9071444 w 10232859"/>
              <a:gd name="connsiteY223" fmla="*/ 1317305 h 1699043"/>
              <a:gd name="connsiteX224" fmla="*/ 9096711 w 10232859"/>
              <a:gd name="connsiteY224" fmla="*/ 1327777 h 1699043"/>
              <a:gd name="connsiteX225" fmla="*/ 9338853 w 10232859"/>
              <a:gd name="connsiteY225" fmla="*/ 1448046 h 1699043"/>
              <a:gd name="connsiteX226" fmla="*/ 9520814 w 10232859"/>
              <a:gd name="connsiteY226" fmla="*/ 1449827 h 1699043"/>
              <a:gd name="connsiteX227" fmla="*/ 9702271 w 10232859"/>
              <a:gd name="connsiteY227" fmla="*/ 1488553 h 1699043"/>
              <a:gd name="connsiteX228" fmla="*/ 9744273 w 10232859"/>
              <a:gd name="connsiteY228" fmla="*/ 1523512 h 1699043"/>
              <a:gd name="connsiteX229" fmla="*/ 9771903 w 10232859"/>
              <a:gd name="connsiteY229" fmla="*/ 1530034 h 1699043"/>
              <a:gd name="connsiteX230" fmla="*/ 9818565 w 10232859"/>
              <a:gd name="connsiteY230" fmla="*/ 1538545 h 1699043"/>
              <a:gd name="connsiteX231" fmla="*/ 9882202 w 10232859"/>
              <a:gd name="connsiteY231" fmla="*/ 1565888 h 1699043"/>
              <a:gd name="connsiteX232" fmla="*/ 10022025 w 10232859"/>
              <a:gd name="connsiteY232" fmla="*/ 1599696 h 1699043"/>
              <a:gd name="connsiteX233" fmla="*/ 10220406 w 10232859"/>
              <a:gd name="connsiteY233" fmla="*/ 1677005 h 1699043"/>
              <a:gd name="connsiteX234" fmla="*/ 10232859 w 10232859"/>
              <a:gd name="connsiteY234" fmla="*/ 1699043 h 1699043"/>
              <a:gd name="connsiteX235" fmla="*/ 0 w 10232859"/>
              <a:gd name="connsiteY235" fmla="*/ 1699043 h 1699043"/>
              <a:gd name="connsiteX236" fmla="*/ 0 w 10232859"/>
              <a:gd name="connsiteY236" fmla="*/ 21828 h 1699043"/>
              <a:gd name="connsiteX237" fmla="*/ 8097 w 10232859"/>
              <a:gd name="connsiteY237" fmla="*/ 24355 h 1699043"/>
              <a:gd name="connsiteX238" fmla="*/ 77128 w 10232859"/>
              <a:gd name="connsiteY238" fmla="*/ 6867 h 1699043"/>
              <a:gd name="connsiteX239" fmla="*/ 188338 w 10232859"/>
              <a:gd name="connsiteY239" fmla="*/ 5079 h 1699043"/>
              <a:gd name="connsiteX240" fmla="*/ 298809 w 10232859"/>
              <a:gd name="connsiteY240" fmla="*/ 6198 h 1699043"/>
              <a:gd name="connsiteX241" fmla="*/ 338985 w 10232859"/>
              <a:gd name="connsiteY241" fmla="*/ 8006 h 1699043"/>
              <a:gd name="connsiteX242" fmla="*/ 409815 w 10232859"/>
              <a:gd name="connsiteY242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51897 w 10232859"/>
              <a:gd name="connsiteY212" fmla="*/ 1190886 h 1699043"/>
              <a:gd name="connsiteX213" fmla="*/ 8793564 w 10232859"/>
              <a:gd name="connsiteY213" fmla="*/ 1172572 h 1699043"/>
              <a:gd name="connsiteX214" fmla="*/ 8834270 w 10232859"/>
              <a:gd name="connsiteY214" fmla="*/ 1206624 h 1699043"/>
              <a:gd name="connsiteX215" fmla="*/ 8853872 w 10232859"/>
              <a:gd name="connsiteY215" fmla="*/ 1214714 h 1699043"/>
              <a:gd name="connsiteX216" fmla="*/ 8861901 w 10232859"/>
              <a:gd name="connsiteY216" fmla="*/ 1211375 h 1699043"/>
              <a:gd name="connsiteX217" fmla="*/ 8874168 w 10232859"/>
              <a:gd name="connsiteY217" fmla="*/ 1213967 h 1699043"/>
              <a:gd name="connsiteX218" fmla="*/ 8871123 w 10232859"/>
              <a:gd name="connsiteY218" fmla="*/ 1221160 h 1699043"/>
              <a:gd name="connsiteX219" fmla="*/ 8903537 w 10232859"/>
              <a:gd name="connsiteY219" fmla="*/ 1230588 h 1699043"/>
              <a:gd name="connsiteX220" fmla="*/ 8933767 w 10232859"/>
              <a:gd name="connsiteY220" fmla="*/ 1263368 h 1699043"/>
              <a:gd name="connsiteX221" fmla="*/ 8985765 w 10232859"/>
              <a:gd name="connsiteY221" fmla="*/ 1287664 h 1699043"/>
              <a:gd name="connsiteX222" fmla="*/ 9071444 w 10232859"/>
              <a:gd name="connsiteY222" fmla="*/ 1317305 h 1699043"/>
              <a:gd name="connsiteX223" fmla="*/ 9096711 w 10232859"/>
              <a:gd name="connsiteY223" fmla="*/ 1327777 h 1699043"/>
              <a:gd name="connsiteX224" fmla="*/ 9338853 w 10232859"/>
              <a:gd name="connsiteY224" fmla="*/ 1448046 h 1699043"/>
              <a:gd name="connsiteX225" fmla="*/ 9520814 w 10232859"/>
              <a:gd name="connsiteY225" fmla="*/ 1449827 h 1699043"/>
              <a:gd name="connsiteX226" fmla="*/ 9702271 w 10232859"/>
              <a:gd name="connsiteY226" fmla="*/ 1488553 h 1699043"/>
              <a:gd name="connsiteX227" fmla="*/ 9744273 w 10232859"/>
              <a:gd name="connsiteY227" fmla="*/ 1523512 h 1699043"/>
              <a:gd name="connsiteX228" fmla="*/ 9771903 w 10232859"/>
              <a:gd name="connsiteY228" fmla="*/ 1530034 h 1699043"/>
              <a:gd name="connsiteX229" fmla="*/ 9818565 w 10232859"/>
              <a:gd name="connsiteY229" fmla="*/ 1538545 h 1699043"/>
              <a:gd name="connsiteX230" fmla="*/ 9882202 w 10232859"/>
              <a:gd name="connsiteY230" fmla="*/ 1565888 h 1699043"/>
              <a:gd name="connsiteX231" fmla="*/ 10022025 w 10232859"/>
              <a:gd name="connsiteY231" fmla="*/ 1599696 h 1699043"/>
              <a:gd name="connsiteX232" fmla="*/ 10220406 w 10232859"/>
              <a:gd name="connsiteY232" fmla="*/ 1677005 h 1699043"/>
              <a:gd name="connsiteX233" fmla="*/ 10232859 w 10232859"/>
              <a:gd name="connsiteY233" fmla="*/ 1699043 h 1699043"/>
              <a:gd name="connsiteX234" fmla="*/ 0 w 10232859"/>
              <a:gd name="connsiteY234" fmla="*/ 1699043 h 1699043"/>
              <a:gd name="connsiteX235" fmla="*/ 0 w 10232859"/>
              <a:gd name="connsiteY235" fmla="*/ 21828 h 1699043"/>
              <a:gd name="connsiteX236" fmla="*/ 8097 w 10232859"/>
              <a:gd name="connsiteY236" fmla="*/ 24355 h 1699043"/>
              <a:gd name="connsiteX237" fmla="*/ 77128 w 10232859"/>
              <a:gd name="connsiteY237" fmla="*/ 6867 h 1699043"/>
              <a:gd name="connsiteX238" fmla="*/ 188338 w 10232859"/>
              <a:gd name="connsiteY238" fmla="*/ 5079 h 1699043"/>
              <a:gd name="connsiteX239" fmla="*/ 298809 w 10232859"/>
              <a:gd name="connsiteY239" fmla="*/ 6198 h 1699043"/>
              <a:gd name="connsiteX240" fmla="*/ 338985 w 10232859"/>
              <a:gd name="connsiteY240" fmla="*/ 8006 h 1699043"/>
              <a:gd name="connsiteX241" fmla="*/ 409815 w 10232859"/>
              <a:gd name="connsiteY241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51897 w 10232859"/>
              <a:gd name="connsiteY212" fmla="*/ 1190886 h 1699043"/>
              <a:gd name="connsiteX213" fmla="*/ 8834270 w 10232859"/>
              <a:gd name="connsiteY213" fmla="*/ 1206624 h 1699043"/>
              <a:gd name="connsiteX214" fmla="*/ 8853872 w 10232859"/>
              <a:gd name="connsiteY214" fmla="*/ 1214714 h 1699043"/>
              <a:gd name="connsiteX215" fmla="*/ 8861901 w 10232859"/>
              <a:gd name="connsiteY215" fmla="*/ 1211375 h 1699043"/>
              <a:gd name="connsiteX216" fmla="*/ 8874168 w 10232859"/>
              <a:gd name="connsiteY216" fmla="*/ 1213967 h 1699043"/>
              <a:gd name="connsiteX217" fmla="*/ 8871123 w 10232859"/>
              <a:gd name="connsiteY217" fmla="*/ 1221160 h 1699043"/>
              <a:gd name="connsiteX218" fmla="*/ 8903537 w 10232859"/>
              <a:gd name="connsiteY218" fmla="*/ 1230588 h 1699043"/>
              <a:gd name="connsiteX219" fmla="*/ 8933767 w 10232859"/>
              <a:gd name="connsiteY219" fmla="*/ 1263368 h 1699043"/>
              <a:gd name="connsiteX220" fmla="*/ 8985765 w 10232859"/>
              <a:gd name="connsiteY220" fmla="*/ 1287664 h 1699043"/>
              <a:gd name="connsiteX221" fmla="*/ 9071444 w 10232859"/>
              <a:gd name="connsiteY221" fmla="*/ 1317305 h 1699043"/>
              <a:gd name="connsiteX222" fmla="*/ 9096711 w 10232859"/>
              <a:gd name="connsiteY222" fmla="*/ 1327777 h 1699043"/>
              <a:gd name="connsiteX223" fmla="*/ 9338853 w 10232859"/>
              <a:gd name="connsiteY223" fmla="*/ 1448046 h 1699043"/>
              <a:gd name="connsiteX224" fmla="*/ 9520814 w 10232859"/>
              <a:gd name="connsiteY224" fmla="*/ 1449827 h 1699043"/>
              <a:gd name="connsiteX225" fmla="*/ 9702271 w 10232859"/>
              <a:gd name="connsiteY225" fmla="*/ 1488553 h 1699043"/>
              <a:gd name="connsiteX226" fmla="*/ 9744273 w 10232859"/>
              <a:gd name="connsiteY226" fmla="*/ 1523512 h 1699043"/>
              <a:gd name="connsiteX227" fmla="*/ 9771903 w 10232859"/>
              <a:gd name="connsiteY227" fmla="*/ 1530034 h 1699043"/>
              <a:gd name="connsiteX228" fmla="*/ 9818565 w 10232859"/>
              <a:gd name="connsiteY228" fmla="*/ 1538545 h 1699043"/>
              <a:gd name="connsiteX229" fmla="*/ 9882202 w 10232859"/>
              <a:gd name="connsiteY229" fmla="*/ 1565888 h 1699043"/>
              <a:gd name="connsiteX230" fmla="*/ 10022025 w 10232859"/>
              <a:gd name="connsiteY230" fmla="*/ 1599696 h 1699043"/>
              <a:gd name="connsiteX231" fmla="*/ 10220406 w 10232859"/>
              <a:gd name="connsiteY231" fmla="*/ 1677005 h 1699043"/>
              <a:gd name="connsiteX232" fmla="*/ 10232859 w 10232859"/>
              <a:gd name="connsiteY232" fmla="*/ 1699043 h 1699043"/>
              <a:gd name="connsiteX233" fmla="*/ 0 w 10232859"/>
              <a:gd name="connsiteY233" fmla="*/ 1699043 h 1699043"/>
              <a:gd name="connsiteX234" fmla="*/ 0 w 10232859"/>
              <a:gd name="connsiteY234" fmla="*/ 21828 h 1699043"/>
              <a:gd name="connsiteX235" fmla="*/ 8097 w 10232859"/>
              <a:gd name="connsiteY235" fmla="*/ 24355 h 1699043"/>
              <a:gd name="connsiteX236" fmla="*/ 77128 w 10232859"/>
              <a:gd name="connsiteY236" fmla="*/ 6867 h 1699043"/>
              <a:gd name="connsiteX237" fmla="*/ 188338 w 10232859"/>
              <a:gd name="connsiteY237" fmla="*/ 5079 h 1699043"/>
              <a:gd name="connsiteX238" fmla="*/ 298809 w 10232859"/>
              <a:gd name="connsiteY238" fmla="*/ 6198 h 1699043"/>
              <a:gd name="connsiteX239" fmla="*/ 338985 w 10232859"/>
              <a:gd name="connsiteY239" fmla="*/ 8006 h 1699043"/>
              <a:gd name="connsiteX240" fmla="*/ 409815 w 10232859"/>
              <a:gd name="connsiteY240" fmla="*/ 5045 h 1699043"/>
              <a:gd name="connsiteX0" fmla="*/ 409815 w 10232859"/>
              <a:gd name="connsiteY0" fmla="*/ 5045 h 1699043"/>
              <a:gd name="connsiteX1" fmla="*/ 456316 w 10232859"/>
              <a:gd name="connsiteY1" fmla="*/ 4077 h 1699043"/>
              <a:gd name="connsiteX2" fmla="*/ 463611 w 10232859"/>
              <a:gd name="connsiteY2" fmla="*/ 18441 h 1699043"/>
              <a:gd name="connsiteX3" fmla="*/ 506289 w 10232859"/>
              <a:gd name="connsiteY3" fmla="*/ 21667 h 1699043"/>
              <a:gd name="connsiteX4" fmla="*/ 547180 w 10232859"/>
              <a:gd name="connsiteY4" fmla="*/ 10297 h 1699043"/>
              <a:gd name="connsiteX5" fmla="*/ 599180 w 10232859"/>
              <a:gd name="connsiteY5" fmla="*/ 9165 h 1699043"/>
              <a:gd name="connsiteX6" fmla="*/ 630247 w 10232859"/>
              <a:gd name="connsiteY6" fmla="*/ 8332 h 1699043"/>
              <a:gd name="connsiteX7" fmla="*/ 715463 w 10232859"/>
              <a:gd name="connsiteY7" fmla="*/ 18029 h 1699043"/>
              <a:gd name="connsiteX8" fmla="*/ 862866 w 10232859"/>
              <a:gd name="connsiteY8" fmla="*/ 63233 h 1699043"/>
              <a:gd name="connsiteX9" fmla="*/ 906400 w 10232859"/>
              <a:gd name="connsiteY9" fmla="*/ 68570 h 1699043"/>
              <a:gd name="connsiteX10" fmla="*/ 912698 w 10232859"/>
              <a:gd name="connsiteY10" fmla="*/ 65266 h 1699043"/>
              <a:gd name="connsiteX11" fmla="*/ 972936 w 10232859"/>
              <a:gd name="connsiteY11" fmla="*/ 88549 h 1699043"/>
              <a:gd name="connsiteX12" fmla="*/ 1061158 w 10232859"/>
              <a:gd name="connsiteY12" fmla="*/ 90302 h 1699043"/>
              <a:gd name="connsiteX13" fmla="*/ 1127764 w 10232859"/>
              <a:gd name="connsiteY13" fmla="*/ 86443 h 1699043"/>
              <a:gd name="connsiteX14" fmla="*/ 1165092 w 10232859"/>
              <a:gd name="connsiteY14" fmla="*/ 86517 h 1699043"/>
              <a:gd name="connsiteX15" fmla="*/ 1192274 w 10232859"/>
              <a:gd name="connsiteY15" fmla="*/ 84088 h 1699043"/>
              <a:gd name="connsiteX16" fmla="*/ 1261359 w 10232859"/>
              <a:gd name="connsiteY16" fmla="*/ 91263 h 1699043"/>
              <a:gd name="connsiteX17" fmla="*/ 1375826 w 10232859"/>
              <a:gd name="connsiteY17" fmla="*/ 108740 h 1699043"/>
              <a:gd name="connsiteX18" fmla="*/ 1400134 w 10232859"/>
              <a:gd name="connsiteY18" fmla="*/ 111208 h 1699043"/>
              <a:gd name="connsiteX19" fmla="*/ 1420782 w 10232859"/>
              <a:gd name="connsiteY19" fmla="*/ 108347 h 1699043"/>
              <a:gd name="connsiteX20" fmla="*/ 1425360 w 10232859"/>
              <a:gd name="connsiteY20" fmla="*/ 103343 h 1699043"/>
              <a:gd name="connsiteX21" fmla="*/ 1438688 w 10232859"/>
              <a:gd name="connsiteY21" fmla="*/ 103900 h 1699043"/>
              <a:gd name="connsiteX22" fmla="*/ 1442183 w 10232859"/>
              <a:gd name="connsiteY22" fmla="*/ 103008 h 1699043"/>
              <a:gd name="connsiteX23" fmla="*/ 1462271 w 10232859"/>
              <a:gd name="connsiteY23" fmla="*/ 98933 h 1699043"/>
              <a:gd name="connsiteX24" fmla="*/ 1506437 w 10232859"/>
              <a:gd name="connsiteY24" fmla="*/ 116084 h 1699043"/>
              <a:gd name="connsiteX25" fmla="*/ 1559721 w 10232859"/>
              <a:gd name="connsiteY25" fmla="*/ 115918 h 1699043"/>
              <a:gd name="connsiteX26" fmla="*/ 1763086 w 10232859"/>
              <a:gd name="connsiteY26" fmla="*/ 148431 h 1699043"/>
              <a:gd name="connsiteX27" fmla="*/ 1909571 w 10232859"/>
              <a:gd name="connsiteY27" fmla="*/ 158571 h 1699043"/>
              <a:gd name="connsiteX28" fmla="*/ 2002612 w 10232859"/>
              <a:gd name="connsiteY28" fmla="*/ 185342 h 1699043"/>
              <a:gd name="connsiteX29" fmla="*/ 2155278 w 10232859"/>
              <a:gd name="connsiteY29" fmla="*/ 197824 h 1699043"/>
              <a:gd name="connsiteX30" fmla="*/ 2166398 w 10232859"/>
              <a:gd name="connsiteY30" fmla="*/ 206965 h 1699043"/>
              <a:gd name="connsiteX31" fmla="*/ 2180455 w 10232859"/>
              <a:gd name="connsiteY31" fmla="*/ 212894 h 1699043"/>
              <a:gd name="connsiteX32" fmla="*/ 2182638 w 10232859"/>
              <a:gd name="connsiteY32" fmla="*/ 212313 h 1699043"/>
              <a:gd name="connsiteX33" fmla="*/ 2200348 w 10232859"/>
              <a:gd name="connsiteY33" fmla="*/ 215316 h 1699043"/>
              <a:gd name="connsiteX34" fmla="*/ 2203307 w 10232859"/>
              <a:gd name="connsiteY34" fmla="*/ 218590 h 1699043"/>
              <a:gd name="connsiteX35" fmla="*/ 2215170 w 10232859"/>
              <a:gd name="connsiteY35" fmla="*/ 221472 h 1699043"/>
              <a:gd name="connsiteX36" fmla="*/ 2237765 w 10232859"/>
              <a:gd name="connsiteY36" fmla="*/ 229357 h 1699043"/>
              <a:gd name="connsiteX37" fmla="*/ 2242719 w 10232859"/>
              <a:gd name="connsiteY37" fmla="*/ 228760 h 1699043"/>
              <a:gd name="connsiteX38" fmla="*/ 2277928 w 10232859"/>
              <a:gd name="connsiteY38" fmla="*/ 237427 h 1699043"/>
              <a:gd name="connsiteX39" fmla="*/ 2278759 w 10232859"/>
              <a:gd name="connsiteY39" fmla="*/ 236563 h 1699043"/>
              <a:gd name="connsiteX40" fmla="*/ 2290187 w 10232859"/>
              <a:gd name="connsiteY40" fmla="*/ 234709 h 1699043"/>
              <a:gd name="connsiteX41" fmla="*/ 2364066 w 10232859"/>
              <a:gd name="connsiteY41" fmla="*/ 218237 h 1699043"/>
              <a:gd name="connsiteX42" fmla="*/ 2400814 w 10232859"/>
              <a:gd name="connsiteY42" fmla="*/ 227165 h 1699043"/>
              <a:gd name="connsiteX43" fmla="*/ 2408414 w 10232859"/>
              <a:gd name="connsiteY43" fmla="*/ 228429 h 1699043"/>
              <a:gd name="connsiteX44" fmla="*/ 2408650 w 10232859"/>
              <a:gd name="connsiteY44" fmla="*/ 228234 h 1699043"/>
              <a:gd name="connsiteX45" fmla="*/ 2416835 w 10232859"/>
              <a:gd name="connsiteY45" fmla="*/ 229128 h 1699043"/>
              <a:gd name="connsiteX46" fmla="*/ 2422271 w 10232859"/>
              <a:gd name="connsiteY46" fmla="*/ 230733 h 1699043"/>
              <a:gd name="connsiteX47" fmla="*/ 2490341 w 10232859"/>
              <a:gd name="connsiteY47" fmla="*/ 211074 h 1699043"/>
              <a:gd name="connsiteX48" fmla="*/ 2588929 w 10232859"/>
              <a:gd name="connsiteY48" fmla="*/ 200980 h 1699043"/>
              <a:gd name="connsiteX49" fmla="*/ 2687426 w 10232859"/>
              <a:gd name="connsiteY49" fmla="*/ 193848 h 1699043"/>
              <a:gd name="connsiteX50" fmla="*/ 2723517 w 10232859"/>
              <a:gd name="connsiteY50" fmla="*/ 192652 h 1699043"/>
              <a:gd name="connsiteX51" fmla="*/ 2785956 w 10232859"/>
              <a:gd name="connsiteY51" fmla="*/ 184404 h 1699043"/>
              <a:gd name="connsiteX52" fmla="*/ 2813378 w 10232859"/>
              <a:gd name="connsiteY52" fmla="*/ 176833 h 1699043"/>
              <a:gd name="connsiteX53" fmla="*/ 2814782 w 10232859"/>
              <a:gd name="connsiteY53" fmla="*/ 177153 h 1699043"/>
              <a:gd name="connsiteX54" fmla="*/ 2816580 w 10232859"/>
              <a:gd name="connsiteY54" fmla="*/ 174366 h 1699043"/>
              <a:gd name="connsiteX55" fmla="*/ 2821623 w 10232859"/>
              <a:gd name="connsiteY55" fmla="*/ 172875 h 1699043"/>
              <a:gd name="connsiteX56" fmla="*/ 2836688 w 10232859"/>
              <a:gd name="connsiteY56" fmla="*/ 172971 h 1699043"/>
              <a:gd name="connsiteX57" fmla="*/ 2842564 w 10232859"/>
              <a:gd name="connsiteY57" fmla="*/ 173695 h 1699043"/>
              <a:gd name="connsiteX58" fmla="*/ 2850712 w 10232859"/>
              <a:gd name="connsiteY58" fmla="*/ 173290 h 1699043"/>
              <a:gd name="connsiteX59" fmla="*/ 2850846 w 10232859"/>
              <a:gd name="connsiteY59" fmla="*/ 173062 h 1699043"/>
              <a:gd name="connsiteX60" fmla="*/ 2858611 w 10232859"/>
              <a:gd name="connsiteY60" fmla="*/ 173112 h 1699043"/>
              <a:gd name="connsiteX61" fmla="*/ 2897454 w 10232859"/>
              <a:gd name="connsiteY61" fmla="*/ 176114 h 1699043"/>
              <a:gd name="connsiteX62" fmla="*/ 2940369 w 10232859"/>
              <a:gd name="connsiteY62" fmla="*/ 152944 h 1699043"/>
              <a:gd name="connsiteX63" fmla="*/ 2959670 w 10232859"/>
              <a:gd name="connsiteY63" fmla="*/ 148367 h 1699043"/>
              <a:gd name="connsiteX64" fmla="*/ 2969615 w 10232859"/>
              <a:gd name="connsiteY64" fmla="*/ 144755 h 1699043"/>
              <a:gd name="connsiteX65" fmla="*/ 2970000 w 10232859"/>
              <a:gd name="connsiteY65" fmla="*/ 143776 h 1699043"/>
              <a:gd name="connsiteX66" fmla="*/ 3007272 w 10232859"/>
              <a:gd name="connsiteY66" fmla="*/ 146766 h 1699043"/>
              <a:gd name="connsiteX67" fmla="*/ 3011677 w 10232859"/>
              <a:gd name="connsiteY67" fmla="*/ 145404 h 1699043"/>
              <a:gd name="connsiteX68" fmla="*/ 3036668 w 10232859"/>
              <a:gd name="connsiteY68" fmla="*/ 149604 h 1699043"/>
              <a:gd name="connsiteX69" fmla="*/ 3049208 w 10232859"/>
              <a:gd name="connsiteY69" fmla="*/ 150573 h 1699043"/>
              <a:gd name="connsiteX70" fmla="*/ 3053517 w 10232859"/>
              <a:gd name="connsiteY70" fmla="*/ 153322 h 1699043"/>
              <a:gd name="connsiteX71" fmla="*/ 3071637 w 10232859"/>
              <a:gd name="connsiteY71" fmla="*/ 153496 h 1699043"/>
              <a:gd name="connsiteX72" fmla="*/ 3110077 w 10232859"/>
              <a:gd name="connsiteY72" fmla="*/ 149202 h 1699043"/>
              <a:gd name="connsiteX73" fmla="*/ 3173743 w 10232859"/>
              <a:gd name="connsiteY73" fmla="*/ 159581 h 1699043"/>
              <a:gd name="connsiteX74" fmla="*/ 3254203 w 10232859"/>
              <a:gd name="connsiteY74" fmla="*/ 151756 h 1699043"/>
              <a:gd name="connsiteX75" fmla="*/ 3380350 w 10232859"/>
              <a:gd name="connsiteY75" fmla="*/ 151151 h 1699043"/>
              <a:gd name="connsiteX76" fmla="*/ 3476147 w 10232859"/>
              <a:gd name="connsiteY76" fmla="*/ 170925 h 1699043"/>
              <a:gd name="connsiteX77" fmla="*/ 3581876 w 10232859"/>
              <a:gd name="connsiteY77" fmla="*/ 150448 h 1699043"/>
              <a:gd name="connsiteX78" fmla="*/ 3704761 w 10232859"/>
              <a:gd name="connsiteY78" fmla="*/ 150492 h 1699043"/>
              <a:gd name="connsiteX79" fmla="*/ 3755040 w 10232859"/>
              <a:gd name="connsiteY79" fmla="*/ 141978 h 1699043"/>
              <a:gd name="connsiteX80" fmla="*/ 3804689 w 10232859"/>
              <a:gd name="connsiteY80" fmla="*/ 151893 h 1699043"/>
              <a:gd name="connsiteX81" fmla="*/ 3821793 w 10232859"/>
              <a:gd name="connsiteY81" fmla="*/ 144743 h 1699043"/>
              <a:gd name="connsiteX82" fmla="*/ 3824682 w 10232859"/>
              <a:gd name="connsiteY82" fmla="*/ 143319 h 1699043"/>
              <a:gd name="connsiteX83" fmla="*/ 3837536 w 10232859"/>
              <a:gd name="connsiteY83" fmla="*/ 141778 h 1699043"/>
              <a:gd name="connsiteX84" fmla="*/ 3839550 w 10232859"/>
              <a:gd name="connsiteY84" fmla="*/ 136147 h 1699043"/>
              <a:gd name="connsiteX85" fmla="*/ 3857743 w 10232859"/>
              <a:gd name="connsiteY85" fmla="*/ 130104 h 1699043"/>
              <a:gd name="connsiteX86" fmla="*/ 3881852 w 10232859"/>
              <a:gd name="connsiteY86" fmla="*/ 128717 h 1699043"/>
              <a:gd name="connsiteX87" fmla="*/ 3998088 w 10232859"/>
              <a:gd name="connsiteY87" fmla="*/ 127932 h 1699043"/>
              <a:gd name="connsiteX88" fmla="*/ 4066682 w 10232859"/>
              <a:gd name="connsiteY88" fmla="*/ 124147 h 1699043"/>
              <a:gd name="connsiteX89" fmla="*/ 4091246 w 10232859"/>
              <a:gd name="connsiteY89" fmla="*/ 117503 h 1699043"/>
              <a:gd name="connsiteX90" fmla="*/ 4126556 w 10232859"/>
              <a:gd name="connsiteY90" fmla="*/ 111725 h 1699043"/>
              <a:gd name="connsiteX91" fmla="*/ 4187717 w 10232859"/>
              <a:gd name="connsiteY91" fmla="*/ 97496 h 1699043"/>
              <a:gd name="connsiteX92" fmla="*/ 4220826 w 10232859"/>
              <a:gd name="connsiteY92" fmla="*/ 95991 h 1699043"/>
              <a:gd name="connsiteX93" fmla="*/ 4239014 w 10232859"/>
              <a:gd name="connsiteY93" fmla="*/ 90840 h 1699043"/>
              <a:gd name="connsiteX94" fmla="*/ 4246653 w 10232859"/>
              <a:gd name="connsiteY94" fmla="*/ 91360 h 1699043"/>
              <a:gd name="connsiteX95" fmla="*/ 4271841 w 10232859"/>
              <a:gd name="connsiteY95" fmla="*/ 90188 h 1699043"/>
              <a:gd name="connsiteX96" fmla="*/ 4286277 w 10232859"/>
              <a:gd name="connsiteY96" fmla="*/ 90173 h 1699043"/>
              <a:gd name="connsiteX97" fmla="*/ 4292025 w 10232859"/>
              <a:gd name="connsiteY97" fmla="*/ 90407 h 1699043"/>
              <a:gd name="connsiteX98" fmla="*/ 4304713 w 10232859"/>
              <a:gd name="connsiteY98" fmla="*/ 95673 h 1699043"/>
              <a:gd name="connsiteX99" fmla="*/ 4321285 w 10232859"/>
              <a:gd name="connsiteY99" fmla="*/ 93560 h 1699043"/>
              <a:gd name="connsiteX100" fmla="*/ 4339561 w 10232859"/>
              <a:gd name="connsiteY100" fmla="*/ 98806 h 1699043"/>
              <a:gd name="connsiteX101" fmla="*/ 4343990 w 10232859"/>
              <a:gd name="connsiteY101" fmla="*/ 94576 h 1699043"/>
              <a:gd name="connsiteX102" fmla="*/ 4358885 w 10232859"/>
              <a:gd name="connsiteY102" fmla="*/ 90264 h 1699043"/>
              <a:gd name="connsiteX103" fmla="*/ 4371648 w 10232859"/>
              <a:gd name="connsiteY103" fmla="*/ 95312 h 1699043"/>
              <a:gd name="connsiteX104" fmla="*/ 4398380 w 10232859"/>
              <a:gd name="connsiteY104" fmla="*/ 98447 h 1699043"/>
              <a:gd name="connsiteX105" fmla="*/ 4405729 w 10232859"/>
              <a:gd name="connsiteY105" fmla="*/ 97677 h 1699043"/>
              <a:gd name="connsiteX106" fmla="*/ 4431408 w 10232859"/>
              <a:gd name="connsiteY106" fmla="*/ 104311 h 1699043"/>
              <a:gd name="connsiteX107" fmla="*/ 4472183 w 10232859"/>
              <a:gd name="connsiteY107" fmla="*/ 109916 h 1699043"/>
              <a:gd name="connsiteX108" fmla="*/ 4518828 w 10232859"/>
              <a:gd name="connsiteY108" fmla="*/ 112600 h 1699043"/>
              <a:gd name="connsiteX109" fmla="*/ 4532040 w 10232859"/>
              <a:gd name="connsiteY109" fmla="*/ 117793 h 1699043"/>
              <a:gd name="connsiteX110" fmla="*/ 4617778 w 10232859"/>
              <a:gd name="connsiteY110" fmla="*/ 130479 h 1699043"/>
              <a:gd name="connsiteX111" fmla="*/ 4641872 w 10232859"/>
              <a:gd name="connsiteY111" fmla="*/ 134207 h 1699043"/>
              <a:gd name="connsiteX112" fmla="*/ 4662766 w 10232859"/>
              <a:gd name="connsiteY112" fmla="*/ 132438 h 1699043"/>
              <a:gd name="connsiteX113" fmla="*/ 4667770 w 10232859"/>
              <a:gd name="connsiteY113" fmla="*/ 127694 h 1699043"/>
              <a:gd name="connsiteX114" fmla="*/ 4681052 w 10232859"/>
              <a:gd name="connsiteY114" fmla="*/ 128947 h 1699043"/>
              <a:gd name="connsiteX115" fmla="*/ 4684624 w 10232859"/>
              <a:gd name="connsiteY115" fmla="*/ 128241 h 1699043"/>
              <a:gd name="connsiteX116" fmla="*/ 4705061 w 10232859"/>
              <a:gd name="connsiteY116" fmla="*/ 125234 h 1699043"/>
              <a:gd name="connsiteX117" fmla="*/ 4747746 w 10232859"/>
              <a:gd name="connsiteY117" fmla="*/ 144617 h 1699043"/>
              <a:gd name="connsiteX118" fmla="*/ 4867014 w 10232859"/>
              <a:gd name="connsiteY118" fmla="*/ 164145 h 1699043"/>
              <a:gd name="connsiteX119" fmla="*/ 5001600 w 10232859"/>
              <a:gd name="connsiteY119" fmla="*/ 190239 h 1699043"/>
              <a:gd name="connsiteX120" fmla="*/ 5115965 w 10232859"/>
              <a:gd name="connsiteY120" fmla="*/ 186069 h 1699043"/>
              <a:gd name="connsiteX121" fmla="*/ 5193957 w 10232859"/>
              <a:gd name="connsiteY121" fmla="*/ 229364 h 1699043"/>
              <a:gd name="connsiteX122" fmla="*/ 5275907 w 10232859"/>
              <a:gd name="connsiteY122" fmla="*/ 263295 h 1699043"/>
              <a:gd name="connsiteX123" fmla="*/ 5344878 w 10232859"/>
              <a:gd name="connsiteY123" fmla="*/ 276360 h 1699043"/>
              <a:gd name="connsiteX124" fmla="*/ 5413398 w 10232859"/>
              <a:gd name="connsiteY124" fmla="*/ 276235 h 1699043"/>
              <a:gd name="connsiteX125" fmla="*/ 5415629 w 10232859"/>
              <a:gd name="connsiteY125" fmla="*/ 275768 h 1699043"/>
              <a:gd name="connsiteX126" fmla="*/ 5433078 w 10232859"/>
              <a:gd name="connsiteY126" fmla="*/ 279684 h 1699043"/>
              <a:gd name="connsiteX127" fmla="*/ 5435759 w 10232859"/>
              <a:gd name="connsiteY127" fmla="*/ 283100 h 1699043"/>
              <a:gd name="connsiteX128" fmla="*/ 5447372 w 10232859"/>
              <a:gd name="connsiteY128" fmla="*/ 286587 h 1699043"/>
              <a:gd name="connsiteX129" fmla="*/ 5469289 w 10232859"/>
              <a:gd name="connsiteY129" fmla="*/ 295620 h 1699043"/>
              <a:gd name="connsiteX130" fmla="*/ 5508752 w 10232859"/>
              <a:gd name="connsiteY130" fmla="*/ 305753 h 1699043"/>
              <a:gd name="connsiteX131" fmla="*/ 5509657 w 10232859"/>
              <a:gd name="connsiteY131" fmla="*/ 304936 h 1699043"/>
              <a:gd name="connsiteX132" fmla="*/ 5521245 w 10232859"/>
              <a:gd name="connsiteY132" fmla="*/ 303688 h 1699043"/>
              <a:gd name="connsiteX133" fmla="*/ 5596538 w 10232859"/>
              <a:gd name="connsiteY133" fmla="*/ 291153 h 1699043"/>
              <a:gd name="connsiteX134" fmla="*/ 5632514 w 10232859"/>
              <a:gd name="connsiteY134" fmla="*/ 301962 h 1699043"/>
              <a:gd name="connsiteX135" fmla="*/ 5640005 w 10232859"/>
              <a:gd name="connsiteY135" fmla="*/ 303617 h 1699043"/>
              <a:gd name="connsiteX136" fmla="*/ 5640259 w 10232859"/>
              <a:gd name="connsiteY136" fmla="*/ 303435 h 1699043"/>
              <a:gd name="connsiteX137" fmla="*/ 5648365 w 10232859"/>
              <a:gd name="connsiteY137" fmla="*/ 304754 h 1699043"/>
              <a:gd name="connsiteX138" fmla="*/ 5653662 w 10232859"/>
              <a:gd name="connsiteY138" fmla="*/ 306635 h 1699043"/>
              <a:gd name="connsiteX139" fmla="*/ 5668196 w 10232859"/>
              <a:gd name="connsiteY139" fmla="*/ 309846 h 1699043"/>
              <a:gd name="connsiteX140" fmla="*/ 5673886 w 10232859"/>
              <a:gd name="connsiteY140" fmla="*/ 309526 h 1699043"/>
              <a:gd name="connsiteX141" fmla="*/ 5677139 w 10232859"/>
              <a:gd name="connsiteY141" fmla="*/ 307345 h 1699043"/>
              <a:gd name="connsiteX142" fmla="*/ 5708983 w 10232859"/>
              <a:gd name="connsiteY142" fmla="*/ 306674 h 1699043"/>
              <a:gd name="connsiteX143" fmla="*/ 5773909 w 10232859"/>
              <a:gd name="connsiteY143" fmla="*/ 312061 h 1699043"/>
              <a:gd name="connsiteX144" fmla="*/ 5809500 w 10232859"/>
              <a:gd name="connsiteY144" fmla="*/ 318450 h 1699043"/>
              <a:gd name="connsiteX145" fmla="*/ 5908729 w 10232859"/>
              <a:gd name="connsiteY145" fmla="*/ 332335 h 1699043"/>
              <a:gd name="connsiteX146" fmla="*/ 5990524 w 10232859"/>
              <a:gd name="connsiteY146" fmla="*/ 350618 h 1699043"/>
              <a:gd name="connsiteX147" fmla="*/ 6029302 w 10232859"/>
              <a:gd name="connsiteY147" fmla="*/ 361365 h 1699043"/>
              <a:gd name="connsiteX148" fmla="*/ 6086225 w 10232859"/>
              <a:gd name="connsiteY148" fmla="*/ 339621 h 1699043"/>
              <a:gd name="connsiteX149" fmla="*/ 6105063 w 10232859"/>
              <a:gd name="connsiteY149" fmla="*/ 347340 h 1699043"/>
              <a:gd name="connsiteX150" fmla="*/ 6195166 w 10232859"/>
              <a:gd name="connsiteY150" fmla="*/ 360190 h 1699043"/>
              <a:gd name="connsiteX151" fmla="*/ 6216259 w 10232859"/>
              <a:gd name="connsiteY151" fmla="*/ 363365 h 1699043"/>
              <a:gd name="connsiteX152" fmla="*/ 6228331 w 10232859"/>
              <a:gd name="connsiteY152" fmla="*/ 364034 h 1699043"/>
              <a:gd name="connsiteX153" fmla="*/ 6229602 w 10232859"/>
              <a:gd name="connsiteY153" fmla="*/ 363414 h 1699043"/>
              <a:gd name="connsiteX154" fmla="*/ 6258988 w 10232859"/>
              <a:gd name="connsiteY154" fmla="*/ 378660 h 1699043"/>
              <a:gd name="connsiteX155" fmla="*/ 6264106 w 10232859"/>
              <a:gd name="connsiteY155" fmla="*/ 379141 h 1699043"/>
              <a:gd name="connsiteX156" fmla="*/ 6281703 w 10232859"/>
              <a:gd name="connsiteY156" fmla="*/ 391054 h 1699043"/>
              <a:gd name="connsiteX157" fmla="*/ 6291622 w 10232859"/>
              <a:gd name="connsiteY157" fmla="*/ 396155 h 1699043"/>
              <a:gd name="connsiteX158" fmla="*/ 6292712 w 10232859"/>
              <a:gd name="connsiteY158" fmla="*/ 399771 h 1699043"/>
              <a:gd name="connsiteX159" fmla="*/ 6308227 w 10232859"/>
              <a:gd name="connsiteY159" fmla="*/ 406196 h 1699043"/>
              <a:gd name="connsiteX160" fmla="*/ 6328981 w 10232859"/>
              <a:gd name="connsiteY160" fmla="*/ 409495 h 1699043"/>
              <a:gd name="connsiteX161" fmla="*/ 6368693 w 10232859"/>
              <a:gd name="connsiteY161" fmla="*/ 417845 h 1699043"/>
              <a:gd name="connsiteX162" fmla="*/ 6414811 w 10232859"/>
              <a:gd name="connsiteY162" fmla="*/ 452200 h 1699043"/>
              <a:gd name="connsiteX163" fmla="*/ 6467879 w 10232859"/>
              <a:gd name="connsiteY163" fmla="*/ 468248 h 1699043"/>
              <a:gd name="connsiteX164" fmla="*/ 6564351 w 10232859"/>
              <a:gd name="connsiteY164" fmla="*/ 537518 h 1699043"/>
              <a:gd name="connsiteX165" fmla="*/ 6711178 w 10232859"/>
              <a:gd name="connsiteY165" fmla="*/ 573610 h 1699043"/>
              <a:gd name="connsiteX166" fmla="*/ 6764036 w 10232859"/>
              <a:gd name="connsiteY166" fmla="*/ 588943 h 1699043"/>
              <a:gd name="connsiteX167" fmla="*/ 6858983 w 10232859"/>
              <a:gd name="connsiteY167" fmla="*/ 623723 h 1699043"/>
              <a:gd name="connsiteX168" fmla="*/ 6910661 w 10232859"/>
              <a:gd name="connsiteY168" fmla="*/ 634620 h 1699043"/>
              <a:gd name="connsiteX169" fmla="*/ 6944111 w 10232859"/>
              <a:gd name="connsiteY169" fmla="*/ 659502 h 1699043"/>
              <a:gd name="connsiteX170" fmla="*/ 6965771 w 10232859"/>
              <a:gd name="connsiteY170" fmla="*/ 659931 h 1699043"/>
              <a:gd name="connsiteX171" fmla="*/ 6969639 w 10232859"/>
              <a:gd name="connsiteY171" fmla="*/ 659837 h 1699043"/>
              <a:gd name="connsiteX172" fmla="*/ 6982242 w 10232859"/>
              <a:gd name="connsiteY172" fmla="*/ 663112 h 1699043"/>
              <a:gd name="connsiteX173" fmla="*/ 6989387 w 10232859"/>
              <a:gd name="connsiteY173" fmla="*/ 659474 h 1699043"/>
              <a:gd name="connsiteX174" fmla="*/ 7010930 w 10232859"/>
              <a:gd name="connsiteY174" fmla="*/ 661134 h 1699043"/>
              <a:gd name="connsiteX175" fmla="*/ 7033125 w 10232859"/>
              <a:gd name="connsiteY175" fmla="*/ 668436 h 1699043"/>
              <a:gd name="connsiteX176" fmla="*/ 7134461 w 10232859"/>
              <a:gd name="connsiteY176" fmla="*/ 708192 h 1699043"/>
              <a:gd name="connsiteX177" fmla="*/ 7197450 w 10232859"/>
              <a:gd name="connsiteY177" fmla="*/ 729094 h 1699043"/>
              <a:gd name="connsiteX178" fmla="*/ 7225084 w 10232859"/>
              <a:gd name="connsiteY178" fmla="*/ 732505 h 1699043"/>
              <a:gd name="connsiteX179" fmla="*/ 7261183 w 10232859"/>
              <a:gd name="connsiteY179" fmla="*/ 740313 h 1699043"/>
              <a:gd name="connsiteX180" fmla="*/ 7327760 w 10232859"/>
              <a:gd name="connsiteY180" fmla="*/ 750586 h 1699043"/>
              <a:gd name="connsiteX181" fmla="*/ 7412222 w 10232859"/>
              <a:gd name="connsiteY181" fmla="*/ 770487 h 1699043"/>
              <a:gd name="connsiteX182" fmla="*/ 7457904 w 10232859"/>
              <a:gd name="connsiteY182" fmla="*/ 804321 h 1699043"/>
              <a:gd name="connsiteX183" fmla="*/ 7465795 w 10232859"/>
              <a:gd name="connsiteY183" fmla="*/ 802598 h 1699043"/>
              <a:gd name="connsiteX184" fmla="*/ 7505046 w 10232859"/>
              <a:gd name="connsiteY184" fmla="*/ 816517 h 1699043"/>
              <a:gd name="connsiteX185" fmla="*/ 7623220 w 10232859"/>
              <a:gd name="connsiteY185" fmla="*/ 888520 h 1699043"/>
              <a:gd name="connsiteX186" fmla="*/ 7700458 w 10232859"/>
              <a:gd name="connsiteY186" fmla="*/ 915079 h 1699043"/>
              <a:gd name="connsiteX187" fmla="*/ 7730988 w 10232859"/>
              <a:gd name="connsiteY187" fmla="*/ 920756 h 1699043"/>
              <a:gd name="connsiteX188" fmla="*/ 7781942 w 10232859"/>
              <a:gd name="connsiteY188" fmla="*/ 930503 h 1699043"/>
              <a:gd name="connsiteX189" fmla="*/ 7827704 w 10232859"/>
              <a:gd name="connsiteY189" fmla="*/ 928558 h 1699043"/>
              <a:gd name="connsiteX190" fmla="*/ 7912084 w 10232859"/>
              <a:gd name="connsiteY190" fmla="*/ 963800 h 1699043"/>
              <a:gd name="connsiteX191" fmla="*/ 7982264 w 10232859"/>
              <a:gd name="connsiteY191" fmla="*/ 975773 h 1699043"/>
              <a:gd name="connsiteX192" fmla="*/ 7991272 w 10232859"/>
              <a:gd name="connsiteY192" fmla="*/ 981104 h 1699043"/>
              <a:gd name="connsiteX193" fmla="*/ 8079795 w 10232859"/>
              <a:gd name="connsiteY193" fmla="*/ 982983 h 1699043"/>
              <a:gd name="connsiteX194" fmla="*/ 8150881 w 10232859"/>
              <a:gd name="connsiteY194" fmla="*/ 990411 h 1699043"/>
              <a:gd name="connsiteX195" fmla="*/ 8172106 w 10232859"/>
              <a:gd name="connsiteY195" fmla="*/ 990512 h 1699043"/>
              <a:gd name="connsiteX196" fmla="*/ 8196076 w 10232859"/>
              <a:gd name="connsiteY196" fmla="*/ 1000078 h 1699043"/>
              <a:gd name="connsiteX197" fmla="*/ 8247463 w 10232859"/>
              <a:gd name="connsiteY197" fmla="*/ 1016332 h 1699043"/>
              <a:gd name="connsiteX198" fmla="*/ 8279272 w 10232859"/>
              <a:gd name="connsiteY198" fmla="*/ 1032921 h 1699043"/>
              <a:gd name="connsiteX199" fmla="*/ 8289611 w 10232859"/>
              <a:gd name="connsiteY199" fmla="*/ 1028630 h 1699043"/>
              <a:gd name="connsiteX200" fmla="*/ 8311483 w 10232859"/>
              <a:gd name="connsiteY200" fmla="*/ 1029399 h 1699043"/>
              <a:gd name="connsiteX201" fmla="*/ 8399489 w 10232859"/>
              <a:gd name="connsiteY201" fmla="*/ 1048562 h 1699043"/>
              <a:gd name="connsiteX202" fmla="*/ 8415973 w 10232859"/>
              <a:gd name="connsiteY202" fmla="*/ 1049660 h 1699043"/>
              <a:gd name="connsiteX203" fmla="*/ 8433326 w 10232859"/>
              <a:gd name="connsiteY203" fmla="*/ 1057881 h 1699043"/>
              <a:gd name="connsiteX204" fmla="*/ 8502328 w 10232859"/>
              <a:gd name="connsiteY204" fmla="*/ 1091498 h 1699043"/>
              <a:gd name="connsiteX205" fmla="*/ 8534346 w 10232859"/>
              <a:gd name="connsiteY205" fmla="*/ 1106980 h 1699043"/>
              <a:gd name="connsiteX206" fmla="*/ 8534980 w 10232859"/>
              <a:gd name="connsiteY206" fmla="*/ 1110861 h 1699043"/>
              <a:gd name="connsiteX207" fmla="*/ 8544104 w 10232859"/>
              <a:gd name="connsiteY207" fmla="*/ 1108406 h 1699043"/>
              <a:gd name="connsiteX208" fmla="*/ 8567742 w 10232859"/>
              <a:gd name="connsiteY208" fmla="*/ 1117590 h 1699043"/>
              <a:gd name="connsiteX209" fmla="*/ 8633779 w 10232859"/>
              <a:gd name="connsiteY209" fmla="*/ 1139226 h 1699043"/>
              <a:gd name="connsiteX210" fmla="*/ 8676965 w 10232859"/>
              <a:gd name="connsiteY210" fmla="*/ 1156949 h 1699043"/>
              <a:gd name="connsiteX211" fmla="*/ 8698944 w 10232859"/>
              <a:gd name="connsiteY211" fmla="*/ 1156939 h 1699043"/>
              <a:gd name="connsiteX212" fmla="*/ 8751897 w 10232859"/>
              <a:gd name="connsiteY212" fmla="*/ 1190886 h 1699043"/>
              <a:gd name="connsiteX213" fmla="*/ 8834270 w 10232859"/>
              <a:gd name="connsiteY213" fmla="*/ 1206624 h 1699043"/>
              <a:gd name="connsiteX214" fmla="*/ 8853872 w 10232859"/>
              <a:gd name="connsiteY214" fmla="*/ 1214714 h 1699043"/>
              <a:gd name="connsiteX215" fmla="*/ 8861901 w 10232859"/>
              <a:gd name="connsiteY215" fmla="*/ 1211375 h 1699043"/>
              <a:gd name="connsiteX216" fmla="*/ 8874168 w 10232859"/>
              <a:gd name="connsiteY216" fmla="*/ 1213967 h 1699043"/>
              <a:gd name="connsiteX217" fmla="*/ 8871123 w 10232859"/>
              <a:gd name="connsiteY217" fmla="*/ 1221160 h 1699043"/>
              <a:gd name="connsiteX218" fmla="*/ 8903537 w 10232859"/>
              <a:gd name="connsiteY218" fmla="*/ 1230588 h 1699043"/>
              <a:gd name="connsiteX219" fmla="*/ 8933767 w 10232859"/>
              <a:gd name="connsiteY219" fmla="*/ 1263368 h 1699043"/>
              <a:gd name="connsiteX220" fmla="*/ 8985765 w 10232859"/>
              <a:gd name="connsiteY220" fmla="*/ 1287664 h 1699043"/>
              <a:gd name="connsiteX221" fmla="*/ 9071444 w 10232859"/>
              <a:gd name="connsiteY221" fmla="*/ 1317305 h 1699043"/>
              <a:gd name="connsiteX222" fmla="*/ 9096711 w 10232859"/>
              <a:gd name="connsiteY222" fmla="*/ 1327777 h 1699043"/>
              <a:gd name="connsiteX223" fmla="*/ 9338853 w 10232859"/>
              <a:gd name="connsiteY223" fmla="*/ 1448046 h 1699043"/>
              <a:gd name="connsiteX224" fmla="*/ 9520814 w 10232859"/>
              <a:gd name="connsiteY224" fmla="*/ 1449827 h 1699043"/>
              <a:gd name="connsiteX225" fmla="*/ 9702271 w 10232859"/>
              <a:gd name="connsiteY225" fmla="*/ 1488553 h 1699043"/>
              <a:gd name="connsiteX226" fmla="*/ 9744273 w 10232859"/>
              <a:gd name="connsiteY226" fmla="*/ 1523512 h 1699043"/>
              <a:gd name="connsiteX227" fmla="*/ 9771903 w 10232859"/>
              <a:gd name="connsiteY227" fmla="*/ 1530034 h 1699043"/>
              <a:gd name="connsiteX228" fmla="*/ 9818565 w 10232859"/>
              <a:gd name="connsiteY228" fmla="*/ 1538545 h 1699043"/>
              <a:gd name="connsiteX229" fmla="*/ 9882202 w 10232859"/>
              <a:gd name="connsiteY229" fmla="*/ 1565888 h 1699043"/>
              <a:gd name="connsiteX230" fmla="*/ 10022025 w 10232859"/>
              <a:gd name="connsiteY230" fmla="*/ 1599696 h 1699043"/>
              <a:gd name="connsiteX231" fmla="*/ 10220406 w 10232859"/>
              <a:gd name="connsiteY231" fmla="*/ 1677005 h 1699043"/>
              <a:gd name="connsiteX232" fmla="*/ 10232859 w 10232859"/>
              <a:gd name="connsiteY232" fmla="*/ 1699043 h 1699043"/>
              <a:gd name="connsiteX233" fmla="*/ 0 w 10232859"/>
              <a:gd name="connsiteY233" fmla="*/ 1699043 h 1699043"/>
              <a:gd name="connsiteX234" fmla="*/ 0 w 10232859"/>
              <a:gd name="connsiteY234" fmla="*/ 21828 h 1699043"/>
              <a:gd name="connsiteX235" fmla="*/ 8097 w 10232859"/>
              <a:gd name="connsiteY235" fmla="*/ 24355 h 1699043"/>
              <a:gd name="connsiteX236" fmla="*/ 77128 w 10232859"/>
              <a:gd name="connsiteY236" fmla="*/ 6867 h 1699043"/>
              <a:gd name="connsiteX237" fmla="*/ 188338 w 10232859"/>
              <a:gd name="connsiteY237" fmla="*/ 5079 h 1699043"/>
              <a:gd name="connsiteX238" fmla="*/ 298809 w 10232859"/>
              <a:gd name="connsiteY238" fmla="*/ 6198 h 1699043"/>
              <a:gd name="connsiteX239" fmla="*/ 338985 w 10232859"/>
              <a:gd name="connsiteY239" fmla="*/ 8006 h 1699043"/>
              <a:gd name="connsiteX240" fmla="*/ 409815 w 10232859"/>
              <a:gd name="connsiteY240" fmla="*/ 5045 h 169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10232859" h="1699043">
                <a:moveTo>
                  <a:pt x="409815" y="5045"/>
                </a:moveTo>
                <a:cubicBezTo>
                  <a:pt x="429370" y="4390"/>
                  <a:pt x="447350" y="1844"/>
                  <a:pt x="456316" y="4077"/>
                </a:cubicBezTo>
                <a:cubicBezTo>
                  <a:pt x="477158" y="7678"/>
                  <a:pt x="444163" y="18056"/>
                  <a:pt x="463611" y="18441"/>
                </a:cubicBezTo>
                <a:cubicBezTo>
                  <a:pt x="482411" y="11619"/>
                  <a:pt x="487072" y="29834"/>
                  <a:pt x="506289" y="21667"/>
                </a:cubicBezTo>
                <a:cubicBezTo>
                  <a:pt x="496843" y="8226"/>
                  <a:pt x="549409" y="22324"/>
                  <a:pt x="547180" y="10297"/>
                </a:cubicBezTo>
                <a:cubicBezTo>
                  <a:pt x="570685" y="26535"/>
                  <a:pt x="573306" y="5039"/>
                  <a:pt x="599180" y="9165"/>
                </a:cubicBezTo>
                <a:cubicBezTo>
                  <a:pt x="612602" y="15098"/>
                  <a:pt x="621179" y="15818"/>
                  <a:pt x="630247" y="8332"/>
                </a:cubicBezTo>
                <a:cubicBezTo>
                  <a:pt x="692592" y="37344"/>
                  <a:pt x="662498" y="8239"/>
                  <a:pt x="715463" y="18029"/>
                </a:cubicBezTo>
                <a:cubicBezTo>
                  <a:pt x="761811" y="28765"/>
                  <a:pt x="812435" y="34762"/>
                  <a:pt x="862866" y="63233"/>
                </a:cubicBezTo>
                <a:cubicBezTo>
                  <a:pt x="873066" y="71493"/>
                  <a:pt x="892555" y="73882"/>
                  <a:pt x="906400" y="68570"/>
                </a:cubicBezTo>
                <a:cubicBezTo>
                  <a:pt x="908782" y="67655"/>
                  <a:pt x="910904" y="66542"/>
                  <a:pt x="912698" y="65266"/>
                </a:cubicBezTo>
                <a:cubicBezTo>
                  <a:pt x="943729" y="85619"/>
                  <a:pt x="957570" y="74516"/>
                  <a:pt x="972936" y="88549"/>
                </a:cubicBezTo>
                <a:cubicBezTo>
                  <a:pt x="1016216" y="93123"/>
                  <a:pt x="1046982" y="78021"/>
                  <a:pt x="1061158" y="90302"/>
                </a:cubicBezTo>
                <a:cubicBezTo>
                  <a:pt x="1082487" y="88877"/>
                  <a:pt x="1108723" y="73289"/>
                  <a:pt x="1127764" y="86443"/>
                </a:cubicBezTo>
                <a:cubicBezTo>
                  <a:pt x="1127604" y="75222"/>
                  <a:pt x="1154212" y="94228"/>
                  <a:pt x="1165092" y="86517"/>
                </a:cubicBezTo>
                <a:cubicBezTo>
                  <a:pt x="1172532" y="79848"/>
                  <a:pt x="1182339" y="84060"/>
                  <a:pt x="1192274" y="84088"/>
                </a:cubicBezTo>
                <a:cubicBezTo>
                  <a:pt x="1203651" y="78585"/>
                  <a:pt x="1248434" y="85441"/>
                  <a:pt x="1261359" y="91263"/>
                </a:cubicBezTo>
                <a:cubicBezTo>
                  <a:pt x="1294377" y="112056"/>
                  <a:pt x="1348832" y="92888"/>
                  <a:pt x="1375826" y="108740"/>
                </a:cubicBezTo>
                <a:cubicBezTo>
                  <a:pt x="1384490" y="110842"/>
                  <a:pt x="1392528" y="111481"/>
                  <a:pt x="1400134" y="111208"/>
                </a:cubicBezTo>
                <a:lnTo>
                  <a:pt x="1420782" y="108347"/>
                </a:lnTo>
                <a:lnTo>
                  <a:pt x="1425360" y="103343"/>
                </a:lnTo>
                <a:lnTo>
                  <a:pt x="1438688" y="103900"/>
                </a:lnTo>
                <a:lnTo>
                  <a:pt x="1442183" y="103008"/>
                </a:lnTo>
                <a:cubicBezTo>
                  <a:pt x="1448852" y="101280"/>
                  <a:pt x="1455482" y="99738"/>
                  <a:pt x="1462271" y="98933"/>
                </a:cubicBezTo>
                <a:cubicBezTo>
                  <a:pt x="1460480" y="123023"/>
                  <a:pt x="1519712" y="96044"/>
                  <a:pt x="1506437" y="116084"/>
                </a:cubicBezTo>
                <a:cubicBezTo>
                  <a:pt x="1543421" y="115842"/>
                  <a:pt x="1521082" y="134981"/>
                  <a:pt x="1559721" y="115918"/>
                </a:cubicBezTo>
                <a:cubicBezTo>
                  <a:pt x="1622424" y="132591"/>
                  <a:pt x="1709577" y="121173"/>
                  <a:pt x="1763086" y="148431"/>
                </a:cubicBezTo>
                <a:cubicBezTo>
                  <a:pt x="1815897" y="152158"/>
                  <a:pt x="1869650" y="152419"/>
                  <a:pt x="1909571" y="158571"/>
                </a:cubicBezTo>
                <a:cubicBezTo>
                  <a:pt x="1944577" y="152584"/>
                  <a:pt x="1963780" y="165894"/>
                  <a:pt x="2002612" y="185342"/>
                </a:cubicBezTo>
                <a:cubicBezTo>
                  <a:pt x="2057542" y="188412"/>
                  <a:pt x="2102353" y="209660"/>
                  <a:pt x="2155278" y="197824"/>
                </a:cubicBezTo>
                <a:cubicBezTo>
                  <a:pt x="2158165" y="201469"/>
                  <a:pt x="2161968" y="204456"/>
                  <a:pt x="2166398" y="206965"/>
                </a:cubicBezTo>
                <a:lnTo>
                  <a:pt x="2180455" y="212894"/>
                </a:lnTo>
                <a:lnTo>
                  <a:pt x="2182638" y="212313"/>
                </a:lnTo>
                <a:cubicBezTo>
                  <a:pt x="2191756" y="211797"/>
                  <a:pt x="2196930" y="213146"/>
                  <a:pt x="2200348" y="215316"/>
                </a:cubicBezTo>
                <a:lnTo>
                  <a:pt x="2203307" y="218590"/>
                </a:lnTo>
                <a:lnTo>
                  <a:pt x="2215170" y="221472"/>
                </a:lnTo>
                <a:lnTo>
                  <a:pt x="2237765" y="229357"/>
                </a:lnTo>
                <a:lnTo>
                  <a:pt x="2242719" y="228760"/>
                </a:lnTo>
                <a:lnTo>
                  <a:pt x="2277928" y="237427"/>
                </a:lnTo>
                <a:lnTo>
                  <a:pt x="2278759" y="236563"/>
                </a:lnTo>
                <a:cubicBezTo>
                  <a:pt x="2281421" y="234823"/>
                  <a:pt x="2284901" y="233911"/>
                  <a:pt x="2290187" y="234709"/>
                </a:cubicBezTo>
                <a:cubicBezTo>
                  <a:pt x="2304405" y="231655"/>
                  <a:pt x="2345628" y="219494"/>
                  <a:pt x="2364066" y="218237"/>
                </a:cubicBezTo>
                <a:cubicBezTo>
                  <a:pt x="2375743" y="221506"/>
                  <a:pt x="2388068" y="224536"/>
                  <a:pt x="2400814" y="227165"/>
                </a:cubicBezTo>
                <a:lnTo>
                  <a:pt x="2408414" y="228429"/>
                </a:lnTo>
                <a:lnTo>
                  <a:pt x="2408650" y="228234"/>
                </a:lnTo>
                <a:cubicBezTo>
                  <a:pt x="2410483" y="228038"/>
                  <a:pt x="2413050" y="228278"/>
                  <a:pt x="2416835" y="229128"/>
                </a:cubicBezTo>
                <a:lnTo>
                  <a:pt x="2422271" y="230733"/>
                </a:lnTo>
                <a:lnTo>
                  <a:pt x="2490341" y="211074"/>
                </a:lnTo>
                <a:cubicBezTo>
                  <a:pt x="2529316" y="208871"/>
                  <a:pt x="2549401" y="191268"/>
                  <a:pt x="2588929" y="200980"/>
                </a:cubicBezTo>
                <a:cubicBezTo>
                  <a:pt x="2625398" y="198847"/>
                  <a:pt x="2654940" y="190424"/>
                  <a:pt x="2687426" y="193848"/>
                </a:cubicBezTo>
                <a:cubicBezTo>
                  <a:pt x="2698335" y="187864"/>
                  <a:pt x="2709521" y="185129"/>
                  <a:pt x="2723517" y="192652"/>
                </a:cubicBezTo>
                <a:cubicBezTo>
                  <a:pt x="2756835" y="188350"/>
                  <a:pt x="2761531" y="176438"/>
                  <a:pt x="2785956" y="184404"/>
                </a:cubicBezTo>
                <a:cubicBezTo>
                  <a:pt x="2799369" y="164864"/>
                  <a:pt x="2802708" y="171921"/>
                  <a:pt x="2813378" y="176833"/>
                </a:cubicBezTo>
                <a:lnTo>
                  <a:pt x="2814782" y="177153"/>
                </a:lnTo>
                <a:lnTo>
                  <a:pt x="2816580" y="174366"/>
                </a:lnTo>
                <a:lnTo>
                  <a:pt x="2821623" y="172875"/>
                </a:lnTo>
                <a:lnTo>
                  <a:pt x="2836688" y="172971"/>
                </a:lnTo>
                <a:lnTo>
                  <a:pt x="2842564" y="173695"/>
                </a:lnTo>
                <a:cubicBezTo>
                  <a:pt x="2846534" y="173937"/>
                  <a:pt x="2849070" y="173769"/>
                  <a:pt x="2850712" y="173290"/>
                </a:cubicBezTo>
                <a:cubicBezTo>
                  <a:pt x="2850757" y="173214"/>
                  <a:pt x="2850801" y="173138"/>
                  <a:pt x="2850846" y="173062"/>
                </a:cubicBezTo>
                <a:lnTo>
                  <a:pt x="2858611" y="173112"/>
                </a:lnTo>
                <a:cubicBezTo>
                  <a:pt x="2871867" y="173694"/>
                  <a:pt x="2884913" y="174736"/>
                  <a:pt x="2897454" y="176114"/>
                </a:cubicBezTo>
                <a:cubicBezTo>
                  <a:pt x="2903755" y="163406"/>
                  <a:pt x="2952342" y="175773"/>
                  <a:pt x="2940369" y="152944"/>
                </a:cubicBezTo>
                <a:cubicBezTo>
                  <a:pt x="2957076" y="154120"/>
                  <a:pt x="2969777" y="163235"/>
                  <a:pt x="2959670" y="148367"/>
                </a:cubicBezTo>
                <a:cubicBezTo>
                  <a:pt x="2965032" y="148320"/>
                  <a:pt x="2967900" y="146880"/>
                  <a:pt x="2969615" y="144755"/>
                </a:cubicBezTo>
                <a:lnTo>
                  <a:pt x="2970000" y="143776"/>
                </a:lnTo>
                <a:lnTo>
                  <a:pt x="3007272" y="146766"/>
                </a:lnTo>
                <a:lnTo>
                  <a:pt x="3011677" y="145404"/>
                </a:lnTo>
                <a:lnTo>
                  <a:pt x="3036668" y="149604"/>
                </a:lnTo>
                <a:lnTo>
                  <a:pt x="3049208" y="150573"/>
                </a:lnTo>
                <a:lnTo>
                  <a:pt x="3053517" y="153322"/>
                </a:lnTo>
                <a:cubicBezTo>
                  <a:pt x="3057746" y="154918"/>
                  <a:pt x="3063258" y="155431"/>
                  <a:pt x="3071637" y="153496"/>
                </a:cubicBezTo>
                <a:lnTo>
                  <a:pt x="3110077" y="149202"/>
                </a:lnTo>
                <a:lnTo>
                  <a:pt x="3173743" y="159581"/>
                </a:lnTo>
                <a:cubicBezTo>
                  <a:pt x="3203872" y="159443"/>
                  <a:pt x="3205720" y="152598"/>
                  <a:pt x="3254203" y="151756"/>
                </a:cubicBezTo>
                <a:cubicBezTo>
                  <a:pt x="3298520" y="170671"/>
                  <a:pt x="3274378" y="179402"/>
                  <a:pt x="3380350" y="151151"/>
                </a:cubicBezTo>
                <a:cubicBezTo>
                  <a:pt x="3433470" y="157383"/>
                  <a:pt x="3409905" y="153931"/>
                  <a:pt x="3476147" y="170925"/>
                </a:cubicBezTo>
                <a:cubicBezTo>
                  <a:pt x="3495624" y="172754"/>
                  <a:pt x="3573433" y="153024"/>
                  <a:pt x="3581876" y="150448"/>
                </a:cubicBezTo>
                <a:cubicBezTo>
                  <a:pt x="3645019" y="168821"/>
                  <a:pt x="3637816" y="143953"/>
                  <a:pt x="3704761" y="150492"/>
                </a:cubicBezTo>
                <a:cubicBezTo>
                  <a:pt x="3732481" y="125722"/>
                  <a:pt x="3720202" y="148011"/>
                  <a:pt x="3755040" y="141978"/>
                </a:cubicBezTo>
                <a:cubicBezTo>
                  <a:pt x="3751742" y="163732"/>
                  <a:pt x="3795265" y="127963"/>
                  <a:pt x="3804689" y="151893"/>
                </a:cubicBezTo>
                <a:cubicBezTo>
                  <a:pt x="3810732" y="150037"/>
                  <a:pt x="3816287" y="147485"/>
                  <a:pt x="3821793" y="144743"/>
                </a:cubicBezTo>
                <a:lnTo>
                  <a:pt x="3824682" y="143319"/>
                </a:lnTo>
                <a:lnTo>
                  <a:pt x="3837536" y="141778"/>
                </a:lnTo>
                <a:lnTo>
                  <a:pt x="3839550" y="136147"/>
                </a:lnTo>
                <a:lnTo>
                  <a:pt x="3857743" y="130104"/>
                </a:lnTo>
                <a:cubicBezTo>
                  <a:pt x="3864805" y="128643"/>
                  <a:pt x="3872697" y="128011"/>
                  <a:pt x="3881852" y="128717"/>
                </a:cubicBezTo>
                <a:cubicBezTo>
                  <a:pt x="3914678" y="140047"/>
                  <a:pt x="3949962" y="139745"/>
                  <a:pt x="3998088" y="127932"/>
                </a:cubicBezTo>
                <a:cubicBezTo>
                  <a:pt x="4012987" y="131622"/>
                  <a:pt x="4058471" y="131332"/>
                  <a:pt x="4066682" y="124147"/>
                </a:cubicBezTo>
                <a:cubicBezTo>
                  <a:pt x="4076084" y="122618"/>
                  <a:pt x="4087294" y="125216"/>
                  <a:pt x="4091246" y="117503"/>
                </a:cubicBezTo>
                <a:cubicBezTo>
                  <a:pt x="4097972" y="108229"/>
                  <a:pt x="4131886" y="122717"/>
                  <a:pt x="4126556" y="111725"/>
                </a:cubicBezTo>
                <a:cubicBezTo>
                  <a:pt x="4150620" y="121653"/>
                  <a:pt x="4168222" y="102239"/>
                  <a:pt x="4187717" y="97496"/>
                </a:cubicBezTo>
                <a:cubicBezTo>
                  <a:pt x="4197248" y="102415"/>
                  <a:pt x="4207541" y="99960"/>
                  <a:pt x="4220826" y="95991"/>
                </a:cubicBezTo>
                <a:lnTo>
                  <a:pt x="4239014" y="90840"/>
                </a:lnTo>
                <a:lnTo>
                  <a:pt x="4246653" y="91360"/>
                </a:lnTo>
                <a:cubicBezTo>
                  <a:pt x="4255895" y="91263"/>
                  <a:pt x="4264334" y="90629"/>
                  <a:pt x="4271841" y="90188"/>
                </a:cubicBezTo>
                <a:lnTo>
                  <a:pt x="4286277" y="90173"/>
                </a:lnTo>
                <a:lnTo>
                  <a:pt x="4292025" y="90407"/>
                </a:lnTo>
                <a:lnTo>
                  <a:pt x="4304713" y="95673"/>
                </a:lnTo>
                <a:lnTo>
                  <a:pt x="4321285" y="93560"/>
                </a:lnTo>
                <a:lnTo>
                  <a:pt x="4339561" y="98806"/>
                </a:lnTo>
                <a:cubicBezTo>
                  <a:pt x="4340668" y="97273"/>
                  <a:pt x="4342159" y="95846"/>
                  <a:pt x="4343990" y="94576"/>
                </a:cubicBezTo>
                <a:lnTo>
                  <a:pt x="4358885" y="90264"/>
                </a:lnTo>
                <a:lnTo>
                  <a:pt x="4371648" y="95312"/>
                </a:lnTo>
                <a:cubicBezTo>
                  <a:pt x="4372251" y="86927"/>
                  <a:pt x="4386448" y="96257"/>
                  <a:pt x="4398380" y="98447"/>
                </a:cubicBezTo>
                <a:lnTo>
                  <a:pt x="4405729" y="97677"/>
                </a:lnTo>
                <a:lnTo>
                  <a:pt x="4431408" y="104311"/>
                </a:lnTo>
                <a:cubicBezTo>
                  <a:pt x="4445462" y="106988"/>
                  <a:pt x="4459011" y="108715"/>
                  <a:pt x="4472183" y="109916"/>
                </a:cubicBezTo>
                <a:lnTo>
                  <a:pt x="4518828" y="112600"/>
                </a:lnTo>
                <a:lnTo>
                  <a:pt x="4532040" y="117793"/>
                </a:lnTo>
                <a:cubicBezTo>
                  <a:pt x="4562193" y="123492"/>
                  <a:pt x="4598554" y="117583"/>
                  <a:pt x="4617778" y="130479"/>
                </a:cubicBezTo>
                <a:cubicBezTo>
                  <a:pt x="4626259" y="133024"/>
                  <a:pt x="4634242" y="134080"/>
                  <a:pt x="4641872" y="134207"/>
                </a:cubicBezTo>
                <a:lnTo>
                  <a:pt x="4662766" y="132438"/>
                </a:lnTo>
                <a:lnTo>
                  <a:pt x="4667770" y="127694"/>
                </a:lnTo>
                <a:lnTo>
                  <a:pt x="4681052" y="128947"/>
                </a:lnTo>
                <a:lnTo>
                  <a:pt x="4684624" y="128241"/>
                </a:lnTo>
                <a:cubicBezTo>
                  <a:pt x="4691441" y="126869"/>
                  <a:pt x="4698205" y="125683"/>
                  <a:pt x="4705061" y="125234"/>
                </a:cubicBezTo>
                <a:cubicBezTo>
                  <a:pt x="4701197" y="149124"/>
                  <a:pt x="4762747" y="125360"/>
                  <a:pt x="4747746" y="144617"/>
                </a:cubicBezTo>
                <a:cubicBezTo>
                  <a:pt x="4784752" y="146312"/>
                  <a:pt x="4823070" y="154053"/>
                  <a:pt x="4867014" y="164145"/>
                </a:cubicBezTo>
                <a:cubicBezTo>
                  <a:pt x="4928279" y="184021"/>
                  <a:pt x="4950439" y="160303"/>
                  <a:pt x="5001600" y="190239"/>
                </a:cubicBezTo>
                <a:cubicBezTo>
                  <a:pt x="5054087" y="196711"/>
                  <a:pt x="5076576" y="177858"/>
                  <a:pt x="5115965" y="186069"/>
                </a:cubicBezTo>
                <a:cubicBezTo>
                  <a:pt x="5141248" y="210877"/>
                  <a:pt x="5145689" y="221876"/>
                  <a:pt x="5193957" y="229364"/>
                </a:cubicBezTo>
                <a:cubicBezTo>
                  <a:pt x="5248620" y="235290"/>
                  <a:pt x="5221967" y="272312"/>
                  <a:pt x="5275907" y="263295"/>
                </a:cubicBezTo>
                <a:cubicBezTo>
                  <a:pt x="5278478" y="267074"/>
                  <a:pt x="5340662" y="273630"/>
                  <a:pt x="5344878" y="276360"/>
                </a:cubicBezTo>
                <a:lnTo>
                  <a:pt x="5413398" y="276235"/>
                </a:lnTo>
                <a:lnTo>
                  <a:pt x="5415629" y="275768"/>
                </a:lnTo>
                <a:cubicBezTo>
                  <a:pt x="5424792" y="275732"/>
                  <a:pt x="5429850" y="277347"/>
                  <a:pt x="5433078" y="279684"/>
                </a:cubicBezTo>
                <a:lnTo>
                  <a:pt x="5435759" y="283100"/>
                </a:lnTo>
                <a:lnTo>
                  <a:pt x="5447372" y="286587"/>
                </a:lnTo>
                <a:lnTo>
                  <a:pt x="5469289" y="295620"/>
                </a:lnTo>
                <a:lnTo>
                  <a:pt x="5508752" y="305753"/>
                </a:lnTo>
                <a:lnTo>
                  <a:pt x="5509657" y="304936"/>
                </a:lnTo>
                <a:cubicBezTo>
                  <a:pt x="5512470" y="303344"/>
                  <a:pt x="5516028" y="302619"/>
                  <a:pt x="5521245" y="303688"/>
                </a:cubicBezTo>
                <a:cubicBezTo>
                  <a:pt x="5535725" y="301391"/>
                  <a:pt x="5577993" y="291441"/>
                  <a:pt x="5596538" y="291153"/>
                </a:cubicBezTo>
                <a:cubicBezTo>
                  <a:pt x="5607932" y="295018"/>
                  <a:pt x="5619996" y="298677"/>
                  <a:pt x="5632514" y="301962"/>
                </a:cubicBezTo>
                <a:lnTo>
                  <a:pt x="5640005" y="303617"/>
                </a:lnTo>
                <a:lnTo>
                  <a:pt x="5640259" y="303435"/>
                </a:lnTo>
                <a:cubicBezTo>
                  <a:pt x="5642108" y="303337"/>
                  <a:pt x="5644653" y="303709"/>
                  <a:pt x="5648365" y="304754"/>
                </a:cubicBezTo>
                <a:lnTo>
                  <a:pt x="5653662" y="306635"/>
                </a:lnTo>
                <a:lnTo>
                  <a:pt x="5668196" y="309846"/>
                </a:lnTo>
                <a:lnTo>
                  <a:pt x="5673886" y="309526"/>
                </a:lnTo>
                <a:lnTo>
                  <a:pt x="5677139" y="307345"/>
                </a:lnTo>
                <a:lnTo>
                  <a:pt x="5708983" y="306674"/>
                </a:lnTo>
                <a:cubicBezTo>
                  <a:pt x="5728308" y="319040"/>
                  <a:pt x="5739318" y="309097"/>
                  <a:pt x="5773909" y="312061"/>
                </a:cubicBezTo>
                <a:cubicBezTo>
                  <a:pt x="5783376" y="321860"/>
                  <a:pt x="5795690" y="321672"/>
                  <a:pt x="5809500" y="318450"/>
                </a:cubicBezTo>
                <a:cubicBezTo>
                  <a:pt x="5839093" y="328324"/>
                  <a:pt x="5872263" y="326728"/>
                  <a:pt x="5908729" y="332335"/>
                </a:cubicBezTo>
                <a:cubicBezTo>
                  <a:pt x="5951727" y="334879"/>
                  <a:pt x="5963099" y="350288"/>
                  <a:pt x="5990524" y="350618"/>
                </a:cubicBezTo>
                <a:cubicBezTo>
                  <a:pt x="5991234" y="376742"/>
                  <a:pt x="6028592" y="335241"/>
                  <a:pt x="6029302" y="361365"/>
                </a:cubicBezTo>
                <a:lnTo>
                  <a:pt x="6086225" y="339621"/>
                </a:lnTo>
                <a:lnTo>
                  <a:pt x="6105063" y="347340"/>
                </a:lnTo>
                <a:cubicBezTo>
                  <a:pt x="6123220" y="350768"/>
                  <a:pt x="6176633" y="357519"/>
                  <a:pt x="6195166" y="360190"/>
                </a:cubicBezTo>
                <a:cubicBezTo>
                  <a:pt x="6208491" y="366896"/>
                  <a:pt x="6210739" y="378331"/>
                  <a:pt x="6216259" y="363365"/>
                </a:cubicBezTo>
                <a:cubicBezTo>
                  <a:pt x="6220943" y="365191"/>
                  <a:pt x="6224807" y="365077"/>
                  <a:pt x="6228331" y="364034"/>
                </a:cubicBezTo>
                <a:lnTo>
                  <a:pt x="6229602" y="363414"/>
                </a:lnTo>
                <a:lnTo>
                  <a:pt x="6258988" y="378660"/>
                </a:lnTo>
                <a:lnTo>
                  <a:pt x="6264106" y="379141"/>
                </a:lnTo>
                <a:lnTo>
                  <a:pt x="6281703" y="391054"/>
                </a:lnTo>
                <a:lnTo>
                  <a:pt x="6291622" y="396155"/>
                </a:lnTo>
                <a:lnTo>
                  <a:pt x="6292712" y="399771"/>
                </a:lnTo>
                <a:cubicBezTo>
                  <a:pt x="6294843" y="402467"/>
                  <a:pt x="6299119" y="404777"/>
                  <a:pt x="6308227" y="406196"/>
                </a:cubicBezTo>
                <a:lnTo>
                  <a:pt x="6328981" y="409495"/>
                </a:lnTo>
                <a:lnTo>
                  <a:pt x="6368693" y="417845"/>
                </a:lnTo>
                <a:cubicBezTo>
                  <a:pt x="6371618" y="421064"/>
                  <a:pt x="6413995" y="448260"/>
                  <a:pt x="6414811" y="452200"/>
                </a:cubicBezTo>
                <a:cubicBezTo>
                  <a:pt x="6472474" y="452324"/>
                  <a:pt x="6416366" y="454044"/>
                  <a:pt x="6467879" y="468248"/>
                </a:cubicBezTo>
                <a:cubicBezTo>
                  <a:pt x="6497136" y="485368"/>
                  <a:pt x="6544744" y="499929"/>
                  <a:pt x="6564351" y="537518"/>
                </a:cubicBezTo>
                <a:cubicBezTo>
                  <a:pt x="6600774" y="544284"/>
                  <a:pt x="6683084" y="572586"/>
                  <a:pt x="6711178" y="573610"/>
                </a:cubicBezTo>
                <a:cubicBezTo>
                  <a:pt x="6726278" y="581783"/>
                  <a:pt x="6766796" y="600843"/>
                  <a:pt x="6764036" y="588943"/>
                </a:cubicBezTo>
                <a:cubicBezTo>
                  <a:pt x="6830367" y="591215"/>
                  <a:pt x="6834546" y="616110"/>
                  <a:pt x="6858983" y="623723"/>
                </a:cubicBezTo>
                <a:cubicBezTo>
                  <a:pt x="6883420" y="631336"/>
                  <a:pt x="6874724" y="627173"/>
                  <a:pt x="6910661" y="634620"/>
                </a:cubicBezTo>
                <a:cubicBezTo>
                  <a:pt x="6886933" y="650238"/>
                  <a:pt x="6958918" y="637790"/>
                  <a:pt x="6944111" y="659502"/>
                </a:cubicBezTo>
                <a:cubicBezTo>
                  <a:pt x="6951121" y="660169"/>
                  <a:pt x="6958378" y="660132"/>
                  <a:pt x="6965771" y="659931"/>
                </a:cubicBezTo>
                <a:lnTo>
                  <a:pt x="6969639" y="659837"/>
                </a:lnTo>
                <a:lnTo>
                  <a:pt x="6982242" y="663112"/>
                </a:lnTo>
                <a:lnTo>
                  <a:pt x="6989387" y="659474"/>
                </a:lnTo>
                <a:lnTo>
                  <a:pt x="7010930" y="661134"/>
                </a:lnTo>
                <a:cubicBezTo>
                  <a:pt x="7018443" y="662461"/>
                  <a:pt x="7025878" y="664712"/>
                  <a:pt x="7033125" y="668436"/>
                </a:cubicBezTo>
                <a:cubicBezTo>
                  <a:pt x="7050655" y="688564"/>
                  <a:pt x="7113778" y="682286"/>
                  <a:pt x="7134461" y="708192"/>
                </a:cubicBezTo>
                <a:cubicBezTo>
                  <a:pt x="7143815" y="716210"/>
                  <a:pt x="7183449" y="731779"/>
                  <a:pt x="7197450" y="729094"/>
                </a:cubicBezTo>
                <a:cubicBezTo>
                  <a:pt x="7207053" y="731180"/>
                  <a:pt x="7214263" y="737074"/>
                  <a:pt x="7225084" y="732505"/>
                </a:cubicBezTo>
                <a:cubicBezTo>
                  <a:pt x="7239802" y="727692"/>
                  <a:pt x="7255247" y="750633"/>
                  <a:pt x="7261183" y="740313"/>
                </a:cubicBezTo>
                <a:cubicBezTo>
                  <a:pt x="7272476" y="756319"/>
                  <a:pt x="7306339" y="747471"/>
                  <a:pt x="7327760" y="750586"/>
                </a:cubicBezTo>
                <a:cubicBezTo>
                  <a:pt x="7334820" y="764783"/>
                  <a:pt x="7372804" y="757321"/>
                  <a:pt x="7412222" y="770487"/>
                </a:cubicBezTo>
                <a:cubicBezTo>
                  <a:pt x="7419482" y="786537"/>
                  <a:pt x="7438908" y="779230"/>
                  <a:pt x="7457904" y="804321"/>
                </a:cubicBezTo>
                <a:cubicBezTo>
                  <a:pt x="7460334" y="803523"/>
                  <a:pt x="7462991" y="802942"/>
                  <a:pt x="7465795" y="802598"/>
                </a:cubicBezTo>
                <a:cubicBezTo>
                  <a:pt x="7482080" y="800599"/>
                  <a:pt x="7499653" y="806831"/>
                  <a:pt x="7505046" y="816517"/>
                </a:cubicBezTo>
                <a:cubicBezTo>
                  <a:pt x="7538417" y="853074"/>
                  <a:pt x="7584173" y="869067"/>
                  <a:pt x="7623220" y="888520"/>
                </a:cubicBezTo>
                <a:cubicBezTo>
                  <a:pt x="7669184" y="908475"/>
                  <a:pt x="7655844" y="875556"/>
                  <a:pt x="7700458" y="915079"/>
                </a:cubicBezTo>
                <a:cubicBezTo>
                  <a:pt x="7713299" y="910096"/>
                  <a:pt x="7721213" y="912537"/>
                  <a:pt x="7730988" y="920756"/>
                </a:cubicBezTo>
                <a:cubicBezTo>
                  <a:pt x="7753798" y="929904"/>
                  <a:pt x="7768001" y="910742"/>
                  <a:pt x="7781942" y="930503"/>
                </a:cubicBezTo>
                <a:cubicBezTo>
                  <a:pt x="7786314" y="919014"/>
                  <a:pt x="7829555" y="942839"/>
                  <a:pt x="7827704" y="928558"/>
                </a:cubicBezTo>
                <a:cubicBezTo>
                  <a:pt x="7849394" y="934107"/>
                  <a:pt x="7886324" y="955931"/>
                  <a:pt x="7912084" y="963800"/>
                </a:cubicBezTo>
                <a:cubicBezTo>
                  <a:pt x="7931225" y="978091"/>
                  <a:pt x="7944890" y="969299"/>
                  <a:pt x="7982264" y="975773"/>
                </a:cubicBezTo>
                <a:lnTo>
                  <a:pt x="7991272" y="981104"/>
                </a:lnTo>
                <a:lnTo>
                  <a:pt x="8079795" y="982983"/>
                </a:lnTo>
                <a:cubicBezTo>
                  <a:pt x="8106396" y="984534"/>
                  <a:pt x="8123279" y="987466"/>
                  <a:pt x="8150881" y="990411"/>
                </a:cubicBezTo>
                <a:cubicBezTo>
                  <a:pt x="8155184" y="995435"/>
                  <a:pt x="8170794" y="995512"/>
                  <a:pt x="8172106" y="990512"/>
                </a:cubicBezTo>
                <a:cubicBezTo>
                  <a:pt x="8178349" y="993790"/>
                  <a:pt x="8190057" y="1007072"/>
                  <a:pt x="8196076" y="1000078"/>
                </a:cubicBezTo>
                <a:cubicBezTo>
                  <a:pt x="8214144" y="1004259"/>
                  <a:pt x="8231408" y="1009730"/>
                  <a:pt x="8247463" y="1016332"/>
                </a:cubicBezTo>
                <a:lnTo>
                  <a:pt x="8279272" y="1032921"/>
                </a:lnTo>
                <a:lnTo>
                  <a:pt x="8289611" y="1028630"/>
                </a:lnTo>
                <a:cubicBezTo>
                  <a:pt x="8296281" y="1026812"/>
                  <a:pt x="8303468" y="1026422"/>
                  <a:pt x="8311483" y="1029399"/>
                </a:cubicBezTo>
                <a:cubicBezTo>
                  <a:pt x="8353073" y="1061234"/>
                  <a:pt x="8320764" y="1016490"/>
                  <a:pt x="8399489" y="1048562"/>
                </a:cubicBezTo>
                <a:cubicBezTo>
                  <a:pt x="8402160" y="1052480"/>
                  <a:pt x="8414285" y="1053290"/>
                  <a:pt x="8415973" y="1049660"/>
                </a:cubicBezTo>
                <a:cubicBezTo>
                  <a:pt x="8420389" y="1052382"/>
                  <a:pt x="8427708" y="1062757"/>
                  <a:pt x="8433326" y="1057881"/>
                </a:cubicBezTo>
                <a:cubicBezTo>
                  <a:pt x="8460295" y="1065796"/>
                  <a:pt x="8484063" y="1077374"/>
                  <a:pt x="8502328" y="1091498"/>
                </a:cubicBezTo>
                <a:cubicBezTo>
                  <a:pt x="8531547" y="1095185"/>
                  <a:pt x="8534164" y="1100958"/>
                  <a:pt x="8534346" y="1106980"/>
                </a:cubicBezTo>
                <a:cubicBezTo>
                  <a:pt x="8534557" y="1108274"/>
                  <a:pt x="8534769" y="1109567"/>
                  <a:pt x="8534980" y="1110861"/>
                </a:cubicBezTo>
                <a:lnTo>
                  <a:pt x="8544104" y="1108406"/>
                </a:lnTo>
                <a:cubicBezTo>
                  <a:pt x="8553358" y="1107980"/>
                  <a:pt x="8560970" y="1111788"/>
                  <a:pt x="8567742" y="1117590"/>
                </a:cubicBezTo>
                <a:lnTo>
                  <a:pt x="8633779" y="1139226"/>
                </a:lnTo>
                <a:cubicBezTo>
                  <a:pt x="8631667" y="1160202"/>
                  <a:pt x="8667456" y="1147793"/>
                  <a:pt x="8676965" y="1156949"/>
                </a:cubicBezTo>
                <a:cubicBezTo>
                  <a:pt x="8686287" y="1153629"/>
                  <a:pt x="8693306" y="1154163"/>
                  <a:pt x="8698944" y="1156939"/>
                </a:cubicBezTo>
                <a:lnTo>
                  <a:pt x="8751897" y="1190886"/>
                </a:lnTo>
                <a:cubicBezTo>
                  <a:pt x="8774451" y="1199167"/>
                  <a:pt x="8817274" y="1202653"/>
                  <a:pt x="8834270" y="1206624"/>
                </a:cubicBezTo>
                <a:lnTo>
                  <a:pt x="8853872" y="1214714"/>
                </a:lnTo>
                <a:lnTo>
                  <a:pt x="8861901" y="1211375"/>
                </a:lnTo>
                <a:lnTo>
                  <a:pt x="8874168" y="1213967"/>
                </a:lnTo>
                <a:lnTo>
                  <a:pt x="8871123" y="1221160"/>
                </a:lnTo>
                <a:lnTo>
                  <a:pt x="8903537" y="1230588"/>
                </a:lnTo>
                <a:cubicBezTo>
                  <a:pt x="8927391" y="1238223"/>
                  <a:pt x="8944740" y="1247326"/>
                  <a:pt x="8933767" y="1263368"/>
                </a:cubicBezTo>
                <a:cubicBezTo>
                  <a:pt x="8934120" y="1285491"/>
                  <a:pt x="8996547" y="1266466"/>
                  <a:pt x="8985765" y="1287664"/>
                </a:cubicBezTo>
                <a:cubicBezTo>
                  <a:pt x="9013243" y="1278923"/>
                  <a:pt x="9037732" y="1309948"/>
                  <a:pt x="9071444" y="1317305"/>
                </a:cubicBezTo>
                <a:cubicBezTo>
                  <a:pt x="9072853" y="1328357"/>
                  <a:pt x="9080775" y="1329726"/>
                  <a:pt x="9096711" y="1327777"/>
                </a:cubicBezTo>
                <a:cubicBezTo>
                  <a:pt x="9206252" y="1348526"/>
                  <a:pt x="9301825" y="1489393"/>
                  <a:pt x="9338853" y="1448046"/>
                </a:cubicBezTo>
                <a:cubicBezTo>
                  <a:pt x="9364628" y="1453029"/>
                  <a:pt x="9440704" y="1458325"/>
                  <a:pt x="9520814" y="1449827"/>
                </a:cubicBezTo>
                <a:cubicBezTo>
                  <a:pt x="9536849" y="1478455"/>
                  <a:pt x="9672877" y="1480312"/>
                  <a:pt x="9702271" y="1488553"/>
                </a:cubicBezTo>
                <a:cubicBezTo>
                  <a:pt x="9702279" y="1504784"/>
                  <a:pt x="9757099" y="1502097"/>
                  <a:pt x="9744273" y="1523512"/>
                </a:cubicBezTo>
                <a:cubicBezTo>
                  <a:pt x="9746944" y="1534160"/>
                  <a:pt x="9761818" y="1537070"/>
                  <a:pt x="9771903" y="1530034"/>
                </a:cubicBezTo>
                <a:cubicBezTo>
                  <a:pt x="9788959" y="1535562"/>
                  <a:pt x="9795727" y="1548881"/>
                  <a:pt x="9818565" y="1538545"/>
                </a:cubicBezTo>
                <a:cubicBezTo>
                  <a:pt x="9842216" y="1545630"/>
                  <a:pt x="9854597" y="1583514"/>
                  <a:pt x="9882202" y="1565888"/>
                </a:cubicBezTo>
                <a:cubicBezTo>
                  <a:pt x="9890497" y="1603508"/>
                  <a:pt x="9975093" y="1584109"/>
                  <a:pt x="10022025" y="1599696"/>
                </a:cubicBezTo>
                <a:cubicBezTo>
                  <a:pt x="10087599" y="1644100"/>
                  <a:pt x="10182002" y="1632879"/>
                  <a:pt x="10220406" y="1677005"/>
                </a:cubicBezTo>
                <a:lnTo>
                  <a:pt x="10232859" y="1699043"/>
                </a:lnTo>
                <a:lnTo>
                  <a:pt x="0" y="1699043"/>
                </a:lnTo>
                <a:lnTo>
                  <a:pt x="0" y="21828"/>
                </a:lnTo>
                <a:lnTo>
                  <a:pt x="8097" y="24355"/>
                </a:lnTo>
                <a:cubicBezTo>
                  <a:pt x="43947" y="29235"/>
                  <a:pt x="34752" y="21899"/>
                  <a:pt x="77128" y="6867"/>
                </a:cubicBezTo>
                <a:cubicBezTo>
                  <a:pt x="120709" y="7920"/>
                  <a:pt x="146704" y="-7760"/>
                  <a:pt x="188338" y="5079"/>
                </a:cubicBezTo>
                <a:cubicBezTo>
                  <a:pt x="229133" y="5993"/>
                  <a:pt x="263614" y="138"/>
                  <a:pt x="298809" y="6198"/>
                </a:cubicBezTo>
                <a:cubicBezTo>
                  <a:pt x="312163" y="1206"/>
                  <a:pt x="325122" y="-563"/>
                  <a:pt x="338985" y="8006"/>
                </a:cubicBezTo>
                <a:cubicBezTo>
                  <a:pt x="376758" y="6523"/>
                  <a:pt x="384512" y="-4822"/>
                  <a:pt x="409815" y="5045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97F86-867E-5620-8AD7-3F886049B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482" y="5910583"/>
            <a:ext cx="6970985" cy="6676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/>
              <a:t>Results of the investigation</a:t>
            </a:r>
          </a:p>
        </p:txBody>
      </p:sp>
    </p:spTree>
    <p:extLst>
      <p:ext uri="{BB962C8B-B14F-4D97-AF65-F5344CB8AC3E}">
        <p14:creationId xmlns:p14="http://schemas.microsoft.com/office/powerpoint/2010/main" val="617377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19EC06-95FA-4182-A069-1FA626C7A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8EB1A4A-D79A-42CF-8F0E-83C097672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2992"/>
            <a:ext cx="12193149" cy="2344739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2344739">
                <a:moveTo>
                  <a:pt x="1148" y="0"/>
                </a:moveTo>
                <a:lnTo>
                  <a:pt x="12193148" y="0"/>
                </a:lnTo>
                <a:cubicBezTo>
                  <a:pt x="12193148" y="193246"/>
                  <a:pt x="12193149" y="386493"/>
                  <a:pt x="12193149" y="579739"/>
                </a:cubicBezTo>
                <a:lnTo>
                  <a:pt x="12185986" y="584189"/>
                </a:lnTo>
                <a:cubicBezTo>
                  <a:pt x="12156393" y="577430"/>
                  <a:pt x="12176978" y="588328"/>
                  <a:pt x="12156363" y="597366"/>
                </a:cubicBezTo>
                <a:cubicBezTo>
                  <a:pt x="12172308" y="611308"/>
                  <a:pt x="12127905" y="602876"/>
                  <a:pt x="12139215" y="623179"/>
                </a:cubicBezTo>
                <a:cubicBezTo>
                  <a:pt x="12135103" y="624180"/>
                  <a:pt x="12130766" y="624512"/>
                  <a:pt x="12126327" y="624690"/>
                </a:cubicBezTo>
                <a:lnTo>
                  <a:pt x="12124007" y="624794"/>
                </a:lnTo>
                <a:lnTo>
                  <a:pt x="12116854" y="628608"/>
                </a:lnTo>
                <a:lnTo>
                  <a:pt x="12099497" y="628139"/>
                </a:lnTo>
                <a:cubicBezTo>
                  <a:pt x="12095162" y="629804"/>
                  <a:pt x="12090978" y="632365"/>
                  <a:pt x="12087073" y="636341"/>
                </a:cubicBezTo>
                <a:cubicBezTo>
                  <a:pt x="12078890" y="656743"/>
                  <a:pt x="12040481" y="653846"/>
                  <a:pt x="12031073" y="680009"/>
                </a:cubicBezTo>
                <a:cubicBezTo>
                  <a:pt x="12026399" y="688254"/>
                  <a:pt x="12004497" y="705355"/>
                  <a:pt x="11995833" y="703458"/>
                </a:cubicBezTo>
                <a:cubicBezTo>
                  <a:pt x="11990333" y="705967"/>
                  <a:pt x="11986699" y="712045"/>
                  <a:pt x="11979717" y="708161"/>
                </a:cubicBezTo>
                <a:cubicBezTo>
                  <a:pt x="11970382" y="704240"/>
                  <a:pt x="11963763" y="727262"/>
                  <a:pt x="11959046" y="717558"/>
                </a:cubicBezTo>
                <a:lnTo>
                  <a:pt x="11920454" y="730883"/>
                </a:lnTo>
                <a:cubicBezTo>
                  <a:pt x="11919152" y="737943"/>
                  <a:pt x="11912619" y="740145"/>
                  <a:pt x="11903656" y="742426"/>
                </a:cubicBezTo>
                <a:lnTo>
                  <a:pt x="11895048" y="744791"/>
                </a:lnTo>
                <a:lnTo>
                  <a:pt x="11891968" y="755729"/>
                </a:lnTo>
                <a:cubicBezTo>
                  <a:pt x="11881074" y="746401"/>
                  <a:pt x="11884523" y="777742"/>
                  <a:pt x="11870776" y="777816"/>
                </a:cubicBezTo>
                <a:lnTo>
                  <a:pt x="11813376" y="797659"/>
                </a:lnTo>
                <a:lnTo>
                  <a:pt x="11590693" y="963777"/>
                </a:lnTo>
                <a:cubicBezTo>
                  <a:pt x="11550201" y="990714"/>
                  <a:pt x="11542649" y="940770"/>
                  <a:pt x="11506817" y="1033623"/>
                </a:cubicBezTo>
                <a:cubicBezTo>
                  <a:pt x="11450023" y="1089460"/>
                  <a:pt x="11337127" y="1190174"/>
                  <a:pt x="11280332" y="1223571"/>
                </a:cubicBezTo>
                <a:cubicBezTo>
                  <a:pt x="11267547" y="1231171"/>
                  <a:pt x="11229147" y="1296589"/>
                  <a:pt x="11228309" y="1276236"/>
                </a:cubicBezTo>
                <a:cubicBezTo>
                  <a:pt x="11223950" y="1278203"/>
                  <a:pt x="11220761" y="1277680"/>
                  <a:pt x="11218087" y="1275961"/>
                </a:cubicBezTo>
                <a:lnTo>
                  <a:pt x="11217184" y="1275018"/>
                </a:lnTo>
                <a:lnTo>
                  <a:pt x="11188885" y="1292383"/>
                </a:lnTo>
                <a:lnTo>
                  <a:pt x="11184501" y="1292525"/>
                </a:lnTo>
                <a:lnTo>
                  <a:pt x="11166854" y="1306612"/>
                </a:lnTo>
                <a:lnTo>
                  <a:pt x="11157311" y="1312414"/>
                </a:lnTo>
                <a:lnTo>
                  <a:pt x="11155496" y="1317097"/>
                </a:lnTo>
                <a:cubicBezTo>
                  <a:pt x="11153045" y="1320465"/>
                  <a:pt x="11148902" y="1323112"/>
                  <a:pt x="11140961" y="1324115"/>
                </a:cubicBezTo>
                <a:lnTo>
                  <a:pt x="11138961" y="1323772"/>
                </a:lnTo>
                <a:lnTo>
                  <a:pt x="11128208" y="1333832"/>
                </a:lnTo>
                <a:cubicBezTo>
                  <a:pt x="11124962" y="1337814"/>
                  <a:pt x="11122359" y="1342287"/>
                  <a:pt x="11120691" y="1347424"/>
                </a:cubicBezTo>
                <a:cubicBezTo>
                  <a:pt x="11081770" y="1370685"/>
                  <a:pt x="10952581" y="1444106"/>
                  <a:pt x="10894683" y="1473399"/>
                </a:cubicBezTo>
                <a:cubicBezTo>
                  <a:pt x="10861781" y="1488434"/>
                  <a:pt x="10817803" y="1508886"/>
                  <a:pt x="10773300" y="1523191"/>
                </a:cubicBezTo>
                <a:cubicBezTo>
                  <a:pt x="10733414" y="1567419"/>
                  <a:pt x="10677791" y="1526735"/>
                  <a:pt x="10627668" y="1559229"/>
                </a:cubicBezTo>
                <a:cubicBezTo>
                  <a:pt x="10590276" y="1542103"/>
                  <a:pt x="10613693" y="1562282"/>
                  <a:pt x="10581895" y="1568689"/>
                </a:cubicBezTo>
                <a:cubicBezTo>
                  <a:pt x="10597733" y="1591656"/>
                  <a:pt x="10540912" y="1568241"/>
                  <a:pt x="10547790" y="1598423"/>
                </a:cubicBezTo>
                <a:cubicBezTo>
                  <a:pt x="10541784" y="1598632"/>
                  <a:pt x="10535750" y="1597886"/>
                  <a:pt x="10529643" y="1596907"/>
                </a:cubicBezTo>
                <a:lnTo>
                  <a:pt x="10526446" y="1596411"/>
                </a:lnTo>
                <a:lnTo>
                  <a:pt x="10515129" y="1599537"/>
                </a:lnTo>
                <a:lnTo>
                  <a:pt x="10491735" y="1594156"/>
                </a:lnTo>
                <a:cubicBezTo>
                  <a:pt x="10485147" y="1595190"/>
                  <a:pt x="10478389" y="1597459"/>
                  <a:pt x="10471418" y="1601693"/>
                </a:cubicBezTo>
                <a:cubicBezTo>
                  <a:pt x="10451763" y="1626665"/>
                  <a:pt x="10400774" y="1612276"/>
                  <a:pt x="10377042" y="1644598"/>
                </a:cubicBezTo>
                <a:cubicBezTo>
                  <a:pt x="10367240" y="1654315"/>
                  <a:pt x="10330319" y="1671126"/>
                  <a:pt x="10319338" y="1666221"/>
                </a:cubicBezTo>
                <a:cubicBezTo>
                  <a:pt x="10310813" y="1668060"/>
                  <a:pt x="10303331" y="1675173"/>
                  <a:pt x="10295467" y="1668079"/>
                </a:cubicBezTo>
                <a:cubicBezTo>
                  <a:pt x="10284420" y="1660290"/>
                  <a:pt x="10265794" y="1689186"/>
                  <a:pt x="10263443" y="1674948"/>
                </a:cubicBezTo>
                <a:lnTo>
                  <a:pt x="10205418" y="1682149"/>
                </a:lnTo>
                <a:cubicBezTo>
                  <a:pt x="10200696" y="1691209"/>
                  <a:pt x="10190895" y="1692356"/>
                  <a:pt x="10177759" y="1692943"/>
                </a:cubicBezTo>
                <a:lnTo>
                  <a:pt x="10165070" y="1693739"/>
                </a:lnTo>
                <a:lnTo>
                  <a:pt x="10156308" y="1707487"/>
                </a:lnTo>
                <a:cubicBezTo>
                  <a:pt x="10145406" y="1692057"/>
                  <a:pt x="10136981" y="1734810"/>
                  <a:pt x="10118267" y="1731142"/>
                </a:cubicBezTo>
                <a:lnTo>
                  <a:pt x="10083317" y="1743296"/>
                </a:lnTo>
                <a:cubicBezTo>
                  <a:pt x="10075718" y="1741227"/>
                  <a:pt x="10048011" y="1742555"/>
                  <a:pt x="10040388" y="1741632"/>
                </a:cubicBezTo>
                <a:cubicBezTo>
                  <a:pt x="9999609" y="1751733"/>
                  <a:pt x="9985545" y="1752223"/>
                  <a:pt x="9961167" y="1757147"/>
                </a:cubicBezTo>
                <a:cubicBezTo>
                  <a:pt x="9920131" y="1757289"/>
                  <a:pt x="9889892" y="1754090"/>
                  <a:pt x="9848940" y="1763915"/>
                </a:cubicBezTo>
                <a:lnTo>
                  <a:pt x="9729457" y="1784122"/>
                </a:lnTo>
                <a:cubicBezTo>
                  <a:pt x="9676207" y="1774536"/>
                  <a:pt x="9631235" y="1799759"/>
                  <a:pt x="9613704" y="1812371"/>
                </a:cubicBezTo>
                <a:cubicBezTo>
                  <a:pt x="9548152" y="1826647"/>
                  <a:pt x="9410970" y="1863993"/>
                  <a:pt x="9338590" y="1869293"/>
                </a:cubicBezTo>
                <a:lnTo>
                  <a:pt x="9232518" y="1893149"/>
                </a:lnTo>
                <a:lnTo>
                  <a:pt x="9156690" y="1903228"/>
                </a:lnTo>
                <a:lnTo>
                  <a:pt x="9054601" y="1910755"/>
                </a:lnTo>
                <a:lnTo>
                  <a:pt x="9006634" y="1914040"/>
                </a:lnTo>
                <a:lnTo>
                  <a:pt x="9006349" y="1913800"/>
                </a:lnTo>
                <a:cubicBezTo>
                  <a:pt x="9004294" y="1913580"/>
                  <a:pt x="9001475" y="1913908"/>
                  <a:pt x="8997380" y="1915011"/>
                </a:cubicBezTo>
                <a:lnTo>
                  <a:pt x="8991542" y="1917072"/>
                </a:lnTo>
                <a:lnTo>
                  <a:pt x="8975485" y="1920298"/>
                </a:lnTo>
                <a:lnTo>
                  <a:pt x="8969159" y="1919598"/>
                </a:lnTo>
                <a:lnTo>
                  <a:pt x="8964196" y="1917373"/>
                </a:lnTo>
                <a:cubicBezTo>
                  <a:pt x="8955841" y="1925324"/>
                  <a:pt x="8956668" y="1934272"/>
                  <a:pt x="8930136" y="1914185"/>
                </a:cubicBezTo>
                <a:cubicBezTo>
                  <a:pt x="8899182" y="1915205"/>
                  <a:pt x="8790451" y="1929860"/>
                  <a:pt x="8753592" y="1933417"/>
                </a:cubicBezTo>
                <a:cubicBezTo>
                  <a:pt x="8720970" y="1944137"/>
                  <a:pt x="8749345" y="1930476"/>
                  <a:pt x="8708995" y="1935518"/>
                </a:cubicBezTo>
                <a:cubicBezTo>
                  <a:pt x="8672757" y="1955053"/>
                  <a:pt x="8640293" y="1938613"/>
                  <a:pt x="8597219" y="1944090"/>
                </a:cubicBezTo>
                <a:lnTo>
                  <a:pt x="8526378" y="1929248"/>
                </a:lnTo>
                <a:lnTo>
                  <a:pt x="8512131" y="1935163"/>
                </a:lnTo>
                <a:lnTo>
                  <a:pt x="8507315" y="1938164"/>
                </a:lnTo>
                <a:cubicBezTo>
                  <a:pt x="8503797" y="1939941"/>
                  <a:pt x="8501196" y="1940752"/>
                  <a:pt x="8499116" y="1940902"/>
                </a:cubicBezTo>
                <a:lnTo>
                  <a:pt x="8498742" y="1940723"/>
                </a:lnTo>
                <a:lnTo>
                  <a:pt x="8491397" y="1943773"/>
                </a:lnTo>
                <a:lnTo>
                  <a:pt x="8368330" y="1957815"/>
                </a:lnTo>
                <a:cubicBezTo>
                  <a:pt x="8363173" y="1959840"/>
                  <a:pt x="8358881" y="1959492"/>
                  <a:pt x="8354947" y="1958009"/>
                </a:cubicBezTo>
                <a:lnTo>
                  <a:pt x="8321252" y="1974587"/>
                </a:lnTo>
                <a:lnTo>
                  <a:pt x="8315581" y="1974913"/>
                </a:lnTo>
                <a:lnTo>
                  <a:pt x="8296322" y="1988808"/>
                </a:lnTo>
                <a:lnTo>
                  <a:pt x="8285424" y="1994631"/>
                </a:lnTo>
                <a:lnTo>
                  <a:pt x="8284298" y="1999074"/>
                </a:lnTo>
                <a:cubicBezTo>
                  <a:pt x="8281994" y="2002319"/>
                  <a:pt x="8277300" y="2004967"/>
                  <a:pt x="8267224" y="2006249"/>
                </a:cubicBezTo>
                <a:lnTo>
                  <a:pt x="8264525" y="2006019"/>
                </a:lnTo>
                <a:lnTo>
                  <a:pt x="8253181" y="2015862"/>
                </a:lnTo>
                <a:cubicBezTo>
                  <a:pt x="8250007" y="2019712"/>
                  <a:pt x="8247795" y="2023994"/>
                  <a:pt x="8246982" y="2028854"/>
                </a:cubicBezTo>
                <a:cubicBezTo>
                  <a:pt x="8182975" y="2025947"/>
                  <a:pt x="8148279" y="2060069"/>
                  <a:pt x="8091420" y="2075015"/>
                </a:cubicBezTo>
                <a:cubicBezTo>
                  <a:pt x="8026616" y="2098157"/>
                  <a:pt x="7968218" y="2119393"/>
                  <a:pt x="7906555" y="2116988"/>
                </a:cubicBezTo>
                <a:cubicBezTo>
                  <a:pt x="7836267" y="2131900"/>
                  <a:pt x="7782114" y="2134131"/>
                  <a:pt x="7719893" y="2142703"/>
                </a:cubicBezTo>
                <a:lnTo>
                  <a:pt x="7615495" y="2139232"/>
                </a:lnTo>
                <a:lnTo>
                  <a:pt x="7528691" y="2145060"/>
                </a:lnTo>
                <a:lnTo>
                  <a:pt x="7520719" y="2147613"/>
                </a:lnTo>
                <a:cubicBezTo>
                  <a:pt x="7515141" y="2148952"/>
                  <a:pt x="7511320" y="2149302"/>
                  <a:pt x="7508559" y="2148948"/>
                </a:cubicBezTo>
                <a:lnTo>
                  <a:pt x="7508188" y="2148621"/>
                </a:lnTo>
                <a:lnTo>
                  <a:pt x="7496943" y="2150573"/>
                </a:lnTo>
                <a:lnTo>
                  <a:pt x="7219707" y="2156680"/>
                </a:lnTo>
                <a:lnTo>
                  <a:pt x="7202249" y="2161230"/>
                </a:lnTo>
                <a:lnTo>
                  <a:pt x="7198152" y="2166588"/>
                </a:lnTo>
                <a:cubicBezTo>
                  <a:pt x="7193259" y="2170111"/>
                  <a:pt x="7185654" y="2172250"/>
                  <a:pt x="7171956" y="2171236"/>
                </a:cubicBezTo>
                <a:lnTo>
                  <a:pt x="7098136" y="2183464"/>
                </a:lnTo>
                <a:cubicBezTo>
                  <a:pt x="7062296" y="2184442"/>
                  <a:pt x="7051336" y="2185419"/>
                  <a:pt x="7019644" y="2183090"/>
                </a:cubicBezTo>
                <a:cubicBezTo>
                  <a:pt x="6938675" y="2194028"/>
                  <a:pt x="6944793" y="2218194"/>
                  <a:pt x="6905294" y="2212596"/>
                </a:cubicBezTo>
                <a:cubicBezTo>
                  <a:pt x="6873070" y="2207388"/>
                  <a:pt x="6789137" y="2226462"/>
                  <a:pt x="6709370" y="2240551"/>
                </a:cubicBezTo>
                <a:cubicBezTo>
                  <a:pt x="6650254" y="2250006"/>
                  <a:pt x="6629253" y="2264107"/>
                  <a:pt x="6550602" y="2269327"/>
                </a:cubicBezTo>
                <a:cubicBezTo>
                  <a:pt x="6473302" y="2313417"/>
                  <a:pt x="6410843" y="2289694"/>
                  <a:pt x="6318708" y="2316127"/>
                </a:cubicBezTo>
                <a:cubicBezTo>
                  <a:pt x="6298698" y="2331649"/>
                  <a:pt x="6210439" y="2314456"/>
                  <a:pt x="6169822" y="2318214"/>
                </a:cubicBezTo>
                <a:cubicBezTo>
                  <a:pt x="6129203" y="2321972"/>
                  <a:pt x="6091688" y="2335520"/>
                  <a:pt x="6074996" y="2338676"/>
                </a:cubicBezTo>
                <a:lnTo>
                  <a:pt x="6069677" y="2337139"/>
                </a:lnTo>
                <a:lnTo>
                  <a:pt x="6049786" y="2337822"/>
                </a:lnTo>
                <a:lnTo>
                  <a:pt x="6042433" y="2329473"/>
                </a:lnTo>
                <a:lnTo>
                  <a:pt x="6011238" y="2324380"/>
                </a:lnTo>
                <a:cubicBezTo>
                  <a:pt x="5999830" y="2323793"/>
                  <a:pt x="5971276" y="2324706"/>
                  <a:pt x="5958523" y="2328024"/>
                </a:cubicBezTo>
                <a:lnTo>
                  <a:pt x="5760067" y="2343716"/>
                </a:lnTo>
                <a:lnTo>
                  <a:pt x="5628108" y="2344739"/>
                </a:lnTo>
                <a:lnTo>
                  <a:pt x="5472054" y="2330719"/>
                </a:lnTo>
                <a:cubicBezTo>
                  <a:pt x="5479284" y="2317691"/>
                  <a:pt x="5440157" y="2331757"/>
                  <a:pt x="5433909" y="2319466"/>
                </a:cubicBezTo>
                <a:cubicBezTo>
                  <a:pt x="5430517" y="2309434"/>
                  <a:pt x="5392976" y="2304750"/>
                  <a:pt x="5382817" y="2301764"/>
                </a:cubicBezTo>
                <a:lnTo>
                  <a:pt x="5262912" y="2281347"/>
                </a:lnTo>
                <a:cubicBezTo>
                  <a:pt x="5252746" y="2281163"/>
                  <a:pt x="5231699" y="2272853"/>
                  <a:pt x="5224109" y="2270223"/>
                </a:cubicBezTo>
                <a:lnTo>
                  <a:pt x="5175808" y="2267233"/>
                </a:lnTo>
                <a:lnTo>
                  <a:pt x="5157702" y="2260010"/>
                </a:lnTo>
                <a:lnTo>
                  <a:pt x="5143747" y="2256610"/>
                </a:lnTo>
                <a:lnTo>
                  <a:pt x="5140744" y="2254509"/>
                </a:lnTo>
                <a:cubicBezTo>
                  <a:pt x="5135026" y="2250469"/>
                  <a:pt x="5129229" y="2246658"/>
                  <a:pt x="5122807" y="2243656"/>
                </a:cubicBezTo>
                <a:cubicBezTo>
                  <a:pt x="5109467" y="2272275"/>
                  <a:pt x="5066004" y="2222839"/>
                  <a:pt x="5066938" y="2250227"/>
                </a:cubicBezTo>
                <a:cubicBezTo>
                  <a:pt x="5029345" y="2238711"/>
                  <a:pt x="5040096" y="2267800"/>
                  <a:pt x="5012662" y="2233846"/>
                </a:cubicBezTo>
                <a:cubicBezTo>
                  <a:pt x="4938174" y="2234229"/>
                  <a:pt x="4917504" y="2247236"/>
                  <a:pt x="4841589" y="2209829"/>
                </a:cubicBezTo>
                <a:cubicBezTo>
                  <a:pt x="4807890" y="2193187"/>
                  <a:pt x="4785258" y="2182041"/>
                  <a:pt x="4763595" y="2182061"/>
                </a:cubicBezTo>
                <a:cubicBezTo>
                  <a:pt x="4742475" y="2177561"/>
                  <a:pt x="4730631" y="2174738"/>
                  <a:pt x="4724334" y="2173047"/>
                </a:cubicBezTo>
                <a:lnTo>
                  <a:pt x="4722324" y="2172298"/>
                </a:lnTo>
                <a:lnTo>
                  <a:pt x="4723259" y="2172087"/>
                </a:lnTo>
                <a:cubicBezTo>
                  <a:pt x="4722296" y="2171445"/>
                  <a:pt x="4719415" y="2170839"/>
                  <a:pt x="4718350" y="2170817"/>
                </a:cubicBezTo>
                <a:lnTo>
                  <a:pt x="4722324" y="2172298"/>
                </a:lnTo>
                <a:lnTo>
                  <a:pt x="4716674" y="2173573"/>
                </a:lnTo>
                <a:cubicBezTo>
                  <a:pt x="4681300" y="2166617"/>
                  <a:pt x="4525895" y="2165809"/>
                  <a:pt x="4516962" y="2163671"/>
                </a:cubicBezTo>
                <a:cubicBezTo>
                  <a:pt x="4458971" y="2150559"/>
                  <a:pt x="4463810" y="2149818"/>
                  <a:pt x="4429691" y="2153020"/>
                </a:cubicBezTo>
                <a:cubicBezTo>
                  <a:pt x="4424455" y="2156391"/>
                  <a:pt x="4370126" y="2150097"/>
                  <a:pt x="4364023" y="2151674"/>
                </a:cubicBezTo>
                <a:lnTo>
                  <a:pt x="4318114" y="2158289"/>
                </a:lnTo>
                <a:lnTo>
                  <a:pt x="4316258" y="2156948"/>
                </a:lnTo>
                <a:cubicBezTo>
                  <a:pt x="4307275" y="2153577"/>
                  <a:pt x="4301145" y="2153578"/>
                  <a:pt x="4296292" y="2155069"/>
                </a:cubicBezTo>
                <a:lnTo>
                  <a:pt x="4291212" y="2157986"/>
                </a:lnTo>
                <a:lnTo>
                  <a:pt x="4277290" y="2157740"/>
                </a:lnTo>
                <a:lnTo>
                  <a:pt x="4249265" y="2160064"/>
                </a:lnTo>
                <a:lnTo>
                  <a:pt x="4203199" y="2157269"/>
                </a:lnTo>
                <a:cubicBezTo>
                  <a:pt x="4203096" y="2156849"/>
                  <a:pt x="4202995" y="2156430"/>
                  <a:pt x="4202893" y="2156010"/>
                </a:cubicBezTo>
                <a:cubicBezTo>
                  <a:pt x="4201267" y="2153173"/>
                  <a:pt x="4198292" y="2151054"/>
                  <a:pt x="4192396" y="2150376"/>
                </a:cubicBezTo>
                <a:cubicBezTo>
                  <a:pt x="4205365" y="2133087"/>
                  <a:pt x="4162425" y="2134982"/>
                  <a:pt x="4143893" y="2134511"/>
                </a:cubicBezTo>
                <a:cubicBezTo>
                  <a:pt x="4125868" y="2127445"/>
                  <a:pt x="4100250" y="2113865"/>
                  <a:pt x="4084245" y="2107978"/>
                </a:cubicBezTo>
                <a:lnTo>
                  <a:pt x="4075694" y="2107143"/>
                </a:lnTo>
                <a:cubicBezTo>
                  <a:pt x="4075655" y="2107042"/>
                  <a:pt x="4075614" y="2106943"/>
                  <a:pt x="4075575" y="2106844"/>
                </a:cubicBezTo>
                <a:cubicBezTo>
                  <a:pt x="4073829" y="2106060"/>
                  <a:pt x="4071057" y="2105559"/>
                  <a:pt x="4066658" y="2105400"/>
                </a:cubicBezTo>
                <a:lnTo>
                  <a:pt x="4060102" y="2105618"/>
                </a:lnTo>
                <a:lnTo>
                  <a:pt x="4043512" y="2103997"/>
                </a:lnTo>
                <a:lnTo>
                  <a:pt x="4038145" y="2101563"/>
                </a:lnTo>
                <a:lnTo>
                  <a:pt x="4036511" y="2097896"/>
                </a:lnTo>
                <a:lnTo>
                  <a:pt x="4034926" y="2098131"/>
                </a:lnTo>
                <a:cubicBezTo>
                  <a:pt x="4022576" y="2102995"/>
                  <a:pt x="4018025" y="2111371"/>
                  <a:pt x="4005686" y="2085563"/>
                </a:cubicBezTo>
                <a:lnTo>
                  <a:pt x="3937994" y="2068106"/>
                </a:lnTo>
                <a:cubicBezTo>
                  <a:pt x="3921658" y="2075830"/>
                  <a:pt x="3909686" y="2071141"/>
                  <a:pt x="3898423" y="2062451"/>
                </a:cubicBezTo>
                <a:cubicBezTo>
                  <a:pt x="3862243" y="2062947"/>
                  <a:pt x="3830779" y="2049077"/>
                  <a:pt x="3790908" y="2042213"/>
                </a:cubicBezTo>
                <a:cubicBezTo>
                  <a:pt x="3742158" y="2027507"/>
                  <a:pt x="3726280" y="2025530"/>
                  <a:pt x="3683661" y="2018290"/>
                </a:cubicBezTo>
                <a:lnTo>
                  <a:pt x="3611183" y="1986019"/>
                </a:lnTo>
                <a:lnTo>
                  <a:pt x="3605003" y="1987381"/>
                </a:lnTo>
                <a:cubicBezTo>
                  <a:pt x="3600731" y="1988000"/>
                  <a:pt x="3597877" y="1988000"/>
                  <a:pt x="3595884" y="1987545"/>
                </a:cubicBezTo>
                <a:lnTo>
                  <a:pt x="3595649" y="1987276"/>
                </a:lnTo>
                <a:lnTo>
                  <a:pt x="3587126" y="1987966"/>
                </a:lnTo>
                <a:cubicBezTo>
                  <a:pt x="3572774" y="1989757"/>
                  <a:pt x="3550540" y="1975558"/>
                  <a:pt x="3537283" y="1978267"/>
                </a:cubicBezTo>
                <a:cubicBezTo>
                  <a:pt x="3515092" y="1973971"/>
                  <a:pt x="3489773" y="1980236"/>
                  <a:pt x="3474371" y="1974606"/>
                </a:cubicBezTo>
                <a:lnTo>
                  <a:pt x="3401876" y="1962558"/>
                </a:lnTo>
                <a:lnTo>
                  <a:pt x="3365036" y="1979510"/>
                </a:lnTo>
                <a:cubicBezTo>
                  <a:pt x="3361007" y="1981808"/>
                  <a:pt x="3355145" y="1982886"/>
                  <a:pt x="3345174" y="1981192"/>
                </a:cubicBezTo>
                <a:lnTo>
                  <a:pt x="3342846" y="1980217"/>
                </a:lnTo>
                <a:cubicBezTo>
                  <a:pt x="3337528" y="1982688"/>
                  <a:pt x="3296694" y="1983818"/>
                  <a:pt x="3263504" y="1986094"/>
                </a:cubicBezTo>
                <a:cubicBezTo>
                  <a:pt x="3210873" y="1988435"/>
                  <a:pt x="3204538" y="1996407"/>
                  <a:pt x="3143704" y="1993869"/>
                </a:cubicBezTo>
                <a:cubicBezTo>
                  <a:pt x="3083839" y="1995098"/>
                  <a:pt x="3073438" y="2001104"/>
                  <a:pt x="3031439" y="1996512"/>
                </a:cubicBezTo>
                <a:lnTo>
                  <a:pt x="2782717" y="2018333"/>
                </a:lnTo>
                <a:cubicBezTo>
                  <a:pt x="2720447" y="2045988"/>
                  <a:pt x="2718750" y="2015419"/>
                  <a:pt x="2647675" y="2028869"/>
                </a:cubicBezTo>
                <a:cubicBezTo>
                  <a:pt x="2583664" y="1968934"/>
                  <a:pt x="2609849" y="2007202"/>
                  <a:pt x="2569176" y="2002628"/>
                </a:cubicBezTo>
                <a:lnTo>
                  <a:pt x="2444403" y="2016529"/>
                </a:lnTo>
                <a:cubicBezTo>
                  <a:pt x="2412730" y="2033089"/>
                  <a:pt x="2355175" y="2003000"/>
                  <a:pt x="2316260" y="2024996"/>
                </a:cubicBezTo>
                <a:cubicBezTo>
                  <a:pt x="2277148" y="2025534"/>
                  <a:pt x="2234330" y="2021339"/>
                  <a:pt x="2209726" y="2019763"/>
                </a:cubicBezTo>
                <a:cubicBezTo>
                  <a:pt x="2172984" y="2016106"/>
                  <a:pt x="2131016" y="2007174"/>
                  <a:pt x="2095813" y="2003052"/>
                </a:cubicBezTo>
                <a:cubicBezTo>
                  <a:pt x="2078687" y="2016661"/>
                  <a:pt x="2046700" y="1994357"/>
                  <a:pt x="1998504" y="1995032"/>
                </a:cubicBezTo>
                <a:cubicBezTo>
                  <a:pt x="1979851" y="2010679"/>
                  <a:pt x="1965997" y="1995296"/>
                  <a:pt x="1929320" y="2016977"/>
                </a:cubicBezTo>
                <a:cubicBezTo>
                  <a:pt x="1927506" y="2015185"/>
                  <a:pt x="1925308" y="2013558"/>
                  <a:pt x="1922798" y="2012146"/>
                </a:cubicBezTo>
                <a:cubicBezTo>
                  <a:pt x="1908224" y="2003952"/>
                  <a:pt x="1886476" y="2004665"/>
                  <a:pt x="1874228" y="2013741"/>
                </a:cubicBezTo>
                <a:cubicBezTo>
                  <a:pt x="1844711" y="2028500"/>
                  <a:pt x="1815838" y="2036277"/>
                  <a:pt x="1787803" y="2041363"/>
                </a:cubicBezTo>
                <a:lnTo>
                  <a:pt x="1739352" y="2036312"/>
                </a:lnTo>
                <a:cubicBezTo>
                  <a:pt x="1720756" y="2032746"/>
                  <a:pt x="1697809" y="2023837"/>
                  <a:pt x="1676219" y="2019963"/>
                </a:cubicBezTo>
                <a:cubicBezTo>
                  <a:pt x="1653856" y="2018758"/>
                  <a:pt x="1629782" y="2025363"/>
                  <a:pt x="1609817" y="2013066"/>
                </a:cubicBezTo>
                <a:cubicBezTo>
                  <a:pt x="1570834" y="2001390"/>
                  <a:pt x="1525521" y="2021545"/>
                  <a:pt x="1497258" y="1987476"/>
                </a:cubicBezTo>
                <a:cubicBezTo>
                  <a:pt x="1419429" y="1972767"/>
                  <a:pt x="1265224" y="1952754"/>
                  <a:pt x="1151127" y="1938041"/>
                </a:cubicBezTo>
                <a:cubicBezTo>
                  <a:pt x="1044820" y="1928230"/>
                  <a:pt x="911490" y="1929978"/>
                  <a:pt x="859417" y="1928608"/>
                </a:cubicBezTo>
                <a:lnTo>
                  <a:pt x="838688" y="1929821"/>
                </a:lnTo>
                <a:cubicBezTo>
                  <a:pt x="829380" y="1926412"/>
                  <a:pt x="823010" y="1926387"/>
                  <a:pt x="817957" y="1927857"/>
                </a:cubicBezTo>
                <a:lnTo>
                  <a:pt x="812654" y="1930751"/>
                </a:lnTo>
                <a:lnTo>
                  <a:pt x="721195" y="1929661"/>
                </a:lnTo>
                <a:cubicBezTo>
                  <a:pt x="721095" y="1929241"/>
                  <a:pt x="720991" y="1928820"/>
                  <a:pt x="720890" y="1928399"/>
                </a:cubicBezTo>
                <a:cubicBezTo>
                  <a:pt x="719222" y="1925556"/>
                  <a:pt x="716144" y="1923424"/>
                  <a:pt x="710023" y="1922722"/>
                </a:cubicBezTo>
                <a:cubicBezTo>
                  <a:pt x="689532" y="1914633"/>
                  <a:pt x="619665" y="1887450"/>
                  <a:pt x="597940" y="1879864"/>
                </a:cubicBezTo>
                <a:cubicBezTo>
                  <a:pt x="587430" y="1879265"/>
                  <a:pt x="583862" y="1877622"/>
                  <a:pt x="579683" y="1877212"/>
                </a:cubicBezTo>
                <a:lnTo>
                  <a:pt x="572865" y="1877401"/>
                </a:lnTo>
                <a:cubicBezTo>
                  <a:pt x="550627" y="1871095"/>
                  <a:pt x="474197" y="1846680"/>
                  <a:pt x="446247" y="1839371"/>
                </a:cubicBezTo>
                <a:cubicBezTo>
                  <a:pt x="429213" y="1847023"/>
                  <a:pt x="416808" y="1842285"/>
                  <a:pt x="405163" y="1833548"/>
                </a:cubicBezTo>
                <a:cubicBezTo>
                  <a:pt x="367566" y="1833890"/>
                  <a:pt x="334968" y="1819885"/>
                  <a:pt x="293583" y="1812852"/>
                </a:cubicBezTo>
                <a:lnTo>
                  <a:pt x="119529" y="1761047"/>
                </a:lnTo>
                <a:cubicBezTo>
                  <a:pt x="73377" y="1751937"/>
                  <a:pt x="36403" y="1759579"/>
                  <a:pt x="16674" y="1758191"/>
                </a:cubicBezTo>
                <a:lnTo>
                  <a:pt x="1150" y="1752722"/>
                </a:lnTo>
                <a:cubicBezTo>
                  <a:pt x="-1438" y="1496726"/>
                  <a:pt x="1148" y="514333"/>
                  <a:pt x="1148" y="222213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8664F0-F6DF-54C4-F421-92080588A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8" y="609601"/>
            <a:ext cx="10017455" cy="1216024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Key Conclusions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35834-7A93-4C02-43C9-CC846A3FE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8" y="2356151"/>
            <a:ext cx="9880979" cy="38191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Public perception of AI's daily impact </a:t>
            </a:r>
            <a:r>
              <a:rPr lang="en-US" b="1" dirty="0">
                <a:ea typeface="+mn-lt"/>
                <a:cs typeface="+mn-lt"/>
              </a:rPr>
              <a:t>varies significantly</a:t>
            </a:r>
            <a:r>
              <a:rPr lang="en-US" dirty="0">
                <a:ea typeface="+mn-lt"/>
                <a:cs typeface="+mn-lt"/>
              </a:rPr>
              <a:t> across different countries.</a:t>
            </a:r>
          </a:p>
          <a:p>
            <a:r>
              <a:rPr lang="en-US" dirty="0">
                <a:ea typeface="+mn-lt"/>
                <a:cs typeface="+mn-lt"/>
              </a:rPr>
              <a:t>The data reveals a strong public desire for establishing regulatory frameworks. This supports the conclusion that </a:t>
            </a:r>
            <a:r>
              <a:rPr lang="en-US" b="1" dirty="0">
                <a:ea typeface="+mn-lt"/>
                <a:cs typeface="+mn-lt"/>
              </a:rPr>
              <a:t>AI integration is widely accepted</a:t>
            </a:r>
            <a:r>
              <a:rPr lang="en-US" dirty="0">
                <a:ea typeface="+mn-lt"/>
                <a:cs typeface="+mn-lt"/>
              </a:rPr>
              <a:t>, provided clear regulations are set in place.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469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C5FF-CFF9-0AD8-6BDD-4B9D01BC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Potential solutions &amp; Future Work</a:t>
            </a:r>
            <a:endParaRPr lang="en-US" dirty="0"/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78CE69B1-E9B3-7D35-14D7-148205C066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2743213"/>
              </p:ext>
            </p:extLst>
          </p:nvPr>
        </p:nvGraphicFramePr>
        <p:xfrm>
          <a:off x="965038" y="1988654"/>
          <a:ext cx="9972997" cy="2877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6832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EB2E8C4-C3E7-4048-A43D-9859510C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12490710" y="6342652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EF7D2E8-5F8A-4E0B-9647-8072A94A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A6E2CC-84C1-424C-A664-BC849F6D0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33668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2AD77-B9C9-ECEB-79CD-262CA5114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5791201"/>
            <a:ext cx="10534650" cy="609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Questions?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6A0CC940-43DB-88A0-EDFB-BB29080D7F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65658" y="609600"/>
            <a:ext cx="4060683" cy="406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97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EB2E8C4-C3E7-4048-A43D-9859510C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12490710" y="6342652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EF7D2E8-5F8A-4E0B-9647-8072A94A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A6E2CC-84C1-424C-A664-BC849F6D0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33668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26239E-DC64-162D-83BD-3F7F71143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5791201"/>
            <a:ext cx="10534650" cy="609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>
                <a:ea typeface="Batang"/>
              </a:rPr>
              <a:t>Thank you for your time!</a:t>
            </a:r>
            <a:endParaRPr lang="en-US" dirty="0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0A11E819-3C9C-CAA6-ADB1-0D8EC171C8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65658" y="609600"/>
            <a:ext cx="4060683" cy="406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0213"/>
      </p:ext>
    </p:extLst>
  </p:cSld>
  <p:clrMapOvr>
    <a:masterClrMapping/>
  </p:clrMapOvr>
</p:sld>
</file>

<file path=ppt/theme/theme1.xml><?xml version="1.0" encoding="utf-8"?>
<a:theme xmlns:a="http://schemas.openxmlformats.org/drawingml/2006/main" name="ArchiveVTI">
  <a:themeElements>
    <a:clrScheme name="Archive">
      <a:dk1>
        <a:sysClr val="windowText" lastClr="000000"/>
      </a:dk1>
      <a:lt1>
        <a:sysClr val="window" lastClr="FFFFFF"/>
      </a:lt1>
      <a:dk2>
        <a:srgbClr val="353B3D"/>
      </a:dk2>
      <a:lt2>
        <a:srgbClr val="EEECEA"/>
      </a:lt2>
      <a:accent1>
        <a:srgbClr val="A65E5E"/>
      </a:accent1>
      <a:accent2>
        <a:srgbClr val="9D6053"/>
      </a:accent2>
      <a:accent3>
        <a:srgbClr val="968274"/>
      </a:accent3>
      <a:accent4>
        <a:srgbClr val="878079"/>
      </a:accent4>
      <a:accent5>
        <a:srgbClr val="6C737A"/>
      </a:accent5>
      <a:accent6>
        <a:srgbClr val="697777"/>
      </a:accent6>
      <a:hlink>
        <a:srgbClr val="A25872"/>
      </a:hlink>
      <a:folHlink>
        <a:srgbClr val="667A7E"/>
      </a:folHlink>
    </a:clrScheme>
    <a:fontScheme name="Custom 170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iveVTI" id="{514BDC9F-20AC-40CA-9FE7-B30987BCD2D4}" vid="{D8FA1533-D953-46ED-B2C7-B32AF1BED7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ArchiveVTI</vt:lpstr>
      <vt:lpstr>Global Perspectives on AI Integration: Usage, Acceptance, and the Imperative for Regulation</vt:lpstr>
      <vt:lpstr>The Objectives</vt:lpstr>
      <vt:lpstr>The data challenge</vt:lpstr>
      <vt:lpstr>DATA</vt:lpstr>
      <vt:lpstr>The Result</vt:lpstr>
      <vt:lpstr>Data: Visualized </vt:lpstr>
      <vt:lpstr>AI use by demographic</vt:lpstr>
      <vt:lpstr>Global AI Sentiment: Excitement vs. Nervousness </vt:lpstr>
      <vt:lpstr>Respondent Opinions on AI and Their Job</vt:lpstr>
      <vt:lpstr>Policy Proposal Approval in the us</vt:lpstr>
      <vt:lpstr>Results of the investigation</vt:lpstr>
      <vt:lpstr>Key Conclusions</vt:lpstr>
      <vt:lpstr>Potential solutions &amp; Future Work</vt:lpstr>
      <vt:lpstr>Questions?</vt:lpstr>
      <vt:lpstr>Thank you for your time!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413</cp:revision>
  <dcterms:created xsi:type="dcterms:W3CDTF">2025-11-15T16:48:55Z</dcterms:created>
  <dcterms:modified xsi:type="dcterms:W3CDTF">2025-11-15T19:44:46Z</dcterms:modified>
</cp:coreProperties>
</file>